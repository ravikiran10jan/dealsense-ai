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9"/>
  </p:notesMasterIdLst>
  <p:handoutMasterIdLst>
    <p:handoutMasterId r:id="rId10"/>
  </p:handoutMasterIdLst>
  <p:sldIdLst>
    <p:sldId id="2134804468" r:id="rId5"/>
    <p:sldId id="257" r:id="rId6"/>
    <p:sldId id="2134804471" r:id="rId7"/>
    <p:sldId id="2134804470" r:id="rId8"/>
  </p:sldIdLst>
  <p:sldSz cx="14630400" cy="8229600"/>
  <p:notesSz cx="7772400" cy="14173200"/>
  <p:defaultTextStyle>
    <a:defPPr>
      <a:defRPr lang="en-US"/>
    </a:defPPr>
    <a:lvl1pPr marL="0" algn="l" defTabSz="1463040" rtl="0" eaLnBrk="1" latinLnBrk="0" hangingPunct="1">
      <a:defRPr sz="2880" kern="1200">
        <a:solidFill>
          <a:schemeClr val="tx1"/>
        </a:solidFill>
        <a:latin typeface="+mn-lt"/>
        <a:ea typeface="+mn-ea"/>
        <a:cs typeface="+mn-cs"/>
      </a:defRPr>
    </a:lvl1pPr>
    <a:lvl2pPr marL="731520" algn="l" defTabSz="1463040" rtl="0" eaLnBrk="1" latinLnBrk="0" hangingPunct="1">
      <a:defRPr sz="2880" kern="1200">
        <a:solidFill>
          <a:schemeClr val="tx1"/>
        </a:solidFill>
        <a:latin typeface="+mn-lt"/>
        <a:ea typeface="+mn-ea"/>
        <a:cs typeface="+mn-cs"/>
      </a:defRPr>
    </a:lvl2pPr>
    <a:lvl3pPr marL="1463040" algn="l" defTabSz="1463040" rtl="0" eaLnBrk="1" latinLnBrk="0" hangingPunct="1">
      <a:defRPr sz="2880" kern="1200">
        <a:solidFill>
          <a:schemeClr val="tx1"/>
        </a:solidFill>
        <a:latin typeface="+mn-lt"/>
        <a:ea typeface="+mn-ea"/>
        <a:cs typeface="+mn-cs"/>
      </a:defRPr>
    </a:lvl3pPr>
    <a:lvl4pPr marL="2194560" algn="l" defTabSz="1463040" rtl="0" eaLnBrk="1" latinLnBrk="0" hangingPunct="1">
      <a:defRPr sz="2880" kern="1200">
        <a:solidFill>
          <a:schemeClr val="tx1"/>
        </a:solidFill>
        <a:latin typeface="+mn-lt"/>
        <a:ea typeface="+mn-ea"/>
        <a:cs typeface="+mn-cs"/>
      </a:defRPr>
    </a:lvl4pPr>
    <a:lvl5pPr marL="2926080" algn="l" defTabSz="1463040" rtl="0" eaLnBrk="1" latinLnBrk="0" hangingPunct="1">
      <a:defRPr sz="2880" kern="1200">
        <a:solidFill>
          <a:schemeClr val="tx1"/>
        </a:solidFill>
        <a:latin typeface="+mn-lt"/>
        <a:ea typeface="+mn-ea"/>
        <a:cs typeface="+mn-cs"/>
      </a:defRPr>
    </a:lvl5pPr>
    <a:lvl6pPr marL="3657600" algn="l" defTabSz="1463040" rtl="0" eaLnBrk="1" latinLnBrk="0" hangingPunct="1">
      <a:defRPr sz="2880" kern="1200">
        <a:solidFill>
          <a:schemeClr val="tx1"/>
        </a:solidFill>
        <a:latin typeface="+mn-lt"/>
        <a:ea typeface="+mn-ea"/>
        <a:cs typeface="+mn-cs"/>
      </a:defRPr>
    </a:lvl6pPr>
    <a:lvl7pPr marL="4389120" algn="l" defTabSz="1463040" rtl="0" eaLnBrk="1" latinLnBrk="0" hangingPunct="1">
      <a:defRPr sz="2880" kern="1200">
        <a:solidFill>
          <a:schemeClr val="tx1"/>
        </a:solidFill>
        <a:latin typeface="+mn-lt"/>
        <a:ea typeface="+mn-ea"/>
        <a:cs typeface="+mn-cs"/>
      </a:defRPr>
    </a:lvl7pPr>
    <a:lvl8pPr marL="5120640" algn="l" defTabSz="1463040" rtl="0" eaLnBrk="1" latinLnBrk="0" hangingPunct="1">
      <a:defRPr sz="2880" kern="1200">
        <a:solidFill>
          <a:schemeClr val="tx1"/>
        </a:solidFill>
        <a:latin typeface="+mn-lt"/>
        <a:ea typeface="+mn-ea"/>
        <a:cs typeface="+mn-cs"/>
      </a:defRPr>
    </a:lvl8pPr>
    <a:lvl9pPr marL="5852160" algn="l" defTabSz="1463040" rtl="0" eaLnBrk="1" latinLnBrk="0" hangingPunct="1">
      <a:defRPr sz="288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08" userDrawn="1">
          <p15:clr>
            <a:srgbClr val="A4A3A4"/>
          </p15:clr>
        </p15:guide>
        <p15:guide id="2" orient="horz" pos="2592" userDrawn="1">
          <p15:clr>
            <a:srgbClr val="A4A3A4"/>
          </p15:clr>
        </p15:guide>
        <p15:guide id="3" orient="horz" pos="4520" userDrawn="1">
          <p15:clr>
            <a:srgbClr val="A4A3A4"/>
          </p15:clr>
        </p15:guide>
        <p15:guide id="4" orient="horz" pos="4905" userDrawn="1">
          <p15:clr>
            <a:srgbClr val="A4A3A4"/>
          </p15:clr>
        </p15:guide>
        <p15:guide id="5" pos="7488" userDrawn="1">
          <p15:clr>
            <a:srgbClr val="A4A3A4"/>
          </p15:clr>
        </p15:guide>
        <p15:guide id="6" pos="432" userDrawn="1">
          <p15:clr>
            <a:srgbClr val="A4A3A4"/>
          </p15:clr>
        </p15:guide>
        <p15:guide id="7" pos="3024" userDrawn="1">
          <p15:clr>
            <a:srgbClr val="A4A3A4"/>
          </p15:clr>
        </p15:guide>
        <p15:guide id="8" pos="3312" userDrawn="1">
          <p15:clr>
            <a:srgbClr val="A4A3A4"/>
          </p15:clr>
        </p15:guide>
        <p15:guide id="9" pos="4449" userDrawn="1">
          <p15:clr>
            <a:srgbClr val="A4A3A4"/>
          </p15:clr>
        </p15:guide>
        <p15:guide id="10" pos="4608" userDrawn="1">
          <p15:clr>
            <a:srgbClr val="A4A3A4"/>
          </p15:clr>
        </p15:guide>
        <p15:guide id="11" pos="4752" userDrawn="1">
          <p15:clr>
            <a:srgbClr val="A4A3A4"/>
          </p15:clr>
        </p15:guide>
        <p15:guide id="12" pos="5904" userDrawn="1">
          <p15:clr>
            <a:srgbClr val="A4A3A4"/>
          </p15:clr>
        </p15:guide>
        <p15:guide id="13" pos="6196" userDrawn="1">
          <p15:clr>
            <a:srgbClr val="A4A3A4"/>
          </p15:clr>
        </p15:guide>
        <p15:guide id="14" pos="8784" userDrawn="1">
          <p15:clr>
            <a:srgbClr val="A4A3A4"/>
          </p15:clr>
        </p15:guide>
      </p15:sldGuideLst>
    </p:ext>
    <p:ext uri="{2D200454-40CA-4A62-9FC3-DE9A4176ACB9}">
      <p15:notesGuideLst xmlns:p15="http://schemas.microsoft.com/office/powerpoint/2012/main">
        <p15:guide id="1" orient="horz" pos="4464" userDrawn="1">
          <p15:clr>
            <a:srgbClr val="A4A3A4"/>
          </p15:clr>
        </p15:guide>
        <p15:guide id="2" pos="2448"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95959"/>
    <a:srgbClr val="5F249F"/>
    <a:srgbClr val="1F3C77"/>
    <a:srgbClr val="25B9A7"/>
    <a:srgbClr val="969696"/>
    <a:srgbClr val="63666A"/>
    <a:srgbClr val="F9F048"/>
    <a:srgbClr val="FFCD00"/>
    <a:srgbClr val="D9DF23"/>
    <a:srgbClr val="6666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D40EEFC-9F17-75E8-8A73-7A3B56E9C2DD}" v="29" dt="2026-01-27T02:35:30.623"/>
  </p1510:revLst>
</p1510:revInfo>
</file>

<file path=ppt/tableStyles.xml><?xml version="1.0" encoding="utf-8"?>
<a:tblStyleLst xmlns:a="http://schemas.openxmlformats.org/drawingml/2006/main" def="{45BD5076-5073-49C7-9E08-65982F3C9860}">
  <a:tblStyle styleId="{45BD5076-5073-49C7-9E08-65982F3C9860}" styleName="DXC Table">
    <a:wholeTbl>
      <a:tcTxStyle>
        <a:fontRef idx="minor"/>
        <a:srgbClr val="000000"/>
      </a:tcTxStyle>
      <a:tcStyle>
        <a:tcBdr>
          <a:left>
            <a:ln>
              <a:noFill/>
            </a:ln>
          </a:left>
          <a:right>
            <a:ln>
              <a:noFill/>
            </a:ln>
          </a:right>
          <a:top>
            <a:ln w="6350">
              <a:solidFill>
                <a:srgbClr val="000000"/>
              </a:solidFill>
            </a:ln>
          </a:top>
          <a:bottom>
            <a:ln w="6350">
              <a:solidFill>
                <a:srgbClr val="000000"/>
              </a:solidFill>
            </a:ln>
          </a:bottom>
          <a:insideH>
            <a:ln w="6350">
              <a:solidFill>
                <a:srgbClr val="000000"/>
              </a:solidFill>
            </a:ln>
          </a:insideH>
          <a:insideV>
            <a:ln>
              <a:noFill/>
            </a:ln>
          </a:insideV>
        </a:tcBdr>
        <a:fill>
          <a:noFill/>
        </a:fill>
      </a:tcStyle>
    </a:wholeTbl>
    <a:lastCol>
      <a:tcTxStyle b="on">
        <a:fontRef idx="major"/>
        <a:srgbClr val="000000"/>
      </a:tcTxStyle>
      <a:tcStyle>
        <a:tcBdr/>
      </a:tcStyle>
    </a:lastCol>
    <a:firstCol>
      <a:tcTxStyle b="on">
        <a:fontRef idx="major"/>
        <a:srgbClr val="000000"/>
      </a:tcTxStyle>
      <a:tcStyle>
        <a:tcBdr/>
      </a:tcStyle>
    </a:firstCol>
    <a:lastRow>
      <a:tcTxStyle b="on">
        <a:fontRef idx="major"/>
        <a:srgbClr val="000000"/>
      </a:tcTxStyle>
      <a:tcStyle>
        <a:tcBdr>
          <a:top>
            <a:ln w="19050">
              <a:solidFill>
                <a:srgbClr val="000000"/>
              </a:solidFill>
            </a:ln>
          </a:top>
          <a:bottom>
            <a:ln>
              <a:noFill/>
            </a:ln>
          </a:bottom>
        </a:tcBdr>
        <a:fill>
          <a:noFill/>
        </a:fill>
      </a:tcStyle>
    </a:lastRow>
    <a:firstRow>
      <a:tcTxStyle b="on">
        <a:fontRef idx="major"/>
        <a:srgbClr val="000000"/>
      </a:tcTxStyle>
      <a:tcStyle>
        <a:tcBdr>
          <a:top>
            <a:ln>
              <a:noFill/>
            </a:ln>
          </a:top>
          <a:bottom>
            <a:ln w="19050">
              <a:solidFill>
                <a:srgbClr val="000000"/>
              </a:solidFill>
            </a:ln>
          </a:bottom>
        </a:tcBdr>
        <a:fill>
          <a:no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795" autoAdjust="0"/>
    <p:restoredTop sz="97153" autoAdjust="0"/>
  </p:normalViewPr>
  <p:slideViewPr>
    <p:cSldViewPr snapToGrid="0" snapToObjects="1" showGuides="1">
      <p:cViewPr>
        <p:scale>
          <a:sx n="120" d="100"/>
          <a:sy n="120" d="100"/>
        </p:scale>
        <p:origin x="192" y="344"/>
      </p:cViewPr>
      <p:guideLst>
        <p:guide orient="horz" pos="408"/>
        <p:guide orient="horz" pos="2592"/>
        <p:guide orient="horz" pos="4520"/>
        <p:guide orient="horz" pos="4905"/>
        <p:guide pos="7488"/>
        <p:guide pos="432"/>
        <p:guide pos="3024"/>
        <p:guide pos="3312"/>
        <p:guide pos="4449"/>
        <p:guide pos="4608"/>
        <p:guide pos="4752"/>
        <p:guide pos="5904"/>
        <p:guide pos="6196"/>
        <p:guide pos="8784"/>
      </p:guideLst>
    </p:cSldViewPr>
  </p:slideViewPr>
  <p:notesTextViewPr>
    <p:cViewPr>
      <p:scale>
        <a:sx n="1" d="1"/>
        <a:sy n="1" d="1"/>
      </p:scale>
      <p:origin x="0" y="0"/>
    </p:cViewPr>
  </p:notesTextViewPr>
  <p:sorterViewPr>
    <p:cViewPr>
      <p:scale>
        <a:sx n="125" d="100"/>
        <a:sy n="125" d="100"/>
      </p:scale>
      <p:origin x="0" y="0"/>
    </p:cViewPr>
  </p:sorterViewPr>
  <p:notesViewPr>
    <p:cSldViewPr snapToGrid="0" snapToObjects="1" showGuides="1">
      <p:cViewPr varScale="1">
        <p:scale>
          <a:sx n="110" d="100"/>
          <a:sy n="110" d="100"/>
        </p:scale>
        <p:origin x="6648" y="114"/>
      </p:cViewPr>
      <p:guideLst>
        <p:guide orient="horz" pos="4464"/>
        <p:guide pos="2448"/>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customXml" Target="../customXml/item2.xml"/><Relationship Id="rId16"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jula, Ravikiran" userId="S::ravikiran.r.gajula@dxc.com::ee8c0aea-adb8-456e-ac7b-b3cec0bb695c" providerId="AD" clId="Web-{8D40EEFC-9F17-75E8-8A73-7A3B56E9C2DD}"/>
    <pc:docChg chg="mod modSld">
      <pc:chgData name="Gajula, Ravikiran" userId="S::ravikiran.r.gajula@dxc.com::ee8c0aea-adb8-456e-ac7b-b3cec0bb695c" providerId="AD" clId="Web-{8D40EEFC-9F17-75E8-8A73-7A3B56E9C2DD}" dt="2026-01-27T02:35:30.623" v="29" actId="20577"/>
      <pc:docMkLst>
        <pc:docMk/>
      </pc:docMkLst>
      <pc:sldChg chg="modSp">
        <pc:chgData name="Gajula, Ravikiran" userId="S::ravikiran.r.gajula@dxc.com::ee8c0aea-adb8-456e-ac7b-b3cec0bb695c" providerId="AD" clId="Web-{8D40EEFC-9F17-75E8-8A73-7A3B56E9C2DD}" dt="2026-01-27T02:35:30.623" v="29" actId="20577"/>
        <pc:sldMkLst>
          <pc:docMk/>
          <pc:sldMk cId="2995923351" sldId="2134804468"/>
        </pc:sldMkLst>
        <pc:spChg chg="mod">
          <ac:chgData name="Gajula, Ravikiran" userId="S::ravikiran.r.gajula@dxc.com::ee8c0aea-adb8-456e-ac7b-b3cec0bb695c" providerId="AD" clId="Web-{8D40EEFC-9F17-75E8-8A73-7A3B56E9C2DD}" dt="2026-01-27T02:34:41.089" v="7" actId="20577"/>
          <ac:spMkLst>
            <pc:docMk/>
            <pc:sldMk cId="2995923351" sldId="2134804468"/>
            <ac:spMk id="4" creationId="{5333719B-EA61-8723-ABF1-AAF838C6B58E}"/>
          </ac:spMkLst>
        </pc:spChg>
        <pc:spChg chg="mod">
          <ac:chgData name="Gajula, Ravikiran" userId="S::ravikiran.r.gajula@dxc.com::ee8c0aea-adb8-456e-ac7b-b3cec0bb695c" providerId="AD" clId="Web-{8D40EEFC-9F17-75E8-8A73-7A3B56E9C2DD}" dt="2026-01-27T02:35:30.623" v="29" actId="20577"/>
          <ac:spMkLst>
            <pc:docMk/>
            <pc:sldMk cId="2995923351" sldId="2134804468"/>
            <ac:spMk id="5" creationId="{0B24D09B-7437-D3A8-87F7-4E999E8C649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368040" cy="708660"/>
          </a:xfrm>
          <a:prstGeom prst="rect">
            <a:avLst/>
          </a:prstGeom>
        </p:spPr>
        <p:txBody>
          <a:bodyPr vert="horz" lIns="125401" tIns="62700" rIns="125401" bIns="62700" rtlCol="0"/>
          <a:lstStyle>
            <a:lvl1pPr algn="l">
              <a:defRPr sz="1600"/>
            </a:lvl1pPr>
          </a:lstStyle>
          <a:p>
            <a:endParaRPr lang="en-US" dirty="0">
              <a:latin typeface="Arial"/>
              <a:cs typeface="Arial"/>
            </a:endParaRPr>
          </a:p>
        </p:txBody>
      </p:sp>
      <p:sp>
        <p:nvSpPr>
          <p:cNvPr id="4" name="Footer Placeholder 3"/>
          <p:cNvSpPr>
            <a:spLocks noGrp="1"/>
          </p:cNvSpPr>
          <p:nvPr>
            <p:ph type="ftr" sz="quarter" idx="2"/>
          </p:nvPr>
        </p:nvSpPr>
        <p:spPr>
          <a:xfrm>
            <a:off x="0" y="13462080"/>
            <a:ext cx="3368040" cy="708660"/>
          </a:xfrm>
          <a:prstGeom prst="rect">
            <a:avLst/>
          </a:prstGeom>
        </p:spPr>
        <p:txBody>
          <a:bodyPr vert="horz" lIns="125401" tIns="62700" rIns="125401" bIns="62700" rtlCol="0" anchor="b"/>
          <a:lstStyle>
            <a:lvl1pPr algn="l">
              <a:defRPr sz="1600"/>
            </a:lvl1pPr>
          </a:lstStyle>
          <a:p>
            <a:endParaRPr lang="en-US" dirty="0">
              <a:latin typeface="Arial"/>
              <a:cs typeface="Arial"/>
            </a:endParaRPr>
          </a:p>
        </p:txBody>
      </p:sp>
      <p:sp>
        <p:nvSpPr>
          <p:cNvPr id="5" name="Slide Number Placeholder 4"/>
          <p:cNvSpPr>
            <a:spLocks noGrp="1"/>
          </p:cNvSpPr>
          <p:nvPr>
            <p:ph type="sldNum" sz="quarter" idx="3"/>
          </p:nvPr>
        </p:nvSpPr>
        <p:spPr>
          <a:xfrm>
            <a:off x="4402561" y="13462080"/>
            <a:ext cx="3368040" cy="708660"/>
          </a:xfrm>
          <a:prstGeom prst="rect">
            <a:avLst/>
          </a:prstGeom>
        </p:spPr>
        <p:txBody>
          <a:bodyPr vert="horz" lIns="125401" tIns="62700" rIns="125401" bIns="62700" rtlCol="0" anchor="b"/>
          <a:lstStyle>
            <a:lvl1pPr algn="r">
              <a:defRPr sz="1600"/>
            </a:lvl1pPr>
          </a:lstStyle>
          <a:p>
            <a:fld id="{70AC7428-30A9-FD43-A0D8-DB91B17088EC}" type="slidenum">
              <a:rPr lang="en-US" smtClean="0">
                <a:latin typeface="Arial"/>
                <a:cs typeface="Arial"/>
              </a:rPr>
              <a:t>‹#›</a:t>
            </a:fld>
            <a:endParaRPr lang="en-US" dirty="0">
              <a:latin typeface="Arial"/>
              <a:cs typeface="Arial"/>
            </a:endParaRPr>
          </a:p>
        </p:txBody>
      </p:sp>
    </p:spTree>
    <p:extLst>
      <p:ext uri="{BB962C8B-B14F-4D97-AF65-F5344CB8AC3E}">
        <p14:creationId xmlns:p14="http://schemas.microsoft.com/office/powerpoint/2010/main" val="13476491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368040" cy="708660"/>
          </a:xfrm>
          <a:prstGeom prst="rect">
            <a:avLst/>
          </a:prstGeom>
        </p:spPr>
        <p:txBody>
          <a:bodyPr vert="horz" lIns="125401" tIns="62700" rIns="125401" bIns="62700" rtlCol="0"/>
          <a:lstStyle>
            <a:lvl1pPr algn="l">
              <a:defRPr sz="1600">
                <a:latin typeface="Arial"/>
                <a:cs typeface="Arial"/>
              </a:defRPr>
            </a:lvl1pPr>
          </a:lstStyle>
          <a:p>
            <a:endParaRPr lang="en-US" dirty="0"/>
          </a:p>
        </p:txBody>
      </p:sp>
      <p:sp>
        <p:nvSpPr>
          <p:cNvPr id="3" name="Date Placeholder 2"/>
          <p:cNvSpPr>
            <a:spLocks noGrp="1"/>
          </p:cNvSpPr>
          <p:nvPr>
            <p:ph type="dt" idx="1"/>
          </p:nvPr>
        </p:nvSpPr>
        <p:spPr>
          <a:xfrm>
            <a:off x="4402561" y="0"/>
            <a:ext cx="3368040" cy="708660"/>
          </a:xfrm>
          <a:prstGeom prst="rect">
            <a:avLst/>
          </a:prstGeom>
        </p:spPr>
        <p:txBody>
          <a:bodyPr vert="horz" lIns="125401" tIns="62700" rIns="125401" bIns="62700" rtlCol="0"/>
          <a:lstStyle>
            <a:lvl1pPr algn="r">
              <a:defRPr sz="1600">
                <a:latin typeface="Arial"/>
                <a:cs typeface="Arial"/>
              </a:defRPr>
            </a:lvl1pPr>
          </a:lstStyle>
          <a:p>
            <a:fld id="{73B26A0F-F4D6-9B4F-A87B-D8948CDE3BB4}" type="datetimeFigureOut">
              <a:rPr lang="en-US" smtClean="0"/>
              <a:pPr/>
              <a:t>1/26/2026</a:t>
            </a:fld>
            <a:endParaRPr lang="en-US" dirty="0"/>
          </a:p>
        </p:txBody>
      </p:sp>
      <p:sp>
        <p:nvSpPr>
          <p:cNvPr id="4" name="Slide Image Placeholder 3"/>
          <p:cNvSpPr>
            <a:spLocks noGrp="1" noRot="1" noChangeAspect="1"/>
          </p:cNvSpPr>
          <p:nvPr>
            <p:ph type="sldImg" idx="2"/>
          </p:nvPr>
        </p:nvSpPr>
        <p:spPr>
          <a:xfrm>
            <a:off x="-838200" y="1063625"/>
            <a:ext cx="9448800" cy="5314950"/>
          </a:xfrm>
          <a:prstGeom prst="rect">
            <a:avLst/>
          </a:prstGeom>
          <a:noFill/>
          <a:ln w="12700">
            <a:solidFill>
              <a:prstClr val="black"/>
            </a:solidFill>
          </a:ln>
        </p:spPr>
        <p:txBody>
          <a:bodyPr vert="horz" lIns="125401" tIns="62700" rIns="125401" bIns="62700" rtlCol="0" anchor="ctr"/>
          <a:lstStyle/>
          <a:p>
            <a:endParaRPr lang="en-US" dirty="0"/>
          </a:p>
        </p:txBody>
      </p:sp>
      <p:sp>
        <p:nvSpPr>
          <p:cNvPr id="5" name="Notes Placeholder 4"/>
          <p:cNvSpPr>
            <a:spLocks noGrp="1"/>
          </p:cNvSpPr>
          <p:nvPr>
            <p:ph type="body" sz="quarter" idx="3"/>
          </p:nvPr>
        </p:nvSpPr>
        <p:spPr>
          <a:xfrm>
            <a:off x="431800" y="6732270"/>
            <a:ext cx="6908800" cy="6377940"/>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13462080"/>
            <a:ext cx="3368040" cy="708660"/>
          </a:xfrm>
          <a:prstGeom prst="rect">
            <a:avLst/>
          </a:prstGeom>
        </p:spPr>
        <p:txBody>
          <a:bodyPr vert="horz" lIns="125401" tIns="62700" rIns="125401" bIns="62700" rtlCol="0" anchor="b"/>
          <a:lstStyle>
            <a:lvl1pPr algn="l">
              <a:defRPr sz="1600">
                <a:latin typeface="Arial"/>
                <a:cs typeface="Arial"/>
              </a:defRPr>
            </a:lvl1pPr>
          </a:lstStyle>
          <a:p>
            <a:endParaRPr lang="en-US" dirty="0"/>
          </a:p>
        </p:txBody>
      </p:sp>
      <p:sp>
        <p:nvSpPr>
          <p:cNvPr id="7" name="Slide Number Placeholder 6"/>
          <p:cNvSpPr>
            <a:spLocks noGrp="1"/>
          </p:cNvSpPr>
          <p:nvPr>
            <p:ph type="sldNum" sz="quarter" idx="5"/>
          </p:nvPr>
        </p:nvSpPr>
        <p:spPr>
          <a:xfrm>
            <a:off x="4402561" y="13462080"/>
            <a:ext cx="3368040" cy="708660"/>
          </a:xfrm>
          <a:prstGeom prst="rect">
            <a:avLst/>
          </a:prstGeom>
        </p:spPr>
        <p:txBody>
          <a:bodyPr vert="horz" lIns="125401" tIns="62700" rIns="125401" bIns="62700" rtlCol="0" anchor="b"/>
          <a:lstStyle>
            <a:lvl1pPr algn="r">
              <a:defRPr sz="1600">
                <a:latin typeface="Arial"/>
                <a:cs typeface="Arial"/>
              </a:defRPr>
            </a:lvl1pPr>
          </a:lstStyle>
          <a:p>
            <a:fld id="{7DE2E8FF-3D0C-9D4D-B4D1-3089215958A5}" type="slidenum">
              <a:rPr lang="en-US" smtClean="0"/>
              <a:pPr/>
              <a:t>‹#›</a:t>
            </a:fld>
            <a:endParaRPr lang="en-US" dirty="0"/>
          </a:p>
        </p:txBody>
      </p:sp>
    </p:spTree>
    <p:extLst>
      <p:ext uri="{BB962C8B-B14F-4D97-AF65-F5344CB8AC3E}">
        <p14:creationId xmlns:p14="http://schemas.microsoft.com/office/powerpoint/2010/main" val="3274134959"/>
      </p:ext>
    </p:extLst>
  </p:cSld>
  <p:clrMap bg1="lt1" tx1="dk1" bg2="lt2" tx2="dk2" accent1="accent1" accent2="accent2" accent3="accent3" accent4="accent4" accent5="accent5" accent6="accent6" hlink="hlink" folHlink="folHlink"/>
  <p:hf hdr="0" ftr="0" dt="0"/>
  <p:notesStyle>
    <a:lvl1pPr marL="0" algn="l" defTabSz="731520" rtl="0" eaLnBrk="1" latinLnBrk="0" hangingPunct="1">
      <a:defRPr sz="1920" kern="1200">
        <a:solidFill>
          <a:schemeClr val="tx1"/>
        </a:solidFill>
        <a:latin typeface="Arial"/>
        <a:ea typeface="+mn-ea"/>
        <a:cs typeface="Arial"/>
      </a:defRPr>
    </a:lvl1pPr>
    <a:lvl2pPr marL="731520" algn="l" defTabSz="731520" rtl="0" eaLnBrk="1" latinLnBrk="0" hangingPunct="1">
      <a:defRPr sz="1920" kern="1200">
        <a:solidFill>
          <a:schemeClr val="tx1"/>
        </a:solidFill>
        <a:latin typeface="Arial"/>
        <a:ea typeface="+mn-ea"/>
        <a:cs typeface="+mn-cs"/>
      </a:defRPr>
    </a:lvl2pPr>
    <a:lvl3pPr marL="1463040" algn="l" defTabSz="731520" rtl="0" eaLnBrk="1" latinLnBrk="0" hangingPunct="1">
      <a:defRPr sz="1920" kern="1200">
        <a:solidFill>
          <a:schemeClr val="tx1"/>
        </a:solidFill>
        <a:latin typeface="Arial"/>
        <a:ea typeface="+mn-ea"/>
        <a:cs typeface="+mn-cs"/>
      </a:defRPr>
    </a:lvl3pPr>
    <a:lvl4pPr marL="2194560" algn="l" defTabSz="731520" rtl="0" eaLnBrk="1" latinLnBrk="0" hangingPunct="1">
      <a:defRPr sz="1920" kern="1200">
        <a:solidFill>
          <a:schemeClr val="tx1"/>
        </a:solidFill>
        <a:latin typeface="Arial"/>
        <a:ea typeface="+mn-ea"/>
        <a:cs typeface="+mn-cs"/>
      </a:defRPr>
    </a:lvl4pPr>
    <a:lvl5pPr marL="2926080" algn="l" defTabSz="731520" rtl="0" eaLnBrk="1" latinLnBrk="0" hangingPunct="1">
      <a:defRPr sz="1920" kern="1200">
        <a:solidFill>
          <a:schemeClr val="tx1"/>
        </a:solidFill>
        <a:latin typeface="Arial"/>
        <a:ea typeface="+mn-ea"/>
        <a:cs typeface="+mn-cs"/>
      </a:defRPr>
    </a:lvl5pPr>
    <a:lvl6pPr marL="3657600" algn="l" defTabSz="731520" rtl="0" eaLnBrk="1" latinLnBrk="0" hangingPunct="1">
      <a:defRPr sz="1920" kern="1200">
        <a:solidFill>
          <a:schemeClr val="tx1"/>
        </a:solidFill>
        <a:latin typeface="+mn-lt"/>
        <a:ea typeface="+mn-ea"/>
        <a:cs typeface="+mn-cs"/>
      </a:defRPr>
    </a:lvl6pPr>
    <a:lvl7pPr marL="4389120" algn="l" defTabSz="731520" rtl="0" eaLnBrk="1" latinLnBrk="0" hangingPunct="1">
      <a:defRPr sz="1920" kern="1200">
        <a:solidFill>
          <a:schemeClr val="tx1"/>
        </a:solidFill>
        <a:latin typeface="+mn-lt"/>
        <a:ea typeface="+mn-ea"/>
        <a:cs typeface="+mn-cs"/>
      </a:defRPr>
    </a:lvl7pPr>
    <a:lvl8pPr marL="5120640" algn="l" defTabSz="731520" rtl="0" eaLnBrk="1" latinLnBrk="0" hangingPunct="1">
      <a:defRPr sz="1920" kern="1200">
        <a:solidFill>
          <a:schemeClr val="tx1"/>
        </a:solidFill>
        <a:latin typeface="+mn-lt"/>
        <a:ea typeface="+mn-ea"/>
        <a:cs typeface="+mn-cs"/>
      </a:defRPr>
    </a:lvl8pPr>
    <a:lvl9pPr marL="5852160" algn="l" defTabSz="731520" rtl="0" eaLnBrk="1" latinLnBrk="0" hangingPunct="1">
      <a:defRPr sz="192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with Subtit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Subtitle 2">
            <a:extLst>
              <a:ext uri="{FF2B5EF4-FFF2-40B4-BE49-F238E27FC236}">
                <a16:creationId xmlns:a16="http://schemas.microsoft.com/office/drawing/2014/main" id="{5DB01FC3-FAB1-4D4B-8C1E-CF0B657461BD}"/>
              </a:ext>
            </a:extLst>
          </p:cNvPr>
          <p:cNvSpPr>
            <a:spLocks noGrp="1"/>
          </p:cNvSpPr>
          <p:nvPr>
            <p:ph type="subTitle" idx="1"/>
          </p:nvPr>
        </p:nvSpPr>
        <p:spPr>
          <a:xfrm>
            <a:off x="685800" y="1127126"/>
            <a:ext cx="13258800" cy="333376"/>
          </a:xfrm>
        </p:spPr>
        <p:txBody>
          <a:bodyPr>
            <a:noAutofit/>
          </a:bodyPr>
          <a:lstStyle>
            <a:lvl1pPr marL="0" indent="0" algn="l">
              <a:spcBef>
                <a:spcPts val="0"/>
              </a:spcBef>
              <a:buNone/>
              <a:defRPr sz="1800" b="0">
                <a:solidFill>
                  <a:schemeClr val="tx1"/>
                </a:solidFill>
              </a:defRPr>
            </a:lvl1pPr>
            <a:lvl2pPr marL="731491" indent="0" algn="ctr">
              <a:buNone/>
              <a:defRPr>
                <a:solidFill>
                  <a:schemeClr val="tx1">
                    <a:tint val="75000"/>
                  </a:schemeClr>
                </a:solidFill>
              </a:defRPr>
            </a:lvl2pPr>
            <a:lvl3pPr marL="1462981" indent="0" algn="ctr">
              <a:buNone/>
              <a:defRPr>
                <a:solidFill>
                  <a:schemeClr val="tx1">
                    <a:tint val="75000"/>
                  </a:schemeClr>
                </a:solidFill>
              </a:defRPr>
            </a:lvl3pPr>
            <a:lvl4pPr marL="2194472" indent="0" algn="ctr">
              <a:buNone/>
              <a:defRPr>
                <a:solidFill>
                  <a:schemeClr val="tx1">
                    <a:tint val="75000"/>
                  </a:schemeClr>
                </a:solidFill>
              </a:defRPr>
            </a:lvl4pPr>
            <a:lvl5pPr marL="2925962" indent="0" algn="ctr">
              <a:buNone/>
              <a:defRPr>
                <a:solidFill>
                  <a:schemeClr val="tx1">
                    <a:tint val="75000"/>
                  </a:schemeClr>
                </a:solidFill>
              </a:defRPr>
            </a:lvl5pPr>
            <a:lvl6pPr marL="3657454" indent="0" algn="ctr">
              <a:buNone/>
              <a:defRPr>
                <a:solidFill>
                  <a:schemeClr val="tx1">
                    <a:tint val="75000"/>
                  </a:schemeClr>
                </a:solidFill>
              </a:defRPr>
            </a:lvl6pPr>
            <a:lvl7pPr marL="4388945" indent="0" algn="ctr">
              <a:buNone/>
              <a:defRPr>
                <a:solidFill>
                  <a:schemeClr val="tx1">
                    <a:tint val="75000"/>
                  </a:schemeClr>
                </a:solidFill>
              </a:defRPr>
            </a:lvl7pPr>
            <a:lvl8pPr marL="5120435" indent="0" algn="ctr">
              <a:buNone/>
              <a:defRPr>
                <a:solidFill>
                  <a:schemeClr val="tx1">
                    <a:tint val="75000"/>
                  </a:schemeClr>
                </a:solidFill>
              </a:defRPr>
            </a:lvl8pPr>
            <a:lvl9pPr marL="5851926" indent="0" algn="ctr">
              <a:buNone/>
              <a:defRPr>
                <a:solidFill>
                  <a:schemeClr val="tx1">
                    <a:tint val="75000"/>
                  </a:schemeClr>
                </a:solidFill>
              </a:defRPr>
            </a:lvl9pPr>
          </a:lstStyle>
          <a:p>
            <a:r>
              <a:rPr lang="en-GB"/>
              <a:t>Click to edit Master subtitle style</a:t>
            </a:r>
            <a:endParaRPr lang="en-US"/>
          </a:p>
        </p:txBody>
      </p:sp>
    </p:spTree>
    <p:extLst>
      <p:ext uri="{BB962C8B-B14F-4D97-AF65-F5344CB8AC3E}">
        <p14:creationId xmlns:p14="http://schemas.microsoft.com/office/powerpoint/2010/main" val="23102289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2_Purple Tab Shape Title Slide 1">
    <p:spTree>
      <p:nvGrpSpPr>
        <p:cNvPr id="1" name=""/>
        <p:cNvGrpSpPr/>
        <p:nvPr/>
      </p:nvGrpSpPr>
      <p:grpSpPr>
        <a:xfrm>
          <a:off x="0" y="0"/>
          <a:ext cx="0" cy="0"/>
          <a:chOff x="0" y="0"/>
          <a:chExt cx="0" cy="0"/>
        </a:xfrm>
      </p:grpSpPr>
      <p:sp>
        <p:nvSpPr>
          <p:cNvPr id="44" name="Rectangle: Single Corner Rounded 43">
            <a:extLst>
              <a:ext uri="{FF2B5EF4-FFF2-40B4-BE49-F238E27FC236}">
                <a16:creationId xmlns:a16="http://schemas.microsoft.com/office/drawing/2014/main" id="{2C9C6690-9226-4F0C-A542-C330AFCC2AF3}"/>
              </a:ext>
            </a:extLst>
          </p:cNvPr>
          <p:cNvSpPr/>
          <p:nvPr userDrawn="1"/>
        </p:nvSpPr>
        <p:spPr>
          <a:xfrm>
            <a:off x="685802" y="2539999"/>
            <a:ext cx="8869678" cy="4996181"/>
          </a:xfrm>
          <a:prstGeom prst="round1Rect">
            <a:avLst>
              <a:gd name="adj" fmla="val 22528"/>
            </a:avLst>
          </a:prstGeom>
          <a:solidFill>
            <a:schemeClr val="accent1"/>
          </a:solid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9" name="Group 8"/>
          <p:cNvGrpSpPr/>
          <p:nvPr userDrawn="1"/>
        </p:nvGrpSpPr>
        <p:grpSpPr>
          <a:xfrm>
            <a:off x="-91440" y="-91440"/>
            <a:ext cx="14813280" cy="8412480"/>
            <a:chOff x="-91440" y="-91440"/>
            <a:chExt cx="14813280" cy="8412480"/>
          </a:xfrm>
        </p:grpSpPr>
        <p:cxnSp>
          <p:nvCxnSpPr>
            <p:cNvPr id="10" name="Straight Connector 9"/>
            <p:cNvCxnSpPr/>
            <p:nvPr userDrawn="1"/>
          </p:nvCxnSpPr>
          <p:spPr>
            <a:xfrm>
              <a:off x="-9144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userDrawn="1"/>
          </p:nvCxnSpPr>
          <p:spPr>
            <a:xfrm>
              <a:off x="-9144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a:off x="-9144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userDrawn="1"/>
          </p:nvCxnSpPr>
          <p:spPr>
            <a:xfrm>
              <a:off x="1467612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userDrawn="1"/>
          </p:nvCxnSpPr>
          <p:spPr>
            <a:xfrm>
              <a:off x="1467612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userDrawn="1"/>
          </p:nvCxnSpPr>
          <p:spPr>
            <a:xfrm>
              <a:off x="1467612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userDrawn="1"/>
          </p:nvCxnSpPr>
          <p:spPr>
            <a:xfrm>
              <a:off x="685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userDrawn="1"/>
          </p:nvCxnSpPr>
          <p:spPr>
            <a:xfrm>
              <a:off x="13944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userDrawn="1"/>
          </p:nvCxnSpPr>
          <p:spPr>
            <a:xfrm>
              <a:off x="685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userDrawn="1"/>
          </p:nvCxnSpPr>
          <p:spPr>
            <a:xfrm>
              <a:off x="13944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userDrawn="1"/>
          </p:nvCxnSpPr>
          <p:spPr>
            <a:xfrm>
              <a:off x="11887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userDrawn="1"/>
          </p:nvCxnSpPr>
          <p:spPr>
            <a:xfrm>
              <a:off x="7315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userDrawn="1"/>
          </p:nvCxnSpPr>
          <p:spPr>
            <a:xfrm>
              <a:off x="7315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userDrawn="1"/>
          </p:nvCxnSpPr>
          <p:spPr>
            <a:xfrm>
              <a:off x="7086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userDrawn="1"/>
          </p:nvCxnSpPr>
          <p:spPr>
            <a:xfrm>
              <a:off x="7543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userDrawn="1"/>
          </p:nvCxnSpPr>
          <p:spPr>
            <a:xfrm>
              <a:off x="7086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userDrawn="1"/>
          </p:nvCxnSpPr>
          <p:spPr>
            <a:xfrm>
              <a:off x="7543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userDrawn="1"/>
          </p:nvCxnSpPr>
          <p:spPr>
            <a:xfrm>
              <a:off x="5257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userDrawn="1"/>
          </p:nvCxnSpPr>
          <p:spPr>
            <a:xfrm>
              <a:off x="4800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userDrawn="1"/>
          </p:nvCxnSpPr>
          <p:spPr>
            <a:xfrm>
              <a:off x="9372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userDrawn="1"/>
          </p:nvCxnSpPr>
          <p:spPr>
            <a:xfrm>
              <a:off x="9829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userDrawn="1"/>
          </p:nvCxnSpPr>
          <p:spPr>
            <a:xfrm>
              <a:off x="5257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userDrawn="1"/>
          </p:nvCxnSpPr>
          <p:spPr>
            <a:xfrm>
              <a:off x="9829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userDrawn="1"/>
          </p:nvCxnSpPr>
          <p:spPr>
            <a:xfrm>
              <a:off x="4800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9" name="Straight Connector 38"/>
            <p:cNvCxnSpPr/>
            <p:nvPr userDrawn="1"/>
          </p:nvCxnSpPr>
          <p:spPr>
            <a:xfrm>
              <a:off x="9372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0" name="Straight Connector 39"/>
            <p:cNvCxnSpPr/>
            <p:nvPr userDrawn="1"/>
          </p:nvCxnSpPr>
          <p:spPr>
            <a:xfrm>
              <a:off x="11887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userDrawn="1"/>
          </p:nvCxnSpPr>
          <p:spPr>
            <a:xfrm>
              <a:off x="1467612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2" name="Straight Connector 41"/>
            <p:cNvCxnSpPr/>
            <p:nvPr userDrawn="1"/>
          </p:nvCxnSpPr>
          <p:spPr>
            <a:xfrm>
              <a:off x="-9144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grpSp>
      <p:sp>
        <p:nvSpPr>
          <p:cNvPr id="43" name="Title 1">
            <a:extLst>
              <a:ext uri="{FF2B5EF4-FFF2-40B4-BE49-F238E27FC236}">
                <a16:creationId xmlns:a16="http://schemas.microsoft.com/office/drawing/2014/main" id="{32FF021F-9D63-4AEC-B29B-F9D3753BE294}"/>
              </a:ext>
            </a:extLst>
          </p:cNvPr>
          <p:cNvSpPr>
            <a:spLocks noGrp="1"/>
          </p:cNvSpPr>
          <p:nvPr>
            <p:ph type="ctrTitle"/>
          </p:nvPr>
        </p:nvSpPr>
        <p:spPr>
          <a:xfrm>
            <a:off x="1168400" y="3105150"/>
            <a:ext cx="7353431" cy="2256367"/>
          </a:xfrm>
        </p:spPr>
        <p:txBody>
          <a:bodyPr anchor="ctr" anchorCtr="0">
            <a:noAutofit/>
          </a:bodyPr>
          <a:lstStyle>
            <a:lvl1pPr>
              <a:defRPr sz="5400">
                <a:solidFill>
                  <a:schemeClr val="bg1"/>
                </a:solidFill>
              </a:defRPr>
            </a:lvl1pPr>
          </a:lstStyle>
          <a:p>
            <a:r>
              <a:rPr lang="en-GB"/>
              <a:t>Click to edit Master title style</a:t>
            </a:r>
            <a:endParaRPr lang="en-US" dirty="0"/>
          </a:p>
        </p:txBody>
      </p:sp>
      <p:sp>
        <p:nvSpPr>
          <p:cNvPr id="45" name="Subtitle 2">
            <a:extLst>
              <a:ext uri="{FF2B5EF4-FFF2-40B4-BE49-F238E27FC236}">
                <a16:creationId xmlns:a16="http://schemas.microsoft.com/office/drawing/2014/main" id="{D9BF61BC-E8BB-4C55-B47E-8C398FC207EC}"/>
              </a:ext>
            </a:extLst>
          </p:cNvPr>
          <p:cNvSpPr>
            <a:spLocks noGrp="1"/>
          </p:cNvSpPr>
          <p:nvPr>
            <p:ph type="subTitle" idx="1"/>
          </p:nvPr>
        </p:nvSpPr>
        <p:spPr>
          <a:xfrm>
            <a:off x="1168401" y="5741670"/>
            <a:ext cx="7353431" cy="914400"/>
          </a:xfrm>
        </p:spPr>
        <p:txBody>
          <a:bodyPr>
            <a:noAutofit/>
          </a:bodyPr>
          <a:lstStyle>
            <a:lvl1pPr marL="0" indent="0" algn="l">
              <a:spcBef>
                <a:spcPts val="0"/>
              </a:spcBef>
              <a:buNone/>
              <a:defRPr sz="2800">
                <a:solidFill>
                  <a:schemeClr val="bg1"/>
                </a:solidFill>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GB"/>
              <a:t>Click to edit Master subtitle style</a:t>
            </a:r>
            <a:endParaRPr lang="en-US" dirty="0"/>
          </a:p>
        </p:txBody>
      </p:sp>
      <p:pic>
        <p:nvPicPr>
          <p:cNvPr id="46" name="Graphic 45">
            <a:extLst>
              <a:ext uri="{FF2B5EF4-FFF2-40B4-BE49-F238E27FC236}">
                <a16:creationId xmlns:a16="http://schemas.microsoft.com/office/drawing/2014/main" id="{D07C659E-3F10-46E2-9676-61137FD9384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88975" y="685801"/>
            <a:ext cx="1430092" cy="781050"/>
          </a:xfrm>
          <a:prstGeom prst="rect">
            <a:avLst/>
          </a:prstGeom>
        </p:spPr>
      </p:pic>
      <p:sp>
        <p:nvSpPr>
          <p:cNvPr id="2" name="Footer Placeholder 4">
            <a:extLst>
              <a:ext uri="{FF2B5EF4-FFF2-40B4-BE49-F238E27FC236}">
                <a16:creationId xmlns:a16="http://schemas.microsoft.com/office/drawing/2014/main" id="{CB4FEDAD-D9AC-5055-EC0B-C2C18EDCB1A5}"/>
              </a:ext>
            </a:extLst>
          </p:cNvPr>
          <p:cNvSpPr txBox="1">
            <a:spLocks/>
          </p:cNvSpPr>
          <p:nvPr userDrawn="1"/>
        </p:nvSpPr>
        <p:spPr>
          <a:xfrm>
            <a:off x="685779" y="7631841"/>
            <a:ext cx="5029200" cy="27432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dirty="0">
                <a:solidFill>
                  <a:schemeClr val="tx1"/>
                </a:solidFill>
              </a:rPr>
              <a:t>© </a:t>
            </a:r>
            <a:fld id="{1C50FC3A-183C-4C20-B5A6-510A748E07ED}" type="datetimeyyyy">
              <a:rPr lang="en-US" sz="1100" smtClean="0">
                <a:solidFill>
                  <a:schemeClr val="tx1"/>
                </a:solidFill>
              </a:rPr>
              <a:t>2026</a:t>
            </a:fld>
            <a:r>
              <a:rPr lang="en-US" sz="1100" dirty="0">
                <a:solidFill>
                  <a:schemeClr val="tx1"/>
                </a:solidFill>
              </a:rPr>
              <a:t> DXC Technology Company. All rights reserved.</a:t>
            </a:r>
          </a:p>
        </p:txBody>
      </p:sp>
      <p:sp>
        <p:nvSpPr>
          <p:cNvPr id="3" name="TextBox 2">
            <a:extLst>
              <a:ext uri="{FF2B5EF4-FFF2-40B4-BE49-F238E27FC236}">
                <a16:creationId xmlns:a16="http://schemas.microsoft.com/office/drawing/2014/main" id="{6DB860AA-90CF-4D2C-4ED4-6B1D5162B054}"/>
              </a:ext>
            </a:extLst>
          </p:cNvPr>
          <p:cNvSpPr txBox="1"/>
          <p:nvPr userDrawn="1"/>
        </p:nvSpPr>
        <p:spPr>
          <a:xfrm>
            <a:off x="688975" y="7947684"/>
            <a:ext cx="2354579" cy="123111"/>
          </a:xfrm>
          <a:prstGeom prst="rect">
            <a:avLst/>
          </a:prstGeom>
          <a:noFill/>
        </p:spPr>
        <p:txBody>
          <a:bodyPr wrap="square" lIns="0" tIns="0" rIns="0" bIns="0">
            <a:spAutoFit/>
          </a:bodyPr>
          <a:lstStyle/>
          <a:p>
            <a:pPr algn="l"/>
            <a:r>
              <a:rPr lang="en-US" sz="800" b="1" dirty="0"/>
              <a:t>DXC Confidential with external sharing</a:t>
            </a:r>
          </a:p>
        </p:txBody>
      </p:sp>
    </p:spTree>
    <p:extLst>
      <p:ext uri="{BB962C8B-B14F-4D97-AF65-F5344CB8AC3E}">
        <p14:creationId xmlns:p14="http://schemas.microsoft.com/office/powerpoint/2010/main" val="25261875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3_Purple Tab Shape Title Slide 3">
    <p:spTree>
      <p:nvGrpSpPr>
        <p:cNvPr id="1" name=""/>
        <p:cNvGrpSpPr/>
        <p:nvPr/>
      </p:nvGrpSpPr>
      <p:grpSpPr>
        <a:xfrm>
          <a:off x="0" y="0"/>
          <a:ext cx="0" cy="0"/>
          <a:chOff x="0" y="0"/>
          <a:chExt cx="0" cy="0"/>
        </a:xfrm>
      </p:grpSpPr>
      <p:sp>
        <p:nvSpPr>
          <p:cNvPr id="44" name="Rectangle: Single Corner Rounded 43">
            <a:extLst>
              <a:ext uri="{FF2B5EF4-FFF2-40B4-BE49-F238E27FC236}">
                <a16:creationId xmlns:a16="http://schemas.microsoft.com/office/drawing/2014/main" id="{2C9C6690-9226-4F0C-A542-C330AFCC2AF3}"/>
              </a:ext>
            </a:extLst>
          </p:cNvPr>
          <p:cNvSpPr/>
          <p:nvPr userDrawn="1"/>
        </p:nvSpPr>
        <p:spPr>
          <a:xfrm>
            <a:off x="685800" y="2057400"/>
            <a:ext cx="11201400" cy="3200400"/>
          </a:xfrm>
          <a:prstGeom prst="round1Rect">
            <a:avLst>
              <a:gd name="adj" fmla="val 28348"/>
            </a:avLst>
          </a:prstGeom>
          <a:solidFill>
            <a:schemeClr val="accent1"/>
          </a:solid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9" name="Group 8"/>
          <p:cNvGrpSpPr/>
          <p:nvPr userDrawn="1"/>
        </p:nvGrpSpPr>
        <p:grpSpPr>
          <a:xfrm>
            <a:off x="-91440" y="-91440"/>
            <a:ext cx="14813280" cy="8412480"/>
            <a:chOff x="-91440" y="-91440"/>
            <a:chExt cx="14813280" cy="8412480"/>
          </a:xfrm>
        </p:grpSpPr>
        <p:cxnSp>
          <p:nvCxnSpPr>
            <p:cNvPr id="10" name="Straight Connector 9"/>
            <p:cNvCxnSpPr/>
            <p:nvPr userDrawn="1"/>
          </p:nvCxnSpPr>
          <p:spPr>
            <a:xfrm>
              <a:off x="-9144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userDrawn="1"/>
          </p:nvCxnSpPr>
          <p:spPr>
            <a:xfrm>
              <a:off x="-9144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a:off x="-9144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userDrawn="1"/>
          </p:nvCxnSpPr>
          <p:spPr>
            <a:xfrm>
              <a:off x="1467612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userDrawn="1"/>
          </p:nvCxnSpPr>
          <p:spPr>
            <a:xfrm>
              <a:off x="1467612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userDrawn="1"/>
          </p:nvCxnSpPr>
          <p:spPr>
            <a:xfrm>
              <a:off x="1467612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userDrawn="1"/>
          </p:nvCxnSpPr>
          <p:spPr>
            <a:xfrm>
              <a:off x="685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userDrawn="1"/>
          </p:nvCxnSpPr>
          <p:spPr>
            <a:xfrm>
              <a:off x="13944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userDrawn="1"/>
          </p:nvCxnSpPr>
          <p:spPr>
            <a:xfrm>
              <a:off x="685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userDrawn="1"/>
          </p:nvCxnSpPr>
          <p:spPr>
            <a:xfrm>
              <a:off x="13944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userDrawn="1"/>
          </p:nvCxnSpPr>
          <p:spPr>
            <a:xfrm>
              <a:off x="11887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userDrawn="1"/>
          </p:nvCxnSpPr>
          <p:spPr>
            <a:xfrm>
              <a:off x="7315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userDrawn="1"/>
          </p:nvCxnSpPr>
          <p:spPr>
            <a:xfrm>
              <a:off x="7315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userDrawn="1"/>
          </p:nvCxnSpPr>
          <p:spPr>
            <a:xfrm>
              <a:off x="7086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userDrawn="1"/>
          </p:nvCxnSpPr>
          <p:spPr>
            <a:xfrm>
              <a:off x="7543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userDrawn="1"/>
          </p:nvCxnSpPr>
          <p:spPr>
            <a:xfrm>
              <a:off x="7086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userDrawn="1"/>
          </p:nvCxnSpPr>
          <p:spPr>
            <a:xfrm>
              <a:off x="7543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userDrawn="1"/>
          </p:nvCxnSpPr>
          <p:spPr>
            <a:xfrm>
              <a:off x="5257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userDrawn="1"/>
          </p:nvCxnSpPr>
          <p:spPr>
            <a:xfrm>
              <a:off x="4800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userDrawn="1"/>
          </p:nvCxnSpPr>
          <p:spPr>
            <a:xfrm>
              <a:off x="9372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userDrawn="1"/>
          </p:nvCxnSpPr>
          <p:spPr>
            <a:xfrm>
              <a:off x="9829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userDrawn="1"/>
          </p:nvCxnSpPr>
          <p:spPr>
            <a:xfrm>
              <a:off x="5257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userDrawn="1"/>
          </p:nvCxnSpPr>
          <p:spPr>
            <a:xfrm>
              <a:off x="9829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userDrawn="1"/>
          </p:nvCxnSpPr>
          <p:spPr>
            <a:xfrm>
              <a:off x="4800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9" name="Straight Connector 38"/>
            <p:cNvCxnSpPr/>
            <p:nvPr userDrawn="1"/>
          </p:nvCxnSpPr>
          <p:spPr>
            <a:xfrm>
              <a:off x="9372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0" name="Straight Connector 39"/>
            <p:cNvCxnSpPr/>
            <p:nvPr userDrawn="1"/>
          </p:nvCxnSpPr>
          <p:spPr>
            <a:xfrm>
              <a:off x="11887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userDrawn="1"/>
          </p:nvCxnSpPr>
          <p:spPr>
            <a:xfrm>
              <a:off x="1467612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2" name="Straight Connector 41"/>
            <p:cNvCxnSpPr/>
            <p:nvPr userDrawn="1"/>
          </p:nvCxnSpPr>
          <p:spPr>
            <a:xfrm>
              <a:off x="-9144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grpSp>
      <p:sp>
        <p:nvSpPr>
          <p:cNvPr id="43" name="Title 1">
            <a:extLst>
              <a:ext uri="{FF2B5EF4-FFF2-40B4-BE49-F238E27FC236}">
                <a16:creationId xmlns:a16="http://schemas.microsoft.com/office/drawing/2014/main" id="{32FF021F-9D63-4AEC-B29B-F9D3753BE294}"/>
              </a:ext>
            </a:extLst>
          </p:cNvPr>
          <p:cNvSpPr>
            <a:spLocks noGrp="1"/>
          </p:cNvSpPr>
          <p:nvPr>
            <p:ph type="ctrTitle"/>
          </p:nvPr>
        </p:nvSpPr>
        <p:spPr>
          <a:xfrm>
            <a:off x="1168399" y="2057401"/>
            <a:ext cx="9931400" cy="3181087"/>
          </a:xfrm>
        </p:spPr>
        <p:txBody>
          <a:bodyPr anchor="ctr" anchorCtr="0">
            <a:noAutofit/>
          </a:bodyPr>
          <a:lstStyle>
            <a:lvl1pPr>
              <a:defRPr sz="5400">
                <a:solidFill>
                  <a:schemeClr val="bg1"/>
                </a:solidFill>
              </a:defRPr>
            </a:lvl1pPr>
          </a:lstStyle>
          <a:p>
            <a:r>
              <a:rPr lang="en-GB"/>
              <a:t>Click to edit Master title style</a:t>
            </a:r>
            <a:endParaRPr lang="en-US" dirty="0"/>
          </a:p>
        </p:txBody>
      </p:sp>
      <p:sp>
        <p:nvSpPr>
          <p:cNvPr id="45" name="Subtitle 2">
            <a:extLst>
              <a:ext uri="{FF2B5EF4-FFF2-40B4-BE49-F238E27FC236}">
                <a16:creationId xmlns:a16="http://schemas.microsoft.com/office/drawing/2014/main" id="{D9BF61BC-E8BB-4C55-B47E-8C398FC207EC}"/>
              </a:ext>
            </a:extLst>
          </p:cNvPr>
          <p:cNvSpPr>
            <a:spLocks noGrp="1"/>
          </p:cNvSpPr>
          <p:nvPr>
            <p:ph type="subTitle" idx="1"/>
          </p:nvPr>
        </p:nvSpPr>
        <p:spPr>
          <a:xfrm>
            <a:off x="1168399" y="5678701"/>
            <a:ext cx="9931399" cy="914400"/>
          </a:xfrm>
        </p:spPr>
        <p:txBody>
          <a:bodyPr>
            <a:noAutofit/>
          </a:bodyPr>
          <a:lstStyle>
            <a:lvl1pPr marL="0" indent="0" algn="l">
              <a:spcBef>
                <a:spcPts val="0"/>
              </a:spcBef>
              <a:buNone/>
              <a:defRPr sz="2800">
                <a:solidFill>
                  <a:srgbClr val="63666F"/>
                </a:solidFill>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GB"/>
              <a:t>Click to edit Master subtitle style</a:t>
            </a:r>
            <a:endParaRPr lang="en-US" dirty="0"/>
          </a:p>
        </p:txBody>
      </p:sp>
      <p:pic>
        <p:nvPicPr>
          <p:cNvPr id="46" name="Graphic 45">
            <a:extLst>
              <a:ext uri="{FF2B5EF4-FFF2-40B4-BE49-F238E27FC236}">
                <a16:creationId xmlns:a16="http://schemas.microsoft.com/office/drawing/2014/main" id="{D07C659E-3F10-46E2-9676-61137FD9384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88975" y="685801"/>
            <a:ext cx="1430092" cy="781050"/>
          </a:xfrm>
          <a:prstGeom prst="rect">
            <a:avLst/>
          </a:prstGeom>
        </p:spPr>
      </p:pic>
      <p:sp>
        <p:nvSpPr>
          <p:cNvPr id="2" name="Footer Placeholder 4">
            <a:extLst>
              <a:ext uri="{FF2B5EF4-FFF2-40B4-BE49-F238E27FC236}">
                <a16:creationId xmlns:a16="http://schemas.microsoft.com/office/drawing/2014/main" id="{811AA6E9-2517-36A8-DAEB-C9596B6F0B28}"/>
              </a:ext>
            </a:extLst>
          </p:cNvPr>
          <p:cNvSpPr txBox="1">
            <a:spLocks/>
          </p:cNvSpPr>
          <p:nvPr userDrawn="1"/>
        </p:nvSpPr>
        <p:spPr>
          <a:xfrm>
            <a:off x="685779" y="7631841"/>
            <a:ext cx="5029200" cy="27432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dirty="0">
                <a:solidFill>
                  <a:schemeClr val="tx1"/>
                </a:solidFill>
              </a:rPr>
              <a:t>© </a:t>
            </a:r>
            <a:fld id="{1C50FC3A-183C-4C20-B5A6-510A748E07ED}" type="datetimeyyyy">
              <a:rPr lang="en-US" sz="1100" smtClean="0">
                <a:solidFill>
                  <a:schemeClr val="tx1"/>
                </a:solidFill>
              </a:rPr>
              <a:t>2026</a:t>
            </a:fld>
            <a:r>
              <a:rPr lang="en-US" sz="1100" dirty="0">
                <a:solidFill>
                  <a:schemeClr val="tx1"/>
                </a:solidFill>
              </a:rPr>
              <a:t> DXC Technology Company. All rights reserved.</a:t>
            </a:r>
          </a:p>
        </p:txBody>
      </p:sp>
      <p:sp>
        <p:nvSpPr>
          <p:cNvPr id="3" name="TextBox 2">
            <a:extLst>
              <a:ext uri="{FF2B5EF4-FFF2-40B4-BE49-F238E27FC236}">
                <a16:creationId xmlns:a16="http://schemas.microsoft.com/office/drawing/2014/main" id="{89D8811A-F8CD-A5E3-8DF9-C39062370DDE}"/>
              </a:ext>
            </a:extLst>
          </p:cNvPr>
          <p:cNvSpPr txBox="1"/>
          <p:nvPr userDrawn="1"/>
        </p:nvSpPr>
        <p:spPr>
          <a:xfrm>
            <a:off x="688975" y="7947684"/>
            <a:ext cx="2354579" cy="123111"/>
          </a:xfrm>
          <a:prstGeom prst="rect">
            <a:avLst/>
          </a:prstGeom>
          <a:noFill/>
        </p:spPr>
        <p:txBody>
          <a:bodyPr wrap="square" lIns="0" tIns="0" rIns="0" bIns="0">
            <a:spAutoFit/>
          </a:bodyPr>
          <a:lstStyle/>
          <a:p>
            <a:pPr algn="l"/>
            <a:r>
              <a:rPr lang="en-US" sz="800" b="1" dirty="0"/>
              <a:t>DXC Confidential with external sharing</a:t>
            </a:r>
          </a:p>
        </p:txBody>
      </p:sp>
    </p:spTree>
    <p:extLst>
      <p:ext uri="{BB962C8B-B14F-4D97-AF65-F5344CB8AC3E}">
        <p14:creationId xmlns:p14="http://schemas.microsoft.com/office/powerpoint/2010/main" val="1172227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1_Deliver Excellence Title Slide">
    <p:spTree>
      <p:nvGrpSpPr>
        <p:cNvPr id="1" name=""/>
        <p:cNvGrpSpPr/>
        <p:nvPr/>
      </p:nvGrpSpPr>
      <p:grpSpPr>
        <a:xfrm>
          <a:off x="0" y="0"/>
          <a:ext cx="0" cy="0"/>
          <a:chOff x="0" y="0"/>
          <a:chExt cx="0" cy="0"/>
        </a:xfrm>
      </p:grpSpPr>
      <p:pic>
        <p:nvPicPr>
          <p:cNvPr id="3" name="Picture 2" descr="Shape&#10;&#10;Description automatically generated">
            <a:extLst>
              <a:ext uri="{FF2B5EF4-FFF2-40B4-BE49-F238E27FC236}">
                <a16:creationId xmlns:a16="http://schemas.microsoft.com/office/drawing/2014/main" id="{6B86D8E4-D42C-4BA4-8C3D-EE6E0354EA3C}"/>
              </a:ext>
            </a:extLst>
          </p:cNvPr>
          <p:cNvPicPr>
            <a:picLocks noChangeAspect="1"/>
          </p:cNvPicPr>
          <p:nvPr userDrawn="1"/>
        </p:nvPicPr>
        <p:blipFill>
          <a:blip r:embed="rId2"/>
          <a:stretch>
            <a:fillRect/>
          </a:stretch>
        </p:blipFill>
        <p:spPr>
          <a:xfrm>
            <a:off x="1777" y="0"/>
            <a:ext cx="14626846" cy="8229600"/>
          </a:xfrm>
          <a:prstGeom prst="rect">
            <a:avLst/>
          </a:prstGeom>
        </p:spPr>
      </p:pic>
      <p:grpSp>
        <p:nvGrpSpPr>
          <p:cNvPr id="9" name="Group 8"/>
          <p:cNvGrpSpPr/>
          <p:nvPr userDrawn="1"/>
        </p:nvGrpSpPr>
        <p:grpSpPr>
          <a:xfrm>
            <a:off x="-91440" y="-91440"/>
            <a:ext cx="14813280" cy="8412480"/>
            <a:chOff x="-91440" y="-91440"/>
            <a:chExt cx="14813280" cy="8412480"/>
          </a:xfrm>
        </p:grpSpPr>
        <p:cxnSp>
          <p:nvCxnSpPr>
            <p:cNvPr id="10" name="Straight Connector 9"/>
            <p:cNvCxnSpPr/>
            <p:nvPr userDrawn="1"/>
          </p:nvCxnSpPr>
          <p:spPr>
            <a:xfrm>
              <a:off x="-9144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userDrawn="1"/>
          </p:nvCxnSpPr>
          <p:spPr>
            <a:xfrm>
              <a:off x="-9144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a:off x="-9144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userDrawn="1"/>
          </p:nvCxnSpPr>
          <p:spPr>
            <a:xfrm>
              <a:off x="1467612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userDrawn="1"/>
          </p:nvCxnSpPr>
          <p:spPr>
            <a:xfrm>
              <a:off x="1467612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userDrawn="1"/>
          </p:nvCxnSpPr>
          <p:spPr>
            <a:xfrm>
              <a:off x="1467612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userDrawn="1"/>
          </p:nvCxnSpPr>
          <p:spPr>
            <a:xfrm>
              <a:off x="685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userDrawn="1"/>
          </p:nvCxnSpPr>
          <p:spPr>
            <a:xfrm>
              <a:off x="13944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userDrawn="1"/>
          </p:nvCxnSpPr>
          <p:spPr>
            <a:xfrm>
              <a:off x="685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userDrawn="1"/>
          </p:nvCxnSpPr>
          <p:spPr>
            <a:xfrm>
              <a:off x="13944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userDrawn="1"/>
          </p:nvCxnSpPr>
          <p:spPr>
            <a:xfrm>
              <a:off x="11887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userDrawn="1"/>
          </p:nvCxnSpPr>
          <p:spPr>
            <a:xfrm>
              <a:off x="7315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userDrawn="1"/>
          </p:nvCxnSpPr>
          <p:spPr>
            <a:xfrm>
              <a:off x="7315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userDrawn="1"/>
          </p:nvCxnSpPr>
          <p:spPr>
            <a:xfrm>
              <a:off x="7086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userDrawn="1"/>
          </p:nvCxnSpPr>
          <p:spPr>
            <a:xfrm>
              <a:off x="7543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userDrawn="1"/>
          </p:nvCxnSpPr>
          <p:spPr>
            <a:xfrm>
              <a:off x="7086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userDrawn="1"/>
          </p:nvCxnSpPr>
          <p:spPr>
            <a:xfrm>
              <a:off x="7543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userDrawn="1"/>
          </p:nvCxnSpPr>
          <p:spPr>
            <a:xfrm>
              <a:off x="5257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userDrawn="1"/>
          </p:nvCxnSpPr>
          <p:spPr>
            <a:xfrm>
              <a:off x="4800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userDrawn="1"/>
          </p:nvCxnSpPr>
          <p:spPr>
            <a:xfrm>
              <a:off x="9372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userDrawn="1"/>
          </p:nvCxnSpPr>
          <p:spPr>
            <a:xfrm>
              <a:off x="9829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userDrawn="1"/>
          </p:nvCxnSpPr>
          <p:spPr>
            <a:xfrm>
              <a:off x="5257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userDrawn="1"/>
          </p:nvCxnSpPr>
          <p:spPr>
            <a:xfrm>
              <a:off x="9829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userDrawn="1"/>
          </p:nvCxnSpPr>
          <p:spPr>
            <a:xfrm>
              <a:off x="4800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9" name="Straight Connector 38"/>
            <p:cNvCxnSpPr/>
            <p:nvPr userDrawn="1"/>
          </p:nvCxnSpPr>
          <p:spPr>
            <a:xfrm>
              <a:off x="9372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0" name="Straight Connector 39"/>
            <p:cNvCxnSpPr/>
            <p:nvPr userDrawn="1"/>
          </p:nvCxnSpPr>
          <p:spPr>
            <a:xfrm>
              <a:off x="11887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userDrawn="1"/>
          </p:nvCxnSpPr>
          <p:spPr>
            <a:xfrm>
              <a:off x="1467612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2" name="Straight Connector 41"/>
            <p:cNvCxnSpPr/>
            <p:nvPr userDrawn="1"/>
          </p:nvCxnSpPr>
          <p:spPr>
            <a:xfrm>
              <a:off x="-9144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grpSp>
      <p:pic>
        <p:nvPicPr>
          <p:cNvPr id="46" name="Graphic 45">
            <a:extLst>
              <a:ext uri="{FF2B5EF4-FFF2-40B4-BE49-F238E27FC236}">
                <a16:creationId xmlns:a16="http://schemas.microsoft.com/office/drawing/2014/main" id="{D07C659E-3F10-46E2-9676-61137FD9384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688975" y="685801"/>
            <a:ext cx="1430092" cy="781050"/>
          </a:xfrm>
          <a:prstGeom prst="rect">
            <a:avLst/>
          </a:prstGeom>
        </p:spPr>
      </p:pic>
      <p:sp>
        <p:nvSpPr>
          <p:cNvPr id="47" name="Title 1">
            <a:extLst>
              <a:ext uri="{FF2B5EF4-FFF2-40B4-BE49-F238E27FC236}">
                <a16:creationId xmlns:a16="http://schemas.microsoft.com/office/drawing/2014/main" id="{0131F459-E553-4CE6-92F0-91E2F09BA9B3}"/>
              </a:ext>
            </a:extLst>
          </p:cNvPr>
          <p:cNvSpPr>
            <a:spLocks noGrp="1"/>
          </p:cNvSpPr>
          <p:nvPr>
            <p:ph type="ctrTitle"/>
          </p:nvPr>
        </p:nvSpPr>
        <p:spPr>
          <a:xfrm>
            <a:off x="1168401" y="2781300"/>
            <a:ext cx="4858326" cy="2545080"/>
          </a:xfrm>
        </p:spPr>
        <p:txBody>
          <a:bodyPr anchor="ctr" anchorCtr="0">
            <a:noAutofit/>
          </a:bodyPr>
          <a:lstStyle>
            <a:lvl1pPr>
              <a:defRPr sz="4400">
                <a:solidFill>
                  <a:schemeClr val="bg1"/>
                </a:solidFill>
              </a:defRPr>
            </a:lvl1pPr>
          </a:lstStyle>
          <a:p>
            <a:r>
              <a:rPr lang="en-GB"/>
              <a:t>Click to edit Master title style</a:t>
            </a:r>
            <a:endParaRPr lang="en-US" dirty="0"/>
          </a:p>
        </p:txBody>
      </p:sp>
      <p:sp>
        <p:nvSpPr>
          <p:cNvPr id="48" name="Subtitle 2">
            <a:extLst>
              <a:ext uri="{FF2B5EF4-FFF2-40B4-BE49-F238E27FC236}">
                <a16:creationId xmlns:a16="http://schemas.microsoft.com/office/drawing/2014/main" id="{00FE735E-E3CF-4086-AF37-051864E157BF}"/>
              </a:ext>
            </a:extLst>
          </p:cNvPr>
          <p:cNvSpPr>
            <a:spLocks noGrp="1"/>
          </p:cNvSpPr>
          <p:nvPr>
            <p:ph type="subTitle" idx="1"/>
          </p:nvPr>
        </p:nvSpPr>
        <p:spPr>
          <a:xfrm>
            <a:off x="1168401" y="5494020"/>
            <a:ext cx="4858326" cy="914400"/>
          </a:xfrm>
        </p:spPr>
        <p:txBody>
          <a:bodyPr>
            <a:noAutofit/>
          </a:bodyPr>
          <a:lstStyle>
            <a:lvl1pPr marL="0" indent="0" algn="l">
              <a:spcBef>
                <a:spcPts val="0"/>
              </a:spcBef>
              <a:buNone/>
              <a:defRPr sz="2800">
                <a:solidFill>
                  <a:schemeClr val="bg1"/>
                </a:solidFill>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GB"/>
              <a:t>Click to edit Master subtitle style</a:t>
            </a:r>
            <a:endParaRPr lang="en-US" dirty="0"/>
          </a:p>
        </p:txBody>
      </p:sp>
      <p:sp>
        <p:nvSpPr>
          <p:cNvPr id="2" name="Footer Placeholder 4">
            <a:extLst>
              <a:ext uri="{FF2B5EF4-FFF2-40B4-BE49-F238E27FC236}">
                <a16:creationId xmlns:a16="http://schemas.microsoft.com/office/drawing/2014/main" id="{699D14CA-575C-EA7D-BE23-67723D5954E2}"/>
              </a:ext>
            </a:extLst>
          </p:cNvPr>
          <p:cNvSpPr txBox="1">
            <a:spLocks/>
          </p:cNvSpPr>
          <p:nvPr userDrawn="1"/>
        </p:nvSpPr>
        <p:spPr>
          <a:xfrm>
            <a:off x="685779" y="7631841"/>
            <a:ext cx="5029200" cy="27432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dirty="0">
                <a:solidFill>
                  <a:schemeClr val="tx1"/>
                </a:solidFill>
              </a:rPr>
              <a:t>© </a:t>
            </a:r>
            <a:fld id="{1C50FC3A-183C-4C20-B5A6-510A748E07ED}" type="datetimeyyyy">
              <a:rPr lang="en-US" sz="1100" smtClean="0">
                <a:solidFill>
                  <a:schemeClr val="tx1"/>
                </a:solidFill>
              </a:rPr>
              <a:t>2026</a:t>
            </a:fld>
            <a:r>
              <a:rPr lang="en-US" sz="1100" dirty="0">
                <a:solidFill>
                  <a:schemeClr val="tx1"/>
                </a:solidFill>
              </a:rPr>
              <a:t> DXC Technology Company. All rights reserved.</a:t>
            </a:r>
          </a:p>
        </p:txBody>
      </p:sp>
      <p:sp>
        <p:nvSpPr>
          <p:cNvPr id="4" name="TextBox 3">
            <a:extLst>
              <a:ext uri="{FF2B5EF4-FFF2-40B4-BE49-F238E27FC236}">
                <a16:creationId xmlns:a16="http://schemas.microsoft.com/office/drawing/2014/main" id="{E42B6277-F9B6-4EFF-9986-2CB142F79874}"/>
              </a:ext>
            </a:extLst>
          </p:cNvPr>
          <p:cNvSpPr txBox="1"/>
          <p:nvPr userDrawn="1"/>
        </p:nvSpPr>
        <p:spPr>
          <a:xfrm>
            <a:off x="688975" y="7947684"/>
            <a:ext cx="2354579" cy="123111"/>
          </a:xfrm>
          <a:prstGeom prst="rect">
            <a:avLst/>
          </a:prstGeom>
          <a:noFill/>
        </p:spPr>
        <p:txBody>
          <a:bodyPr wrap="square" lIns="0" tIns="0" rIns="0" bIns="0">
            <a:spAutoFit/>
          </a:bodyPr>
          <a:lstStyle/>
          <a:p>
            <a:pPr algn="l"/>
            <a:r>
              <a:rPr lang="en-US" sz="800" b="1" dirty="0"/>
              <a:t>DXC Confidential with external sharing</a:t>
            </a:r>
          </a:p>
        </p:txBody>
      </p:sp>
    </p:spTree>
    <p:extLst>
      <p:ext uri="{BB962C8B-B14F-4D97-AF65-F5344CB8AC3E}">
        <p14:creationId xmlns:p14="http://schemas.microsoft.com/office/powerpoint/2010/main" val="3390784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4_Purple Tab Shape Title Slide 2">
    <p:spTree>
      <p:nvGrpSpPr>
        <p:cNvPr id="1" name=""/>
        <p:cNvGrpSpPr/>
        <p:nvPr/>
      </p:nvGrpSpPr>
      <p:grpSpPr>
        <a:xfrm>
          <a:off x="0" y="0"/>
          <a:ext cx="0" cy="0"/>
          <a:chOff x="0" y="0"/>
          <a:chExt cx="0" cy="0"/>
        </a:xfrm>
      </p:grpSpPr>
      <p:sp>
        <p:nvSpPr>
          <p:cNvPr id="44" name="Rectangle: Single Corner Rounded 43">
            <a:extLst>
              <a:ext uri="{FF2B5EF4-FFF2-40B4-BE49-F238E27FC236}">
                <a16:creationId xmlns:a16="http://schemas.microsoft.com/office/drawing/2014/main" id="{2C9C6690-9226-4F0C-A542-C330AFCC2AF3}"/>
              </a:ext>
            </a:extLst>
          </p:cNvPr>
          <p:cNvSpPr/>
          <p:nvPr userDrawn="1"/>
        </p:nvSpPr>
        <p:spPr>
          <a:xfrm>
            <a:off x="685802" y="2539999"/>
            <a:ext cx="6629396" cy="4996181"/>
          </a:xfrm>
          <a:prstGeom prst="round1Rect">
            <a:avLst>
              <a:gd name="adj" fmla="val 18188"/>
            </a:avLst>
          </a:prstGeom>
          <a:solidFill>
            <a:schemeClr val="accent1"/>
          </a:solid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9" name="Group 8"/>
          <p:cNvGrpSpPr/>
          <p:nvPr userDrawn="1"/>
        </p:nvGrpSpPr>
        <p:grpSpPr>
          <a:xfrm>
            <a:off x="-91440" y="-91440"/>
            <a:ext cx="14813280" cy="8412480"/>
            <a:chOff x="-91440" y="-91440"/>
            <a:chExt cx="14813280" cy="8412480"/>
          </a:xfrm>
        </p:grpSpPr>
        <p:cxnSp>
          <p:nvCxnSpPr>
            <p:cNvPr id="10" name="Straight Connector 9"/>
            <p:cNvCxnSpPr/>
            <p:nvPr userDrawn="1"/>
          </p:nvCxnSpPr>
          <p:spPr>
            <a:xfrm>
              <a:off x="-9144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userDrawn="1"/>
          </p:nvCxnSpPr>
          <p:spPr>
            <a:xfrm>
              <a:off x="-9144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a:off x="-9144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userDrawn="1"/>
          </p:nvCxnSpPr>
          <p:spPr>
            <a:xfrm>
              <a:off x="1467612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userDrawn="1"/>
          </p:nvCxnSpPr>
          <p:spPr>
            <a:xfrm>
              <a:off x="1467612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userDrawn="1"/>
          </p:nvCxnSpPr>
          <p:spPr>
            <a:xfrm>
              <a:off x="1467612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userDrawn="1"/>
          </p:nvCxnSpPr>
          <p:spPr>
            <a:xfrm>
              <a:off x="685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userDrawn="1"/>
          </p:nvCxnSpPr>
          <p:spPr>
            <a:xfrm>
              <a:off x="13944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userDrawn="1"/>
          </p:nvCxnSpPr>
          <p:spPr>
            <a:xfrm>
              <a:off x="685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userDrawn="1"/>
          </p:nvCxnSpPr>
          <p:spPr>
            <a:xfrm>
              <a:off x="13944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userDrawn="1"/>
          </p:nvCxnSpPr>
          <p:spPr>
            <a:xfrm>
              <a:off x="11887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userDrawn="1"/>
          </p:nvCxnSpPr>
          <p:spPr>
            <a:xfrm>
              <a:off x="7315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userDrawn="1"/>
          </p:nvCxnSpPr>
          <p:spPr>
            <a:xfrm>
              <a:off x="7315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userDrawn="1"/>
          </p:nvCxnSpPr>
          <p:spPr>
            <a:xfrm>
              <a:off x="7086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userDrawn="1"/>
          </p:nvCxnSpPr>
          <p:spPr>
            <a:xfrm>
              <a:off x="7543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userDrawn="1"/>
          </p:nvCxnSpPr>
          <p:spPr>
            <a:xfrm>
              <a:off x="7086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userDrawn="1"/>
          </p:nvCxnSpPr>
          <p:spPr>
            <a:xfrm>
              <a:off x="7543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userDrawn="1"/>
          </p:nvCxnSpPr>
          <p:spPr>
            <a:xfrm>
              <a:off x="5257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userDrawn="1"/>
          </p:nvCxnSpPr>
          <p:spPr>
            <a:xfrm>
              <a:off x="4800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userDrawn="1"/>
          </p:nvCxnSpPr>
          <p:spPr>
            <a:xfrm>
              <a:off x="9372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userDrawn="1"/>
          </p:nvCxnSpPr>
          <p:spPr>
            <a:xfrm>
              <a:off x="9829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userDrawn="1"/>
          </p:nvCxnSpPr>
          <p:spPr>
            <a:xfrm>
              <a:off x="5257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userDrawn="1"/>
          </p:nvCxnSpPr>
          <p:spPr>
            <a:xfrm>
              <a:off x="9829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userDrawn="1"/>
          </p:nvCxnSpPr>
          <p:spPr>
            <a:xfrm>
              <a:off x="4800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9" name="Straight Connector 38"/>
            <p:cNvCxnSpPr/>
            <p:nvPr userDrawn="1"/>
          </p:nvCxnSpPr>
          <p:spPr>
            <a:xfrm>
              <a:off x="9372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0" name="Straight Connector 39"/>
            <p:cNvCxnSpPr/>
            <p:nvPr userDrawn="1"/>
          </p:nvCxnSpPr>
          <p:spPr>
            <a:xfrm>
              <a:off x="11887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userDrawn="1"/>
          </p:nvCxnSpPr>
          <p:spPr>
            <a:xfrm>
              <a:off x="1467612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2" name="Straight Connector 41"/>
            <p:cNvCxnSpPr/>
            <p:nvPr userDrawn="1"/>
          </p:nvCxnSpPr>
          <p:spPr>
            <a:xfrm>
              <a:off x="-9144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grpSp>
      <p:sp>
        <p:nvSpPr>
          <p:cNvPr id="43" name="Title 1">
            <a:extLst>
              <a:ext uri="{FF2B5EF4-FFF2-40B4-BE49-F238E27FC236}">
                <a16:creationId xmlns:a16="http://schemas.microsoft.com/office/drawing/2014/main" id="{32FF021F-9D63-4AEC-B29B-F9D3753BE294}"/>
              </a:ext>
            </a:extLst>
          </p:cNvPr>
          <p:cNvSpPr>
            <a:spLocks noGrp="1"/>
          </p:cNvSpPr>
          <p:nvPr>
            <p:ph type="ctrTitle"/>
          </p:nvPr>
        </p:nvSpPr>
        <p:spPr>
          <a:xfrm>
            <a:off x="1168400" y="3105150"/>
            <a:ext cx="5609471" cy="2066925"/>
          </a:xfrm>
        </p:spPr>
        <p:txBody>
          <a:bodyPr anchor="ctr" anchorCtr="0">
            <a:noAutofit/>
          </a:bodyPr>
          <a:lstStyle>
            <a:lvl1pPr>
              <a:defRPr sz="4800">
                <a:solidFill>
                  <a:schemeClr val="bg1"/>
                </a:solidFill>
              </a:defRPr>
            </a:lvl1pPr>
          </a:lstStyle>
          <a:p>
            <a:r>
              <a:rPr lang="en-GB"/>
              <a:t>Click to edit Master title style</a:t>
            </a:r>
            <a:endParaRPr lang="en-US" dirty="0"/>
          </a:p>
        </p:txBody>
      </p:sp>
      <p:sp>
        <p:nvSpPr>
          <p:cNvPr id="45" name="Subtitle 2">
            <a:extLst>
              <a:ext uri="{FF2B5EF4-FFF2-40B4-BE49-F238E27FC236}">
                <a16:creationId xmlns:a16="http://schemas.microsoft.com/office/drawing/2014/main" id="{D9BF61BC-E8BB-4C55-B47E-8C398FC207EC}"/>
              </a:ext>
            </a:extLst>
          </p:cNvPr>
          <p:cNvSpPr>
            <a:spLocks noGrp="1"/>
          </p:cNvSpPr>
          <p:nvPr>
            <p:ph type="subTitle" idx="1"/>
          </p:nvPr>
        </p:nvSpPr>
        <p:spPr>
          <a:xfrm>
            <a:off x="1168401" y="5513070"/>
            <a:ext cx="5609471" cy="914400"/>
          </a:xfrm>
        </p:spPr>
        <p:txBody>
          <a:bodyPr>
            <a:noAutofit/>
          </a:bodyPr>
          <a:lstStyle>
            <a:lvl1pPr marL="0" indent="0" algn="l">
              <a:spcBef>
                <a:spcPts val="0"/>
              </a:spcBef>
              <a:buNone/>
              <a:defRPr sz="2800">
                <a:solidFill>
                  <a:schemeClr val="bg1"/>
                </a:solidFill>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GB"/>
              <a:t>Click to edit Master subtitle style</a:t>
            </a:r>
            <a:endParaRPr lang="en-US" dirty="0"/>
          </a:p>
        </p:txBody>
      </p:sp>
      <p:pic>
        <p:nvPicPr>
          <p:cNvPr id="46" name="Graphic 45">
            <a:extLst>
              <a:ext uri="{FF2B5EF4-FFF2-40B4-BE49-F238E27FC236}">
                <a16:creationId xmlns:a16="http://schemas.microsoft.com/office/drawing/2014/main" id="{D07C659E-3F10-46E2-9676-61137FD9384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88975" y="685801"/>
            <a:ext cx="1430092" cy="781050"/>
          </a:xfrm>
          <a:prstGeom prst="rect">
            <a:avLst/>
          </a:prstGeom>
        </p:spPr>
      </p:pic>
      <p:sp>
        <p:nvSpPr>
          <p:cNvPr id="2" name="Footer Placeholder 4">
            <a:extLst>
              <a:ext uri="{FF2B5EF4-FFF2-40B4-BE49-F238E27FC236}">
                <a16:creationId xmlns:a16="http://schemas.microsoft.com/office/drawing/2014/main" id="{3599529D-40A1-0E76-7D85-B0D6B82DA4B6}"/>
              </a:ext>
            </a:extLst>
          </p:cNvPr>
          <p:cNvSpPr txBox="1">
            <a:spLocks/>
          </p:cNvSpPr>
          <p:nvPr userDrawn="1"/>
        </p:nvSpPr>
        <p:spPr>
          <a:xfrm>
            <a:off x="685779" y="7631841"/>
            <a:ext cx="5029200" cy="27432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dirty="0">
                <a:solidFill>
                  <a:schemeClr val="tx1"/>
                </a:solidFill>
              </a:rPr>
              <a:t>© </a:t>
            </a:r>
            <a:fld id="{1C50FC3A-183C-4C20-B5A6-510A748E07ED}" type="datetimeyyyy">
              <a:rPr lang="en-US" sz="1100" smtClean="0">
                <a:solidFill>
                  <a:schemeClr val="tx1"/>
                </a:solidFill>
              </a:rPr>
              <a:t>2026</a:t>
            </a:fld>
            <a:r>
              <a:rPr lang="en-US" sz="1100" dirty="0">
                <a:solidFill>
                  <a:schemeClr val="tx1"/>
                </a:solidFill>
              </a:rPr>
              <a:t> DXC Technology Company. All rights reserved.</a:t>
            </a:r>
          </a:p>
        </p:txBody>
      </p:sp>
      <p:sp>
        <p:nvSpPr>
          <p:cNvPr id="3" name="TextBox 2">
            <a:extLst>
              <a:ext uri="{FF2B5EF4-FFF2-40B4-BE49-F238E27FC236}">
                <a16:creationId xmlns:a16="http://schemas.microsoft.com/office/drawing/2014/main" id="{CE6F1D37-1F46-3769-FFC1-ADEB0B0E7208}"/>
              </a:ext>
            </a:extLst>
          </p:cNvPr>
          <p:cNvSpPr txBox="1"/>
          <p:nvPr userDrawn="1"/>
        </p:nvSpPr>
        <p:spPr>
          <a:xfrm>
            <a:off x="688975" y="7947684"/>
            <a:ext cx="2354579" cy="123111"/>
          </a:xfrm>
          <a:prstGeom prst="rect">
            <a:avLst/>
          </a:prstGeom>
          <a:noFill/>
        </p:spPr>
        <p:txBody>
          <a:bodyPr wrap="square" lIns="0" tIns="0" rIns="0" bIns="0">
            <a:spAutoFit/>
          </a:bodyPr>
          <a:lstStyle/>
          <a:p>
            <a:pPr algn="l"/>
            <a:r>
              <a:rPr lang="en-US" sz="800" b="1" dirty="0"/>
              <a:t>DXC Confidential with external sharing</a:t>
            </a:r>
          </a:p>
        </p:txBody>
      </p:sp>
    </p:spTree>
    <p:extLst>
      <p:ext uri="{BB962C8B-B14F-4D97-AF65-F5344CB8AC3E}">
        <p14:creationId xmlns:p14="http://schemas.microsoft.com/office/powerpoint/2010/main" val="8875900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685800" y="2057399"/>
            <a:ext cx="13258800" cy="5121276"/>
          </a:xfrm>
        </p:spPr>
        <p:txBody>
          <a:bodyPr numCol="2" spcCol="457200">
            <a:normAutofit/>
          </a:bodyPr>
          <a:lstStyle>
            <a:lvl1pPr marL="457200" indent="-457200">
              <a:spcBef>
                <a:spcPts val="900"/>
              </a:spcBef>
              <a:buFont typeface="+mj-lt"/>
              <a:buAutoNum type="arabicPeriod"/>
              <a:tabLst>
                <a:tab pos="6337300" algn="r"/>
              </a:tabLst>
              <a:defRPr sz="2000"/>
            </a:lvl1pPr>
            <a:lvl2pPr marL="685800" indent="-228600">
              <a:spcBef>
                <a:spcPts val="600"/>
              </a:spcBef>
              <a:buFont typeface="Arial" pitchFamily="34" charset="0"/>
              <a:buChar char="–"/>
              <a:tabLst>
                <a:tab pos="6337300" algn="r"/>
              </a:tabLst>
              <a:defRPr sz="2000"/>
            </a:lvl2pPr>
            <a:lvl3pPr marL="914400" indent="-228600">
              <a:spcBef>
                <a:spcPts val="600"/>
              </a:spcBef>
              <a:buFont typeface="Arial" pitchFamily="34" charset="0"/>
              <a:buChar char="–"/>
              <a:tabLst>
                <a:tab pos="6337300" algn="r"/>
              </a:tabLst>
              <a:defRPr sz="2000"/>
            </a:lvl3pPr>
            <a:lvl4pPr marL="1143000" indent="-228600">
              <a:spcBef>
                <a:spcPts val="600"/>
              </a:spcBef>
              <a:buFont typeface="Arial" pitchFamily="34" charset="0"/>
              <a:buChar char="–"/>
              <a:tabLst>
                <a:tab pos="6337300" algn="r"/>
              </a:tabLst>
              <a:defRPr sz="2000"/>
            </a:lvl4pPr>
            <a:lvl5pPr marL="1371600" indent="-228600">
              <a:spcBef>
                <a:spcPts val="600"/>
              </a:spcBef>
              <a:buFont typeface="Arial" pitchFamily="34" charset="0"/>
              <a:buChar char="–"/>
              <a:tabLst>
                <a:tab pos="6337300" algn="r"/>
              </a:tabLst>
              <a:defRPr sz="2000"/>
            </a:lvl5pPr>
            <a:lvl6pPr marL="1600200" indent="-228600">
              <a:spcBef>
                <a:spcPts val="600"/>
              </a:spcBef>
              <a:buFont typeface="Arial" pitchFamily="34" charset="0"/>
              <a:buChar char="–"/>
              <a:tabLst>
                <a:tab pos="6337300" algn="r"/>
              </a:tabLst>
              <a:defRPr sz="2000" baseline="0"/>
            </a:lvl6pPr>
            <a:lvl7pPr marL="1828800" indent="-228600">
              <a:spcBef>
                <a:spcPts val="600"/>
              </a:spcBef>
              <a:buFont typeface="Arial" pitchFamily="34" charset="0"/>
              <a:buChar char="–"/>
              <a:tabLst>
                <a:tab pos="6337300" algn="r"/>
              </a:tabLst>
              <a:defRPr sz="2000" baseline="0"/>
            </a:lvl7pPr>
            <a:lvl8pPr marL="2057400" indent="-228600">
              <a:spcBef>
                <a:spcPts val="600"/>
              </a:spcBef>
              <a:buFont typeface="Arial" pitchFamily="34" charset="0"/>
              <a:buChar char="–"/>
              <a:tabLst>
                <a:tab pos="6337300" algn="r"/>
              </a:tabLst>
              <a:defRPr sz="2000" baseline="0"/>
            </a:lvl8pPr>
            <a:lvl9pPr marL="2286000" indent="-228600">
              <a:spcBef>
                <a:spcPts val="600"/>
              </a:spcBef>
              <a:buFont typeface="Arial" pitchFamily="34" charset="0"/>
              <a:buChar char="–"/>
              <a:tabLst>
                <a:tab pos="6337300" algn="r"/>
              </a:tabLst>
              <a:defRPr sz="2000" baseline="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646247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lvl4pPr marL="457200" indent="-228600">
              <a:buFont typeface="Arial" pitchFamily="34" charset="0"/>
              <a:buChar char="–"/>
              <a:defRPr/>
            </a:lvl4pPr>
            <a:lvl5pPr marL="685800" indent="-228600">
              <a:buFont typeface="Arial" pitchFamily="34" charset="0"/>
              <a:buChar char="–"/>
              <a:defRPr/>
            </a:lvl5pPr>
            <a:lvl6pPr marL="914400" indent="-228600">
              <a:buFont typeface="Arial" pitchFamily="34" charset="0"/>
              <a:buChar char="–"/>
              <a:defRPr baseline="0"/>
            </a:lvl6pPr>
            <a:lvl7pPr marL="1143000" indent="-228600">
              <a:buFont typeface="Arial" pitchFamily="34" charset="0"/>
              <a:buChar char="–"/>
              <a:defRPr baseline="0"/>
            </a:lvl7pPr>
            <a:lvl8pPr marL="1371600" indent="-228600">
              <a:buFont typeface="Arial" pitchFamily="34" charset="0"/>
              <a:buChar char="–"/>
              <a:defRPr baseline="0"/>
            </a:lvl8pPr>
            <a:lvl9pPr marL="1600200" indent="-228600">
              <a:buFont typeface="Arial" pitchFamily="34" charset="0"/>
              <a:buChar char="–"/>
              <a:defRPr baseline="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37777963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and Content w/Callout">
    <p:spTree>
      <p:nvGrpSpPr>
        <p:cNvPr id="1" name=""/>
        <p:cNvGrpSpPr/>
        <p:nvPr/>
      </p:nvGrpSpPr>
      <p:grpSpPr>
        <a:xfrm>
          <a:off x="0" y="0"/>
          <a:ext cx="0" cy="0"/>
          <a:chOff x="0" y="0"/>
          <a:chExt cx="0" cy="0"/>
        </a:xfrm>
      </p:grpSpPr>
      <p:sp>
        <p:nvSpPr>
          <p:cNvPr id="2" name="Title 1"/>
          <p:cNvSpPr>
            <a:spLocks noGrp="1"/>
          </p:cNvSpPr>
          <p:nvPr>
            <p:ph type="title"/>
          </p:nvPr>
        </p:nvSpPr>
        <p:spPr>
          <a:xfrm>
            <a:off x="685799" y="639763"/>
            <a:ext cx="10660075" cy="1417635"/>
          </a:xfrm>
        </p:spPr>
        <p:txBody>
          <a:bodyPr/>
          <a:lstStyle/>
          <a:p>
            <a:r>
              <a:rPr lang="en-GB"/>
              <a:t>Click to edit Master title style</a:t>
            </a:r>
            <a:endParaRPr lang="en-US"/>
          </a:p>
        </p:txBody>
      </p:sp>
      <p:sp>
        <p:nvSpPr>
          <p:cNvPr id="3" name="Content Placeholder 2"/>
          <p:cNvSpPr>
            <a:spLocks noGrp="1"/>
          </p:cNvSpPr>
          <p:nvPr>
            <p:ph idx="1"/>
          </p:nvPr>
        </p:nvSpPr>
        <p:spPr/>
        <p:txBody>
          <a:bodyPr/>
          <a:lstStyle>
            <a:lvl4pPr marL="457200" indent="-228600">
              <a:buFont typeface="Arial" pitchFamily="34" charset="0"/>
              <a:buChar char="–"/>
              <a:defRPr/>
            </a:lvl4pPr>
            <a:lvl5pPr marL="685800" indent="-228600">
              <a:buFont typeface="Arial" pitchFamily="34" charset="0"/>
              <a:buChar char="–"/>
              <a:defRPr/>
            </a:lvl5pPr>
            <a:lvl6pPr marL="914400" indent="-228600">
              <a:buFont typeface="Arial" pitchFamily="34" charset="0"/>
              <a:buChar char="–"/>
              <a:defRPr baseline="0"/>
            </a:lvl6pPr>
            <a:lvl7pPr marL="1143000" indent="-228600">
              <a:buFont typeface="Arial" pitchFamily="34" charset="0"/>
              <a:buChar char="–"/>
              <a:defRPr baseline="0"/>
            </a:lvl7pPr>
            <a:lvl8pPr marL="1371600" indent="-228600">
              <a:buFont typeface="Arial" pitchFamily="34" charset="0"/>
              <a:buChar char="–"/>
              <a:defRPr baseline="0"/>
            </a:lvl8pPr>
            <a:lvl9pPr marL="1600200" indent="-228600">
              <a:buFont typeface="Arial" pitchFamily="34" charset="0"/>
              <a:buChar char="–"/>
              <a:defRPr baseline="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Rectangle: Single Corner Rounded 3">
            <a:extLst>
              <a:ext uri="{FF2B5EF4-FFF2-40B4-BE49-F238E27FC236}">
                <a16:creationId xmlns:a16="http://schemas.microsoft.com/office/drawing/2014/main" id="{91994B2C-2165-46A4-99A0-7921C65A1197}"/>
              </a:ext>
            </a:extLst>
          </p:cNvPr>
          <p:cNvSpPr/>
          <p:nvPr userDrawn="1"/>
        </p:nvSpPr>
        <p:spPr>
          <a:xfrm rot="10800000">
            <a:off x="11477625" y="-3"/>
            <a:ext cx="3152768" cy="776048"/>
          </a:xfrm>
          <a:prstGeom prst="round1Rect">
            <a:avLst>
              <a:gd name="adj" fmla="val 39716"/>
            </a:avLst>
          </a:prstGeom>
          <a:ln>
            <a:no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Content Placeholder 2">
            <a:extLst>
              <a:ext uri="{FF2B5EF4-FFF2-40B4-BE49-F238E27FC236}">
                <a16:creationId xmlns:a16="http://schemas.microsoft.com/office/drawing/2014/main" id="{A72A6A47-BB63-437D-9497-6B68158905D8}"/>
              </a:ext>
            </a:extLst>
          </p:cNvPr>
          <p:cNvSpPr>
            <a:spLocks noGrp="1"/>
          </p:cNvSpPr>
          <p:nvPr>
            <p:ph idx="10" hasCustomPrompt="1"/>
          </p:nvPr>
        </p:nvSpPr>
        <p:spPr>
          <a:xfrm>
            <a:off x="11715750" y="1"/>
            <a:ext cx="2601384" cy="776046"/>
          </a:xfrm>
        </p:spPr>
        <p:txBody>
          <a:bodyPr anchor="ctr" anchorCtr="0">
            <a:normAutofit/>
          </a:bodyPr>
          <a:lstStyle>
            <a:lvl1pPr algn="ctr">
              <a:defRPr sz="1600">
                <a:solidFill>
                  <a:schemeClr val="bg1"/>
                </a:solidFill>
              </a:defRPr>
            </a:lvl1pPr>
            <a:lvl2pPr>
              <a:defRPr sz="1400"/>
            </a:lvl2pPr>
            <a:lvl3pPr>
              <a:defRPr sz="1400"/>
            </a:lvl3pPr>
            <a:lvl4pPr marL="457200" indent="-228600">
              <a:buFont typeface="Arial" pitchFamily="34" charset="0"/>
              <a:buChar char="–"/>
              <a:defRPr sz="1400"/>
            </a:lvl4pPr>
            <a:lvl5pPr marL="685800" indent="-228600">
              <a:buFont typeface="Arial" pitchFamily="34" charset="0"/>
              <a:buChar char="–"/>
              <a:defRPr sz="1400"/>
            </a:lvl5pPr>
            <a:lvl6pPr marL="914400" indent="-228600">
              <a:buFont typeface="Arial" pitchFamily="34" charset="0"/>
              <a:buChar char="–"/>
              <a:defRPr baseline="0"/>
            </a:lvl6pPr>
            <a:lvl7pPr marL="1143000" indent="-228600">
              <a:buFont typeface="Arial" pitchFamily="34" charset="0"/>
              <a:buChar char="–"/>
              <a:defRPr baseline="0"/>
            </a:lvl7pPr>
            <a:lvl8pPr marL="1371600" indent="-228600">
              <a:buFont typeface="Arial" pitchFamily="34" charset="0"/>
              <a:buChar char="–"/>
              <a:defRPr baseline="0"/>
            </a:lvl8pPr>
            <a:lvl9pPr marL="1600200" indent="-228600">
              <a:buFont typeface="Arial" pitchFamily="34" charset="0"/>
              <a:buChar char="–"/>
              <a:defRPr baseline="0"/>
            </a:lvl9pPr>
          </a:lstStyle>
          <a:p>
            <a:pPr lvl="0"/>
            <a:r>
              <a:rPr lang="en-US" dirty="0"/>
              <a:t>Click to edit Master </a:t>
            </a:r>
            <a:br>
              <a:rPr lang="en-US" dirty="0"/>
            </a:br>
            <a:r>
              <a:rPr lang="en-US" dirty="0"/>
              <a:t>text styles</a:t>
            </a:r>
          </a:p>
        </p:txBody>
      </p:sp>
    </p:spTree>
    <p:extLst>
      <p:ext uri="{BB962C8B-B14F-4D97-AF65-F5344CB8AC3E}">
        <p14:creationId xmlns:p14="http://schemas.microsoft.com/office/powerpoint/2010/main" val="847319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Bullete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lvl1pPr marL="228600" indent="-228600">
              <a:buFont typeface="Arial" pitchFamily="34" charset="0"/>
              <a:buChar char="•"/>
              <a:defRPr b="0"/>
            </a:lvl1pPr>
            <a:lvl2pPr marL="457200" indent="-228600">
              <a:spcBef>
                <a:spcPts val="600"/>
              </a:spcBef>
              <a:buFont typeface="Arial" pitchFamily="34" charset="0"/>
              <a:buChar char="–"/>
              <a:defRPr b="0"/>
            </a:lvl2pPr>
            <a:lvl3pPr marL="685800" indent="-228600">
              <a:spcBef>
                <a:spcPts val="600"/>
              </a:spcBef>
              <a:buFont typeface="Arial" pitchFamily="34" charset="0"/>
              <a:buChar char="–"/>
              <a:defRPr b="0"/>
            </a:lvl3pPr>
            <a:lvl4pPr marL="914400" indent="-228600">
              <a:spcBef>
                <a:spcPts val="600"/>
              </a:spcBef>
              <a:buFont typeface="Arial" pitchFamily="34" charset="0"/>
              <a:buChar char="–"/>
              <a:defRPr b="0"/>
            </a:lvl4pPr>
            <a:lvl5pPr marL="1143000" indent="-228600">
              <a:spcBef>
                <a:spcPts val="600"/>
              </a:spcBef>
              <a:buFont typeface="Arial" pitchFamily="34" charset="0"/>
              <a:buChar char="–"/>
              <a:defRPr b="0"/>
            </a:lvl5pPr>
            <a:lvl6pPr marL="1371600" indent="-228600">
              <a:spcBef>
                <a:spcPts val="600"/>
              </a:spcBef>
              <a:buFont typeface="Arial" pitchFamily="34" charset="0"/>
              <a:buChar char="–"/>
              <a:defRPr baseline="0"/>
            </a:lvl6pPr>
            <a:lvl7pPr marL="1600200" indent="-228600">
              <a:spcBef>
                <a:spcPts val="600"/>
              </a:spcBef>
              <a:buFont typeface="Arial" pitchFamily="34" charset="0"/>
              <a:buChar char="–"/>
              <a:defRPr baseline="0"/>
            </a:lvl7pPr>
            <a:lvl8pPr marL="1828800" indent="-228600">
              <a:spcBef>
                <a:spcPts val="600"/>
              </a:spcBef>
              <a:buFont typeface="Arial" pitchFamily="34" charset="0"/>
              <a:buChar char="–"/>
              <a:defRPr baseline="0"/>
            </a:lvl8pPr>
            <a:lvl9pPr marL="2057400" indent="-228600">
              <a:spcBef>
                <a:spcPts val="600"/>
              </a:spcBef>
              <a:buFont typeface="Arial" pitchFamily="34" charset="0"/>
              <a:buChar char="–"/>
              <a:defRPr baseline="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4484989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85800" y="2057399"/>
            <a:ext cx="6400800" cy="5121276"/>
          </a:xfrm>
          <a:noFill/>
        </p:spPr>
        <p:txBody>
          <a:bodyPr>
            <a:normAutofit/>
          </a:bodyPr>
          <a:lstStyle>
            <a:lvl1pPr>
              <a:defRPr sz="2000"/>
            </a:lvl1pPr>
            <a:lvl2pPr>
              <a:defRPr sz="2000"/>
            </a:lvl2pPr>
            <a:lvl3pPr>
              <a:defRPr sz="2000"/>
            </a:lvl3pPr>
            <a:lvl4pPr marL="457200" indent="-228600">
              <a:buFont typeface="Arial" pitchFamily="34" charset="0"/>
              <a:buChar char="–"/>
              <a:defRPr sz="2000"/>
            </a:lvl4pPr>
            <a:lvl5pPr marL="685800" indent="-228600">
              <a:buFont typeface="Arial" pitchFamily="34" charset="0"/>
              <a:buChar char="–"/>
              <a:defRPr sz="2000"/>
            </a:lvl5pPr>
            <a:lvl6pPr marL="914400" indent="-228600">
              <a:buFont typeface="Arial" pitchFamily="34" charset="0"/>
              <a:buChar char="–"/>
              <a:defRPr sz="2000" baseline="0"/>
            </a:lvl6pPr>
            <a:lvl7pPr marL="1143000" indent="-228600">
              <a:buFont typeface="Arial" pitchFamily="34" charset="0"/>
              <a:buChar char="–"/>
              <a:defRPr sz="2000" baseline="0"/>
            </a:lvl7pPr>
            <a:lvl8pPr marL="1371600" indent="-228600">
              <a:buFont typeface="Arial" pitchFamily="34" charset="0"/>
              <a:buChar char="–"/>
              <a:defRPr sz="2000" baseline="0"/>
            </a:lvl8pPr>
            <a:lvl9pPr marL="1600200" indent="-228600">
              <a:buFont typeface="Arial" pitchFamily="34" charset="0"/>
              <a:buChar char="–"/>
              <a:defRPr sz="2000" baseline="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7543800" y="2057398"/>
            <a:ext cx="6400800" cy="5121274"/>
          </a:xfrm>
        </p:spPr>
        <p:txBody>
          <a:bodyPr>
            <a:normAutofit/>
          </a:bodyPr>
          <a:lstStyle>
            <a:lvl1pPr>
              <a:defRPr sz="2000"/>
            </a:lvl1pPr>
            <a:lvl2pPr>
              <a:defRPr sz="2000"/>
            </a:lvl2pPr>
            <a:lvl3pPr>
              <a:defRPr sz="2000"/>
            </a:lvl3pPr>
            <a:lvl4pPr>
              <a:defRPr sz="2000"/>
            </a:lvl4pPr>
            <a:lvl5pPr>
              <a:defRPr sz="2000"/>
            </a:lvl5pPr>
            <a:lvl6pPr>
              <a:defRPr sz="2000" baseline="0"/>
            </a:lvl6pPr>
            <a:lvl7pPr>
              <a:defRPr sz="2000" baseline="0"/>
            </a:lvl7pPr>
            <a:lvl8pPr>
              <a:defRPr sz="2000" baseline="0"/>
            </a:lvl8pPr>
            <a:lvl9pPr>
              <a:defRPr sz="2000" baseline="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8" name="Title 7"/>
          <p:cNvSpPr>
            <a:spLocks noGrp="1"/>
          </p:cNvSpPr>
          <p:nvPr>
            <p:ph type="title"/>
          </p:nvPr>
        </p:nvSpPr>
        <p:spPr/>
        <p:txBody>
          <a:bodyPr/>
          <a:lstStyle/>
          <a:p>
            <a:r>
              <a:rPr lang="en-GB"/>
              <a:t>Click to edit Master title style</a:t>
            </a:r>
            <a:endParaRPr lang="en-US" dirty="0"/>
          </a:p>
        </p:txBody>
      </p:sp>
    </p:spTree>
    <p:extLst>
      <p:ext uri="{BB962C8B-B14F-4D97-AF65-F5344CB8AC3E}">
        <p14:creationId xmlns:p14="http://schemas.microsoft.com/office/powerpoint/2010/main" val="4015959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85800" y="2057399"/>
            <a:ext cx="4114800" cy="5121276"/>
          </a:xfrm>
        </p:spPr>
        <p:txBody>
          <a:bodyPr>
            <a:normAutofit/>
          </a:bodyPr>
          <a:lstStyle>
            <a:lvl1pPr>
              <a:defRPr sz="2000"/>
            </a:lvl1pPr>
            <a:lvl2pPr>
              <a:defRPr sz="2000"/>
            </a:lvl2pPr>
            <a:lvl3pPr>
              <a:defRPr sz="2000"/>
            </a:lvl3pPr>
            <a:lvl4pPr>
              <a:defRPr sz="2000"/>
            </a:lvl4pPr>
            <a:lvl5pPr>
              <a:defRPr sz="2000"/>
            </a:lvl5pPr>
            <a:lvl6pPr>
              <a:defRPr sz="2000" baseline="0"/>
            </a:lvl6pPr>
            <a:lvl7pPr>
              <a:defRPr sz="2000" baseline="0"/>
            </a:lvl7pPr>
            <a:lvl8pPr>
              <a:defRPr sz="2000" baseline="0"/>
            </a:lvl8pPr>
            <a:lvl9pPr>
              <a:defRPr sz="2000" baseline="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5257800" y="2057399"/>
            <a:ext cx="4114800" cy="5121276"/>
          </a:xfrm>
        </p:spPr>
        <p:txBody>
          <a:bodyPr>
            <a:normAutofit/>
          </a:bodyPr>
          <a:lstStyle>
            <a:lvl1pPr>
              <a:defRPr sz="2000"/>
            </a:lvl1pPr>
            <a:lvl2pPr>
              <a:defRPr sz="2000"/>
            </a:lvl2pPr>
            <a:lvl3pPr>
              <a:defRPr sz="2000"/>
            </a:lvl3pPr>
            <a:lvl4pPr>
              <a:defRPr sz="2000"/>
            </a:lvl4pPr>
            <a:lvl5pPr>
              <a:defRPr sz="2000"/>
            </a:lvl5pPr>
            <a:lvl6pPr>
              <a:defRPr sz="2000" baseline="0"/>
            </a:lvl6pPr>
            <a:lvl7pPr>
              <a:defRPr sz="2000" baseline="0"/>
            </a:lvl7pPr>
            <a:lvl8pPr>
              <a:defRPr sz="2000" baseline="0"/>
            </a:lvl8pPr>
            <a:lvl9pPr>
              <a:defRPr sz="2000" baseline="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8" name="Content Placeholder 3"/>
          <p:cNvSpPr>
            <a:spLocks noGrp="1"/>
          </p:cNvSpPr>
          <p:nvPr>
            <p:ph sz="half" idx="13"/>
          </p:nvPr>
        </p:nvSpPr>
        <p:spPr>
          <a:xfrm>
            <a:off x="9829800" y="2057399"/>
            <a:ext cx="4114800" cy="5121276"/>
          </a:xfrm>
        </p:spPr>
        <p:txBody>
          <a:bodyPr>
            <a:normAutofit/>
          </a:bodyPr>
          <a:lstStyle>
            <a:lvl1pPr>
              <a:defRPr sz="2000"/>
            </a:lvl1pPr>
            <a:lvl2pPr>
              <a:defRPr sz="2000"/>
            </a:lvl2pPr>
            <a:lvl3pPr>
              <a:defRPr sz="2000"/>
            </a:lvl3pPr>
            <a:lvl4pPr>
              <a:defRPr sz="2000"/>
            </a:lvl4pPr>
            <a:lvl5pPr>
              <a:defRPr sz="2000"/>
            </a:lvl5pPr>
            <a:lvl6pPr>
              <a:defRPr sz="2000" baseline="0"/>
            </a:lvl6pPr>
            <a:lvl7pPr>
              <a:defRPr sz="2000" baseline="0"/>
            </a:lvl7pPr>
            <a:lvl8pPr>
              <a:defRPr sz="2000" baseline="0"/>
            </a:lvl8pPr>
            <a:lvl9pPr>
              <a:defRPr sz="2000" baseline="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9" name="Title 8"/>
          <p:cNvSpPr>
            <a:spLocks noGrp="1"/>
          </p:cNvSpPr>
          <p:nvPr>
            <p:ph type="title"/>
          </p:nvPr>
        </p:nvSpPr>
        <p:spPr/>
        <p:txBody>
          <a:bodyPr/>
          <a:lstStyle/>
          <a:p>
            <a:r>
              <a:rPr lang="en-GB"/>
              <a:t>Click to edit Master title style</a:t>
            </a:r>
            <a:endParaRPr lang="en-US"/>
          </a:p>
        </p:txBody>
      </p:sp>
    </p:spTree>
    <p:extLst>
      <p:ext uri="{BB962C8B-B14F-4D97-AF65-F5344CB8AC3E}">
        <p14:creationId xmlns:p14="http://schemas.microsoft.com/office/powerpoint/2010/main" val="9499047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ext and Picture">
    <p:spTree>
      <p:nvGrpSpPr>
        <p:cNvPr id="1" name=""/>
        <p:cNvGrpSpPr/>
        <p:nvPr/>
      </p:nvGrpSpPr>
      <p:grpSpPr>
        <a:xfrm>
          <a:off x="0" y="0"/>
          <a:ext cx="0" cy="0"/>
          <a:chOff x="0" y="0"/>
          <a:chExt cx="0" cy="0"/>
        </a:xfrm>
      </p:grpSpPr>
      <p:grpSp>
        <p:nvGrpSpPr>
          <p:cNvPr id="13" name="Group 12"/>
          <p:cNvGrpSpPr/>
          <p:nvPr userDrawn="1"/>
        </p:nvGrpSpPr>
        <p:grpSpPr>
          <a:xfrm>
            <a:off x="-91440" y="-91440"/>
            <a:ext cx="14813280" cy="8412480"/>
            <a:chOff x="-91440" y="-91440"/>
            <a:chExt cx="14813280" cy="8412480"/>
          </a:xfrm>
        </p:grpSpPr>
        <p:cxnSp>
          <p:nvCxnSpPr>
            <p:cNvPr id="14" name="Straight Connector 13"/>
            <p:cNvCxnSpPr/>
            <p:nvPr userDrawn="1"/>
          </p:nvCxnSpPr>
          <p:spPr>
            <a:xfrm>
              <a:off x="-9144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userDrawn="1"/>
          </p:nvCxnSpPr>
          <p:spPr>
            <a:xfrm>
              <a:off x="-9144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userDrawn="1"/>
          </p:nvCxnSpPr>
          <p:spPr>
            <a:xfrm>
              <a:off x="-9144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userDrawn="1"/>
          </p:nvCxnSpPr>
          <p:spPr>
            <a:xfrm>
              <a:off x="1467612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userDrawn="1"/>
          </p:nvCxnSpPr>
          <p:spPr>
            <a:xfrm>
              <a:off x="1467612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userDrawn="1"/>
          </p:nvCxnSpPr>
          <p:spPr>
            <a:xfrm>
              <a:off x="1467612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userDrawn="1"/>
          </p:nvCxnSpPr>
          <p:spPr>
            <a:xfrm>
              <a:off x="685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userDrawn="1"/>
          </p:nvCxnSpPr>
          <p:spPr>
            <a:xfrm>
              <a:off x="13944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userDrawn="1"/>
          </p:nvCxnSpPr>
          <p:spPr>
            <a:xfrm>
              <a:off x="685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userDrawn="1"/>
          </p:nvCxnSpPr>
          <p:spPr>
            <a:xfrm>
              <a:off x="13944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userDrawn="1"/>
          </p:nvCxnSpPr>
          <p:spPr>
            <a:xfrm>
              <a:off x="11887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userDrawn="1"/>
          </p:nvCxnSpPr>
          <p:spPr>
            <a:xfrm>
              <a:off x="7315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userDrawn="1"/>
          </p:nvCxnSpPr>
          <p:spPr>
            <a:xfrm>
              <a:off x="7315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userDrawn="1"/>
          </p:nvCxnSpPr>
          <p:spPr>
            <a:xfrm>
              <a:off x="7086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userDrawn="1"/>
          </p:nvCxnSpPr>
          <p:spPr>
            <a:xfrm>
              <a:off x="7543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userDrawn="1"/>
          </p:nvCxnSpPr>
          <p:spPr>
            <a:xfrm>
              <a:off x="7086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userDrawn="1"/>
          </p:nvCxnSpPr>
          <p:spPr>
            <a:xfrm>
              <a:off x="7543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userDrawn="1"/>
          </p:nvCxnSpPr>
          <p:spPr>
            <a:xfrm>
              <a:off x="5257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userDrawn="1"/>
          </p:nvCxnSpPr>
          <p:spPr>
            <a:xfrm>
              <a:off x="4800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userDrawn="1"/>
          </p:nvCxnSpPr>
          <p:spPr>
            <a:xfrm>
              <a:off x="9372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userDrawn="1"/>
          </p:nvCxnSpPr>
          <p:spPr>
            <a:xfrm>
              <a:off x="9829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userDrawn="1"/>
          </p:nvCxnSpPr>
          <p:spPr>
            <a:xfrm>
              <a:off x="5257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userDrawn="1"/>
          </p:nvCxnSpPr>
          <p:spPr>
            <a:xfrm>
              <a:off x="9829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userDrawn="1"/>
          </p:nvCxnSpPr>
          <p:spPr>
            <a:xfrm>
              <a:off x="4800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userDrawn="1"/>
          </p:nvCxnSpPr>
          <p:spPr>
            <a:xfrm>
              <a:off x="9372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9" name="Straight Connector 38"/>
            <p:cNvCxnSpPr/>
            <p:nvPr userDrawn="1"/>
          </p:nvCxnSpPr>
          <p:spPr>
            <a:xfrm>
              <a:off x="11887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0" name="Straight Connector 39"/>
            <p:cNvCxnSpPr/>
            <p:nvPr userDrawn="1"/>
          </p:nvCxnSpPr>
          <p:spPr>
            <a:xfrm>
              <a:off x="1467612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userDrawn="1"/>
          </p:nvCxnSpPr>
          <p:spPr>
            <a:xfrm>
              <a:off x="-9144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grpSp>
      <p:sp>
        <p:nvSpPr>
          <p:cNvPr id="9" name="Picture Placeholder 8"/>
          <p:cNvSpPr>
            <a:spLocks noGrp="1"/>
          </p:cNvSpPr>
          <p:nvPr>
            <p:ph type="pic" sz="quarter" idx="13"/>
          </p:nvPr>
        </p:nvSpPr>
        <p:spPr>
          <a:xfrm>
            <a:off x="7315200" y="0"/>
            <a:ext cx="7315200" cy="8229600"/>
          </a:xfrm>
          <a:solidFill>
            <a:schemeClr val="bg1">
              <a:lumMod val="85000"/>
            </a:schemeClr>
          </a:solidFill>
        </p:spPr>
        <p:txBody>
          <a:bodyPr anchor="ctr" anchorCtr="0">
            <a:normAutofit/>
          </a:bodyPr>
          <a:lstStyle>
            <a:lvl1pPr algn="ctr">
              <a:defRPr sz="1600" b="0"/>
            </a:lvl1pPr>
          </a:lstStyle>
          <a:p>
            <a:r>
              <a:rPr lang="en-GB"/>
              <a:t>Click icon to add picture</a:t>
            </a:r>
            <a:endParaRPr lang="en-US" dirty="0"/>
          </a:p>
        </p:txBody>
      </p:sp>
      <p:sp>
        <p:nvSpPr>
          <p:cNvPr id="4" name="Title 3"/>
          <p:cNvSpPr>
            <a:spLocks noGrp="1"/>
          </p:cNvSpPr>
          <p:nvPr>
            <p:ph type="title"/>
          </p:nvPr>
        </p:nvSpPr>
        <p:spPr>
          <a:xfrm>
            <a:off x="685800" y="639763"/>
            <a:ext cx="6400800" cy="1417635"/>
          </a:xfrm>
        </p:spPr>
        <p:txBody>
          <a:bodyPr/>
          <a:lstStyle/>
          <a:p>
            <a:r>
              <a:rPr lang="en-GB"/>
              <a:t>Click to edit Master title style</a:t>
            </a:r>
            <a:endParaRPr lang="en-US" dirty="0"/>
          </a:p>
        </p:txBody>
      </p:sp>
      <p:sp>
        <p:nvSpPr>
          <p:cNvPr id="11" name="Text Box 115"/>
          <p:cNvSpPr txBox="1">
            <a:spLocks noChangeArrowheads="1"/>
          </p:cNvSpPr>
          <p:nvPr userDrawn="1"/>
        </p:nvSpPr>
        <p:spPr bwMode="auto">
          <a:xfrm>
            <a:off x="13533120" y="7580439"/>
            <a:ext cx="411480" cy="274320"/>
          </a:xfrm>
          <a:prstGeom prst="rect">
            <a:avLst/>
          </a:prstGeom>
          <a:noFill/>
          <a:ln w="9525">
            <a:noFill/>
            <a:miter lim="800000"/>
            <a:headEnd/>
            <a:tailEnd/>
          </a:ln>
          <a:effectLst/>
        </p:spPr>
        <p:txBody>
          <a:bodyPr wrap="square" lIns="0" tIns="0" rIns="0" bIns="0" anchor="ctr" anchorCtr="0">
            <a:noAutofit/>
          </a:bodyPr>
          <a:lstStyle/>
          <a:p>
            <a:pPr algn="r" defTabSz="820738">
              <a:spcBef>
                <a:spcPct val="50000"/>
              </a:spcBef>
            </a:pPr>
            <a:fld id="{18E29826-F105-4F77-B977-03F4A4723A21}" type="slidenum">
              <a:rPr lang="en-US" sz="1100" b="1" smtClean="0">
                <a:solidFill>
                  <a:schemeClr val="tx1"/>
                </a:solidFill>
              </a:rPr>
              <a:pPr/>
              <a:t>‹#›</a:t>
            </a:fld>
            <a:endParaRPr lang="en-US" sz="1100" b="1" dirty="0">
              <a:solidFill>
                <a:schemeClr val="tx1"/>
              </a:solidFill>
            </a:endParaRPr>
          </a:p>
        </p:txBody>
      </p:sp>
      <p:sp>
        <p:nvSpPr>
          <p:cNvPr id="3" name="Content Placeholder 2"/>
          <p:cNvSpPr>
            <a:spLocks noGrp="1"/>
          </p:cNvSpPr>
          <p:nvPr>
            <p:ph sz="quarter" idx="14"/>
          </p:nvPr>
        </p:nvSpPr>
        <p:spPr>
          <a:xfrm>
            <a:off x="685800" y="2057398"/>
            <a:ext cx="6400800" cy="51212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44" name="Graphic 43">
            <a:extLst>
              <a:ext uri="{FF2B5EF4-FFF2-40B4-BE49-F238E27FC236}">
                <a16:creationId xmlns:a16="http://schemas.microsoft.com/office/drawing/2014/main" id="{C091593C-4446-42A7-AA75-762280E3CD0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85800" y="7580437"/>
            <a:ext cx="2286000" cy="259238"/>
          </a:xfrm>
          <a:prstGeom prst="rect">
            <a:avLst/>
          </a:prstGeom>
        </p:spPr>
      </p:pic>
      <p:sp>
        <p:nvSpPr>
          <p:cNvPr id="2" name="Footer Placeholder 4">
            <a:extLst>
              <a:ext uri="{FF2B5EF4-FFF2-40B4-BE49-F238E27FC236}">
                <a16:creationId xmlns:a16="http://schemas.microsoft.com/office/drawing/2014/main" id="{22E539CF-BB89-9CFA-7450-C2FA97C11654}"/>
              </a:ext>
            </a:extLst>
          </p:cNvPr>
          <p:cNvSpPr txBox="1">
            <a:spLocks/>
          </p:cNvSpPr>
          <p:nvPr userDrawn="1"/>
        </p:nvSpPr>
        <p:spPr>
          <a:xfrm>
            <a:off x="3398520" y="7580439"/>
            <a:ext cx="3688080" cy="27432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tabLst/>
            </a:pPr>
            <a:r>
              <a:rPr lang="en-US" sz="1100" dirty="0"/>
              <a:t>© </a:t>
            </a:r>
            <a:fld id="{F0F03FDE-796C-4CED-8A2E-524BCF9DE0E5}" type="datetimeyyyy">
              <a:rPr lang="en-US" sz="1100" smtClean="0"/>
              <a:t>2026</a:t>
            </a:fld>
            <a:r>
              <a:rPr lang="en-US" sz="1100" dirty="0"/>
              <a:t> DXC Technology Company. All rights reserved.</a:t>
            </a:r>
          </a:p>
        </p:txBody>
      </p:sp>
      <p:sp>
        <p:nvSpPr>
          <p:cNvPr id="8" name="TextBox 7">
            <a:extLst>
              <a:ext uri="{FF2B5EF4-FFF2-40B4-BE49-F238E27FC236}">
                <a16:creationId xmlns:a16="http://schemas.microsoft.com/office/drawing/2014/main" id="{A4DDC75D-F9A1-2000-2199-FF8404A32C62}"/>
              </a:ext>
            </a:extLst>
          </p:cNvPr>
          <p:cNvSpPr txBox="1"/>
          <p:nvPr userDrawn="1"/>
        </p:nvSpPr>
        <p:spPr>
          <a:xfrm>
            <a:off x="5121910" y="7868126"/>
            <a:ext cx="2354579" cy="215444"/>
          </a:xfrm>
          <a:prstGeom prst="rect">
            <a:avLst/>
          </a:prstGeom>
          <a:noFill/>
        </p:spPr>
        <p:txBody>
          <a:bodyPr wrap="square">
            <a:spAutoFit/>
          </a:bodyPr>
          <a:lstStyle/>
          <a:p>
            <a:pPr algn="l"/>
            <a:r>
              <a:rPr lang="en-US" sz="800" b="1"/>
              <a:t>DXC Confidential with external sharing</a:t>
            </a:r>
          </a:p>
        </p:txBody>
      </p:sp>
    </p:spTree>
    <p:extLst>
      <p:ext uri="{BB962C8B-B14F-4D97-AF65-F5344CB8AC3E}">
        <p14:creationId xmlns:p14="http://schemas.microsoft.com/office/powerpoint/2010/main" val="25925750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ig Statement">
    <p:spTree>
      <p:nvGrpSpPr>
        <p:cNvPr id="1" name=""/>
        <p:cNvGrpSpPr/>
        <p:nvPr/>
      </p:nvGrpSpPr>
      <p:grpSpPr>
        <a:xfrm>
          <a:off x="0" y="0"/>
          <a:ext cx="0" cy="0"/>
          <a:chOff x="0" y="0"/>
          <a:chExt cx="0" cy="0"/>
        </a:xfrm>
      </p:grpSpPr>
      <p:sp>
        <p:nvSpPr>
          <p:cNvPr id="14" name="Text Placeholder 13"/>
          <p:cNvSpPr>
            <a:spLocks noGrp="1"/>
          </p:cNvSpPr>
          <p:nvPr>
            <p:ph type="body" sz="quarter" idx="13"/>
          </p:nvPr>
        </p:nvSpPr>
        <p:spPr>
          <a:xfrm>
            <a:off x="685800" y="2057399"/>
            <a:ext cx="11201400" cy="5121275"/>
          </a:xfrm>
        </p:spPr>
        <p:txBody>
          <a:bodyPr/>
          <a:lstStyle>
            <a:lvl1pPr>
              <a:lnSpc>
                <a:spcPct val="85000"/>
              </a:lnSpc>
              <a:spcBef>
                <a:spcPts val="0"/>
              </a:spcBef>
              <a:defRPr sz="5400">
                <a:solidFill>
                  <a:schemeClr val="accent1"/>
                </a:solidFill>
              </a:defRPr>
            </a:lvl1pPr>
            <a:lvl2pPr marL="0" indent="0">
              <a:spcBef>
                <a:spcPts val="900"/>
              </a:spcBef>
              <a:buFontTx/>
              <a:buNone/>
              <a:defRPr/>
            </a:lvl2pPr>
            <a:lvl3pPr marL="0" indent="0">
              <a:spcBef>
                <a:spcPts val="900"/>
              </a:spcBef>
              <a:buFontTx/>
              <a:buNone/>
              <a:defRPr/>
            </a:lvl3pPr>
            <a:lvl4pPr marL="0" indent="0">
              <a:spcBef>
                <a:spcPts val="900"/>
              </a:spcBef>
              <a:buFontTx/>
              <a:buNone/>
              <a:defRPr/>
            </a:lvl4pPr>
            <a:lvl5pPr marL="0" indent="0">
              <a:spcBef>
                <a:spcPts val="900"/>
              </a:spcBef>
              <a:buFontTx/>
              <a:buNone/>
              <a:defRPr/>
            </a:lvl5pPr>
            <a:lvl6pPr marL="0" indent="0">
              <a:spcBef>
                <a:spcPts val="900"/>
              </a:spcBef>
              <a:buFontTx/>
              <a:buNone/>
              <a:defRPr baseline="0"/>
            </a:lvl6pPr>
            <a:lvl7pPr marL="0" indent="0">
              <a:spcBef>
                <a:spcPts val="900"/>
              </a:spcBef>
              <a:buFontTx/>
              <a:buNone/>
              <a:defRPr baseline="0"/>
            </a:lvl7pPr>
            <a:lvl8pPr marL="0" indent="0">
              <a:spcBef>
                <a:spcPts val="900"/>
              </a:spcBef>
              <a:buFontTx/>
              <a:buNone/>
              <a:defRPr baseline="0"/>
            </a:lvl8pPr>
            <a:lvl9pPr marL="0" indent="0">
              <a:spcBef>
                <a:spcPts val="900"/>
              </a:spcBef>
              <a:buFontTx/>
              <a:buNone/>
              <a:defRPr baseline="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3643869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Pr>
        <a:solidFill>
          <a:schemeClr val="bg1"/>
        </a:solidFill>
        <a:effectLst/>
      </p:bgPr>
    </p:bg>
    <p:spTree>
      <p:nvGrpSpPr>
        <p:cNvPr id="1" name=""/>
        <p:cNvGrpSpPr/>
        <p:nvPr/>
      </p:nvGrpSpPr>
      <p:grpSpPr>
        <a:xfrm>
          <a:off x="0" y="0"/>
          <a:ext cx="0" cy="0"/>
          <a:chOff x="0" y="0"/>
          <a:chExt cx="0" cy="0"/>
        </a:xfrm>
      </p:grpSpPr>
      <p:grpSp>
        <p:nvGrpSpPr>
          <p:cNvPr id="12" name="Group 11"/>
          <p:cNvGrpSpPr/>
          <p:nvPr userDrawn="1"/>
        </p:nvGrpSpPr>
        <p:grpSpPr>
          <a:xfrm>
            <a:off x="-91440" y="-91440"/>
            <a:ext cx="14813280" cy="8412480"/>
            <a:chOff x="-91440" y="-91440"/>
            <a:chExt cx="14813280" cy="8412480"/>
          </a:xfrm>
        </p:grpSpPr>
        <p:cxnSp>
          <p:nvCxnSpPr>
            <p:cNvPr id="13" name="Straight Connector 12"/>
            <p:cNvCxnSpPr/>
            <p:nvPr userDrawn="1"/>
          </p:nvCxnSpPr>
          <p:spPr>
            <a:xfrm>
              <a:off x="-9144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userDrawn="1"/>
          </p:nvCxnSpPr>
          <p:spPr>
            <a:xfrm>
              <a:off x="-9144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userDrawn="1"/>
          </p:nvCxnSpPr>
          <p:spPr>
            <a:xfrm>
              <a:off x="-9144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userDrawn="1"/>
          </p:nvCxnSpPr>
          <p:spPr>
            <a:xfrm>
              <a:off x="1467612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userDrawn="1"/>
          </p:nvCxnSpPr>
          <p:spPr>
            <a:xfrm>
              <a:off x="1467612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userDrawn="1"/>
          </p:nvCxnSpPr>
          <p:spPr>
            <a:xfrm>
              <a:off x="1467612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userDrawn="1"/>
          </p:nvCxnSpPr>
          <p:spPr>
            <a:xfrm>
              <a:off x="685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userDrawn="1"/>
          </p:nvCxnSpPr>
          <p:spPr>
            <a:xfrm>
              <a:off x="13944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userDrawn="1"/>
          </p:nvCxnSpPr>
          <p:spPr>
            <a:xfrm>
              <a:off x="685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userDrawn="1"/>
          </p:nvCxnSpPr>
          <p:spPr>
            <a:xfrm>
              <a:off x="13944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userDrawn="1"/>
          </p:nvCxnSpPr>
          <p:spPr>
            <a:xfrm>
              <a:off x="11887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userDrawn="1"/>
          </p:nvCxnSpPr>
          <p:spPr>
            <a:xfrm>
              <a:off x="7315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userDrawn="1"/>
          </p:nvCxnSpPr>
          <p:spPr>
            <a:xfrm>
              <a:off x="7315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userDrawn="1"/>
          </p:nvCxnSpPr>
          <p:spPr>
            <a:xfrm>
              <a:off x="7086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userDrawn="1"/>
          </p:nvCxnSpPr>
          <p:spPr>
            <a:xfrm>
              <a:off x="7543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userDrawn="1"/>
          </p:nvCxnSpPr>
          <p:spPr>
            <a:xfrm>
              <a:off x="7086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userDrawn="1"/>
          </p:nvCxnSpPr>
          <p:spPr>
            <a:xfrm>
              <a:off x="7543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userDrawn="1"/>
          </p:nvCxnSpPr>
          <p:spPr>
            <a:xfrm>
              <a:off x="5257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userDrawn="1"/>
          </p:nvCxnSpPr>
          <p:spPr>
            <a:xfrm>
              <a:off x="4800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userDrawn="1"/>
          </p:nvCxnSpPr>
          <p:spPr>
            <a:xfrm>
              <a:off x="9372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userDrawn="1"/>
          </p:nvCxnSpPr>
          <p:spPr>
            <a:xfrm>
              <a:off x="9829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userDrawn="1"/>
          </p:nvCxnSpPr>
          <p:spPr>
            <a:xfrm>
              <a:off x="5257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9" name="Straight Connector 38"/>
            <p:cNvCxnSpPr/>
            <p:nvPr userDrawn="1"/>
          </p:nvCxnSpPr>
          <p:spPr>
            <a:xfrm>
              <a:off x="9829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0" name="Straight Connector 39"/>
            <p:cNvCxnSpPr/>
            <p:nvPr userDrawn="1"/>
          </p:nvCxnSpPr>
          <p:spPr>
            <a:xfrm>
              <a:off x="4800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userDrawn="1"/>
          </p:nvCxnSpPr>
          <p:spPr>
            <a:xfrm>
              <a:off x="9372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2" name="Straight Connector 41"/>
            <p:cNvCxnSpPr/>
            <p:nvPr userDrawn="1"/>
          </p:nvCxnSpPr>
          <p:spPr>
            <a:xfrm>
              <a:off x="11887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3" name="Straight Connector 42"/>
            <p:cNvCxnSpPr/>
            <p:nvPr userDrawn="1"/>
          </p:nvCxnSpPr>
          <p:spPr>
            <a:xfrm>
              <a:off x="1467612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userDrawn="1"/>
          </p:nvCxnSpPr>
          <p:spPr>
            <a:xfrm>
              <a:off x="-9144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grpSp>
      <p:sp>
        <p:nvSpPr>
          <p:cNvPr id="15" name="Text Box 115"/>
          <p:cNvSpPr txBox="1">
            <a:spLocks noChangeArrowheads="1"/>
          </p:cNvSpPr>
          <p:nvPr userDrawn="1"/>
        </p:nvSpPr>
        <p:spPr bwMode="auto">
          <a:xfrm>
            <a:off x="11893550" y="7580437"/>
            <a:ext cx="1639570" cy="274320"/>
          </a:xfrm>
          <a:prstGeom prst="rect">
            <a:avLst/>
          </a:prstGeom>
          <a:noFill/>
          <a:ln w="9525">
            <a:noFill/>
            <a:miter lim="800000"/>
            <a:headEnd/>
            <a:tailEnd/>
          </a:ln>
          <a:effectLst/>
        </p:spPr>
        <p:txBody>
          <a:bodyPr wrap="none" lIns="0" tIns="0" rIns="0" bIns="0" anchor="ctr" anchorCtr="0">
            <a:noAutofit/>
          </a:bodyPr>
          <a:lstStyle/>
          <a:p>
            <a:pPr algn="r" defTabSz="820738">
              <a:spcBef>
                <a:spcPct val="50000"/>
              </a:spcBef>
            </a:pPr>
            <a:fld id="{03C7D0F0-10D5-4191-B6F4-99306F468FEF}" type="datetime4">
              <a:rPr lang="en-US" sz="1100" b="0" smtClean="0">
                <a:solidFill>
                  <a:schemeClr val="bg1"/>
                </a:solidFill>
              </a:rPr>
              <a:pPr algn="r" defTabSz="820738">
                <a:spcBef>
                  <a:spcPct val="50000"/>
                </a:spcBef>
              </a:pPr>
              <a:t>January 26, 2026</a:t>
            </a:fld>
            <a:endParaRPr lang="en-US" sz="1100" b="0" dirty="0">
              <a:solidFill>
                <a:schemeClr val="bg1"/>
              </a:solidFill>
            </a:endParaRPr>
          </a:p>
        </p:txBody>
      </p:sp>
      <p:sp>
        <p:nvSpPr>
          <p:cNvPr id="16" name="Text Box 115"/>
          <p:cNvSpPr txBox="1">
            <a:spLocks noChangeArrowheads="1"/>
          </p:cNvSpPr>
          <p:nvPr userDrawn="1"/>
        </p:nvSpPr>
        <p:spPr bwMode="auto">
          <a:xfrm>
            <a:off x="13533120" y="7580439"/>
            <a:ext cx="411480" cy="274320"/>
          </a:xfrm>
          <a:prstGeom prst="rect">
            <a:avLst/>
          </a:prstGeom>
          <a:noFill/>
          <a:ln w="9525">
            <a:noFill/>
            <a:miter lim="800000"/>
            <a:headEnd/>
            <a:tailEnd/>
          </a:ln>
          <a:effectLst/>
        </p:spPr>
        <p:txBody>
          <a:bodyPr wrap="square" lIns="0" tIns="0" rIns="0" bIns="0" anchor="ctr" anchorCtr="0">
            <a:noAutofit/>
          </a:bodyPr>
          <a:lstStyle/>
          <a:p>
            <a:pPr algn="r" defTabSz="820738">
              <a:spcBef>
                <a:spcPct val="50000"/>
              </a:spcBef>
            </a:pPr>
            <a:fld id="{18E29826-F105-4F77-B977-03F4A4723A21}" type="slidenum">
              <a:rPr lang="en-US" sz="1100" b="1" smtClean="0">
                <a:solidFill>
                  <a:schemeClr val="bg1"/>
                </a:solidFill>
              </a:rPr>
              <a:pPr/>
              <a:t>‹#›</a:t>
            </a:fld>
            <a:endParaRPr lang="en-US" sz="1100" b="1" dirty="0">
              <a:solidFill>
                <a:schemeClr val="bg1"/>
              </a:solidFill>
            </a:endParaRPr>
          </a:p>
        </p:txBody>
      </p:sp>
      <p:pic>
        <p:nvPicPr>
          <p:cNvPr id="45" name="Graphic 44">
            <a:extLst>
              <a:ext uri="{FF2B5EF4-FFF2-40B4-BE49-F238E27FC236}">
                <a16:creationId xmlns:a16="http://schemas.microsoft.com/office/drawing/2014/main" id="{DE47D048-F78A-4D25-83CC-A1FB3F93EB8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85800" y="7561481"/>
            <a:ext cx="2468880" cy="279976"/>
          </a:xfrm>
          <a:prstGeom prst="rect">
            <a:avLst/>
          </a:prstGeom>
        </p:spPr>
      </p:pic>
      <p:sp>
        <p:nvSpPr>
          <p:cNvPr id="47" name="Text Box 115">
            <a:extLst>
              <a:ext uri="{FF2B5EF4-FFF2-40B4-BE49-F238E27FC236}">
                <a16:creationId xmlns:a16="http://schemas.microsoft.com/office/drawing/2014/main" id="{B207E4D1-23C4-49FF-8260-AC6970B95FC4}"/>
              </a:ext>
            </a:extLst>
          </p:cNvPr>
          <p:cNvSpPr txBox="1">
            <a:spLocks noChangeArrowheads="1"/>
          </p:cNvSpPr>
          <p:nvPr userDrawn="1"/>
        </p:nvSpPr>
        <p:spPr bwMode="auto">
          <a:xfrm>
            <a:off x="13533120" y="7580439"/>
            <a:ext cx="411480" cy="274320"/>
          </a:xfrm>
          <a:prstGeom prst="rect">
            <a:avLst/>
          </a:prstGeom>
          <a:noFill/>
          <a:ln w="9525">
            <a:noFill/>
            <a:miter lim="800000"/>
            <a:headEnd/>
            <a:tailEnd/>
          </a:ln>
          <a:effectLst/>
        </p:spPr>
        <p:txBody>
          <a:bodyPr wrap="square" lIns="0" tIns="0" rIns="0" bIns="0" anchor="ctr" anchorCtr="0">
            <a:noAutofit/>
          </a:bodyPr>
          <a:lstStyle/>
          <a:p>
            <a:pPr algn="r" defTabSz="820738">
              <a:spcBef>
                <a:spcPts val="0"/>
              </a:spcBef>
            </a:pPr>
            <a:fld id="{18E29826-F105-4F77-B977-03F4A4723A21}" type="slidenum">
              <a:rPr lang="en-US" sz="1100" b="1" smtClean="0">
                <a:solidFill>
                  <a:schemeClr val="tx1"/>
                </a:solidFill>
              </a:rPr>
              <a:pPr algn="r" defTabSz="820738">
                <a:spcBef>
                  <a:spcPts val="0"/>
                </a:spcBef>
              </a:pPr>
              <a:t>‹#›</a:t>
            </a:fld>
            <a:endParaRPr lang="en-US" sz="1100" b="1" dirty="0">
              <a:solidFill>
                <a:schemeClr val="tx1"/>
              </a:solidFill>
            </a:endParaRPr>
          </a:p>
        </p:txBody>
      </p:sp>
      <p:pic>
        <p:nvPicPr>
          <p:cNvPr id="52" name="Graphic 51">
            <a:extLst>
              <a:ext uri="{FF2B5EF4-FFF2-40B4-BE49-F238E27FC236}">
                <a16:creationId xmlns:a16="http://schemas.microsoft.com/office/drawing/2014/main" id="{925DB904-DAE2-4F1E-A174-E29E8F751170}"/>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685800" y="7580437"/>
            <a:ext cx="2286000" cy="259238"/>
          </a:xfrm>
          <a:prstGeom prst="rect">
            <a:avLst/>
          </a:prstGeom>
        </p:spPr>
      </p:pic>
      <p:sp>
        <p:nvSpPr>
          <p:cNvPr id="56" name="Rectangle: Single Corner Rounded 55">
            <a:extLst>
              <a:ext uri="{FF2B5EF4-FFF2-40B4-BE49-F238E27FC236}">
                <a16:creationId xmlns:a16="http://schemas.microsoft.com/office/drawing/2014/main" id="{106C60A4-E521-4756-B4C4-7D4CE00E4F0A}"/>
              </a:ext>
            </a:extLst>
          </p:cNvPr>
          <p:cNvSpPr/>
          <p:nvPr userDrawn="1"/>
        </p:nvSpPr>
        <p:spPr>
          <a:xfrm>
            <a:off x="695325" y="2057398"/>
            <a:ext cx="11201400" cy="3200400"/>
          </a:xfrm>
          <a:prstGeom prst="round1Rect">
            <a:avLst>
              <a:gd name="adj" fmla="val 24915"/>
            </a:avLst>
          </a:prstGeom>
          <a:solidFill>
            <a:schemeClr val="accent1"/>
          </a:solid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Title 1">
            <a:extLst>
              <a:ext uri="{FF2B5EF4-FFF2-40B4-BE49-F238E27FC236}">
                <a16:creationId xmlns:a16="http://schemas.microsoft.com/office/drawing/2014/main" id="{083C3818-4368-434E-9D55-569CC18CE446}"/>
              </a:ext>
            </a:extLst>
          </p:cNvPr>
          <p:cNvSpPr>
            <a:spLocks noGrp="1"/>
          </p:cNvSpPr>
          <p:nvPr>
            <p:ph type="ctrTitle"/>
          </p:nvPr>
        </p:nvSpPr>
        <p:spPr>
          <a:xfrm>
            <a:off x="1168400" y="2057400"/>
            <a:ext cx="9931400" cy="3200400"/>
          </a:xfrm>
        </p:spPr>
        <p:txBody>
          <a:bodyPr anchor="ctr" anchorCtr="0">
            <a:noAutofit/>
          </a:bodyPr>
          <a:lstStyle>
            <a:lvl1pPr>
              <a:defRPr sz="5400">
                <a:solidFill>
                  <a:schemeClr val="bg1"/>
                </a:solidFill>
              </a:defRPr>
            </a:lvl1pPr>
          </a:lstStyle>
          <a:p>
            <a:r>
              <a:rPr lang="en-GB"/>
              <a:t>Click to edit Master title style</a:t>
            </a:r>
            <a:endParaRPr lang="en-US" dirty="0"/>
          </a:p>
        </p:txBody>
      </p:sp>
      <p:sp>
        <p:nvSpPr>
          <p:cNvPr id="58" name="Subtitle 2">
            <a:extLst>
              <a:ext uri="{FF2B5EF4-FFF2-40B4-BE49-F238E27FC236}">
                <a16:creationId xmlns:a16="http://schemas.microsoft.com/office/drawing/2014/main" id="{A99EC16D-6BC6-4571-A314-8BE9BEF6FD89}"/>
              </a:ext>
            </a:extLst>
          </p:cNvPr>
          <p:cNvSpPr>
            <a:spLocks noGrp="1"/>
          </p:cNvSpPr>
          <p:nvPr>
            <p:ph type="subTitle" idx="1"/>
          </p:nvPr>
        </p:nvSpPr>
        <p:spPr>
          <a:xfrm>
            <a:off x="1168400" y="5686106"/>
            <a:ext cx="9931399" cy="914400"/>
          </a:xfrm>
        </p:spPr>
        <p:txBody>
          <a:bodyPr>
            <a:noAutofit/>
          </a:bodyPr>
          <a:lstStyle>
            <a:lvl1pPr marL="0" indent="0" algn="l">
              <a:spcBef>
                <a:spcPts val="0"/>
              </a:spcBef>
              <a:buNone/>
              <a:defRPr sz="2800">
                <a:solidFill>
                  <a:srgbClr val="63666F"/>
                </a:solidFill>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GB"/>
              <a:t>Click to edit Master subtitle style</a:t>
            </a:r>
            <a:endParaRPr lang="en-US" dirty="0"/>
          </a:p>
        </p:txBody>
      </p:sp>
      <p:sp>
        <p:nvSpPr>
          <p:cNvPr id="3" name="Footer Placeholder 4">
            <a:extLst>
              <a:ext uri="{FF2B5EF4-FFF2-40B4-BE49-F238E27FC236}">
                <a16:creationId xmlns:a16="http://schemas.microsoft.com/office/drawing/2014/main" id="{2D32F9C5-294A-36D8-523F-F0DB5B550F85}"/>
              </a:ext>
            </a:extLst>
          </p:cNvPr>
          <p:cNvSpPr txBox="1">
            <a:spLocks/>
          </p:cNvSpPr>
          <p:nvPr userDrawn="1"/>
        </p:nvSpPr>
        <p:spPr>
          <a:xfrm>
            <a:off x="4800600" y="7580439"/>
            <a:ext cx="5029200" cy="27432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t>© </a:t>
            </a:r>
            <a:fld id="{C0650B53-F5B1-403A-BD70-58B7AE2589AD}" type="datetimeyyyy">
              <a:rPr lang="en-US" sz="1100" smtClean="0"/>
              <a:t>2026</a:t>
            </a:fld>
            <a:r>
              <a:rPr lang="en-US" sz="1100" dirty="0"/>
              <a:t> DXC Technology Company. All rights reserved.</a:t>
            </a:r>
          </a:p>
        </p:txBody>
      </p:sp>
      <p:sp>
        <p:nvSpPr>
          <p:cNvPr id="2" name="TextBox 1">
            <a:extLst>
              <a:ext uri="{FF2B5EF4-FFF2-40B4-BE49-F238E27FC236}">
                <a16:creationId xmlns:a16="http://schemas.microsoft.com/office/drawing/2014/main" id="{E887BF89-0368-06B6-7C2B-23CFFD6BF4BD}"/>
              </a:ext>
            </a:extLst>
          </p:cNvPr>
          <p:cNvSpPr txBox="1"/>
          <p:nvPr userDrawn="1"/>
        </p:nvSpPr>
        <p:spPr>
          <a:xfrm>
            <a:off x="6137910" y="7868126"/>
            <a:ext cx="2354579" cy="215444"/>
          </a:xfrm>
          <a:prstGeom prst="rect">
            <a:avLst/>
          </a:prstGeom>
          <a:noFill/>
        </p:spPr>
        <p:txBody>
          <a:bodyPr wrap="square">
            <a:spAutoFit/>
          </a:bodyPr>
          <a:lstStyle/>
          <a:p>
            <a:pPr algn="l"/>
            <a:r>
              <a:rPr lang="en-US" sz="800" b="1"/>
              <a:t>DXC Confidential with external sharing</a:t>
            </a:r>
          </a:p>
        </p:txBody>
      </p:sp>
    </p:spTree>
    <p:extLst>
      <p:ext uri="{BB962C8B-B14F-4D97-AF65-F5344CB8AC3E}">
        <p14:creationId xmlns:p14="http://schemas.microsoft.com/office/powerpoint/2010/main" val="19501105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Section Header 2">
    <p:bg>
      <p:bgPr>
        <a:solidFill>
          <a:schemeClr val="bg1"/>
        </a:solidFill>
        <a:effectLst/>
      </p:bgPr>
    </p:bg>
    <p:spTree>
      <p:nvGrpSpPr>
        <p:cNvPr id="1" name=""/>
        <p:cNvGrpSpPr/>
        <p:nvPr/>
      </p:nvGrpSpPr>
      <p:grpSpPr>
        <a:xfrm>
          <a:off x="0" y="0"/>
          <a:ext cx="0" cy="0"/>
          <a:chOff x="0" y="0"/>
          <a:chExt cx="0" cy="0"/>
        </a:xfrm>
      </p:grpSpPr>
      <p:grpSp>
        <p:nvGrpSpPr>
          <p:cNvPr id="12" name="Group 11"/>
          <p:cNvGrpSpPr/>
          <p:nvPr userDrawn="1"/>
        </p:nvGrpSpPr>
        <p:grpSpPr>
          <a:xfrm>
            <a:off x="-91440" y="-91440"/>
            <a:ext cx="14813280" cy="8412480"/>
            <a:chOff x="-91440" y="-91440"/>
            <a:chExt cx="14813280" cy="8412480"/>
          </a:xfrm>
        </p:grpSpPr>
        <p:cxnSp>
          <p:nvCxnSpPr>
            <p:cNvPr id="13" name="Straight Connector 12"/>
            <p:cNvCxnSpPr/>
            <p:nvPr userDrawn="1"/>
          </p:nvCxnSpPr>
          <p:spPr>
            <a:xfrm>
              <a:off x="-9144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userDrawn="1"/>
          </p:nvCxnSpPr>
          <p:spPr>
            <a:xfrm>
              <a:off x="-9144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userDrawn="1"/>
          </p:nvCxnSpPr>
          <p:spPr>
            <a:xfrm>
              <a:off x="-9144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userDrawn="1"/>
          </p:nvCxnSpPr>
          <p:spPr>
            <a:xfrm>
              <a:off x="1467612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userDrawn="1"/>
          </p:nvCxnSpPr>
          <p:spPr>
            <a:xfrm>
              <a:off x="1467612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userDrawn="1"/>
          </p:nvCxnSpPr>
          <p:spPr>
            <a:xfrm>
              <a:off x="1467612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userDrawn="1"/>
          </p:nvCxnSpPr>
          <p:spPr>
            <a:xfrm>
              <a:off x="685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userDrawn="1"/>
          </p:nvCxnSpPr>
          <p:spPr>
            <a:xfrm>
              <a:off x="13944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userDrawn="1"/>
          </p:nvCxnSpPr>
          <p:spPr>
            <a:xfrm>
              <a:off x="685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userDrawn="1"/>
          </p:nvCxnSpPr>
          <p:spPr>
            <a:xfrm>
              <a:off x="13944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userDrawn="1"/>
          </p:nvCxnSpPr>
          <p:spPr>
            <a:xfrm>
              <a:off x="11887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userDrawn="1"/>
          </p:nvCxnSpPr>
          <p:spPr>
            <a:xfrm>
              <a:off x="7315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userDrawn="1"/>
          </p:nvCxnSpPr>
          <p:spPr>
            <a:xfrm>
              <a:off x="7315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userDrawn="1"/>
          </p:nvCxnSpPr>
          <p:spPr>
            <a:xfrm>
              <a:off x="7086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userDrawn="1"/>
          </p:nvCxnSpPr>
          <p:spPr>
            <a:xfrm>
              <a:off x="7543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userDrawn="1"/>
          </p:nvCxnSpPr>
          <p:spPr>
            <a:xfrm>
              <a:off x="7086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userDrawn="1"/>
          </p:nvCxnSpPr>
          <p:spPr>
            <a:xfrm>
              <a:off x="7543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userDrawn="1"/>
          </p:nvCxnSpPr>
          <p:spPr>
            <a:xfrm>
              <a:off x="5257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userDrawn="1"/>
          </p:nvCxnSpPr>
          <p:spPr>
            <a:xfrm>
              <a:off x="4800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userDrawn="1"/>
          </p:nvCxnSpPr>
          <p:spPr>
            <a:xfrm>
              <a:off x="9372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userDrawn="1"/>
          </p:nvCxnSpPr>
          <p:spPr>
            <a:xfrm>
              <a:off x="9829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userDrawn="1"/>
          </p:nvCxnSpPr>
          <p:spPr>
            <a:xfrm>
              <a:off x="5257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9" name="Straight Connector 38"/>
            <p:cNvCxnSpPr/>
            <p:nvPr userDrawn="1"/>
          </p:nvCxnSpPr>
          <p:spPr>
            <a:xfrm>
              <a:off x="9829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0" name="Straight Connector 39"/>
            <p:cNvCxnSpPr/>
            <p:nvPr userDrawn="1"/>
          </p:nvCxnSpPr>
          <p:spPr>
            <a:xfrm>
              <a:off x="4800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userDrawn="1"/>
          </p:nvCxnSpPr>
          <p:spPr>
            <a:xfrm>
              <a:off x="9372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2" name="Straight Connector 41"/>
            <p:cNvCxnSpPr/>
            <p:nvPr userDrawn="1"/>
          </p:nvCxnSpPr>
          <p:spPr>
            <a:xfrm>
              <a:off x="11887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3" name="Straight Connector 42"/>
            <p:cNvCxnSpPr/>
            <p:nvPr userDrawn="1"/>
          </p:nvCxnSpPr>
          <p:spPr>
            <a:xfrm>
              <a:off x="1467612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userDrawn="1"/>
          </p:nvCxnSpPr>
          <p:spPr>
            <a:xfrm>
              <a:off x="-9144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grpSp>
      <p:sp>
        <p:nvSpPr>
          <p:cNvPr id="52" name="Rectangle: Single Corner Rounded 51">
            <a:extLst>
              <a:ext uri="{FF2B5EF4-FFF2-40B4-BE49-F238E27FC236}">
                <a16:creationId xmlns:a16="http://schemas.microsoft.com/office/drawing/2014/main" id="{16D803CF-5C46-4998-BEA0-760D4BDFAA5E}"/>
              </a:ext>
            </a:extLst>
          </p:cNvPr>
          <p:cNvSpPr/>
          <p:nvPr userDrawn="1"/>
        </p:nvSpPr>
        <p:spPr>
          <a:xfrm>
            <a:off x="685800" y="639764"/>
            <a:ext cx="8314499" cy="6538910"/>
          </a:xfrm>
          <a:prstGeom prst="round1Rect">
            <a:avLst>
              <a:gd name="adj" fmla="val 17070"/>
            </a:avLst>
          </a:prstGeom>
          <a:solidFill>
            <a:schemeClr val="accent1"/>
          </a:solid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Title 1">
            <a:extLst>
              <a:ext uri="{FF2B5EF4-FFF2-40B4-BE49-F238E27FC236}">
                <a16:creationId xmlns:a16="http://schemas.microsoft.com/office/drawing/2014/main" id="{B8034992-7FB5-4D10-85B6-A1E0AA858F19}"/>
              </a:ext>
            </a:extLst>
          </p:cNvPr>
          <p:cNvSpPr>
            <a:spLocks noGrp="1"/>
          </p:cNvSpPr>
          <p:nvPr>
            <p:ph type="ctrTitle"/>
          </p:nvPr>
        </p:nvSpPr>
        <p:spPr>
          <a:xfrm>
            <a:off x="1214985" y="2117489"/>
            <a:ext cx="7217229" cy="2545080"/>
          </a:xfrm>
        </p:spPr>
        <p:txBody>
          <a:bodyPr anchor="ctr" anchorCtr="0">
            <a:noAutofit/>
          </a:bodyPr>
          <a:lstStyle>
            <a:lvl1pPr>
              <a:defRPr sz="5400">
                <a:solidFill>
                  <a:schemeClr val="bg1"/>
                </a:solidFill>
              </a:defRPr>
            </a:lvl1pPr>
          </a:lstStyle>
          <a:p>
            <a:r>
              <a:rPr lang="en-GB"/>
              <a:t>Click to edit Master title style</a:t>
            </a:r>
            <a:endParaRPr lang="en-US" dirty="0"/>
          </a:p>
        </p:txBody>
      </p:sp>
      <p:sp>
        <p:nvSpPr>
          <p:cNvPr id="49" name="Subtitle 2">
            <a:extLst>
              <a:ext uri="{FF2B5EF4-FFF2-40B4-BE49-F238E27FC236}">
                <a16:creationId xmlns:a16="http://schemas.microsoft.com/office/drawing/2014/main" id="{95862D04-C327-4882-82FB-72E8CCD130B4}"/>
              </a:ext>
            </a:extLst>
          </p:cNvPr>
          <p:cNvSpPr>
            <a:spLocks noGrp="1"/>
          </p:cNvSpPr>
          <p:nvPr>
            <p:ph type="subTitle" idx="1"/>
          </p:nvPr>
        </p:nvSpPr>
        <p:spPr>
          <a:xfrm>
            <a:off x="1214985" y="4830209"/>
            <a:ext cx="7217229" cy="914400"/>
          </a:xfrm>
        </p:spPr>
        <p:txBody>
          <a:bodyPr>
            <a:noAutofit/>
          </a:bodyPr>
          <a:lstStyle>
            <a:lvl1pPr marL="0" indent="0" algn="l">
              <a:spcBef>
                <a:spcPts val="0"/>
              </a:spcBef>
              <a:buNone/>
              <a:defRPr sz="2800">
                <a:solidFill>
                  <a:schemeClr val="bg1"/>
                </a:solidFill>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GB"/>
              <a:t>Click to edit Master subtitle style</a:t>
            </a:r>
            <a:endParaRPr lang="en-US" dirty="0"/>
          </a:p>
        </p:txBody>
      </p:sp>
      <p:sp>
        <p:nvSpPr>
          <p:cNvPr id="46" name="Text Box 115">
            <a:extLst>
              <a:ext uri="{FF2B5EF4-FFF2-40B4-BE49-F238E27FC236}">
                <a16:creationId xmlns:a16="http://schemas.microsoft.com/office/drawing/2014/main" id="{B7410DDF-33B2-4E49-9D88-0AEC09F35B06}"/>
              </a:ext>
            </a:extLst>
          </p:cNvPr>
          <p:cNvSpPr txBox="1">
            <a:spLocks noChangeArrowheads="1"/>
          </p:cNvSpPr>
          <p:nvPr userDrawn="1"/>
        </p:nvSpPr>
        <p:spPr bwMode="auto">
          <a:xfrm>
            <a:off x="11893550" y="7580437"/>
            <a:ext cx="1639570" cy="274320"/>
          </a:xfrm>
          <a:prstGeom prst="rect">
            <a:avLst/>
          </a:prstGeom>
          <a:noFill/>
          <a:ln w="9525">
            <a:noFill/>
            <a:miter lim="800000"/>
            <a:headEnd/>
            <a:tailEnd/>
          </a:ln>
          <a:effectLst/>
        </p:spPr>
        <p:txBody>
          <a:bodyPr wrap="none" lIns="0" tIns="0" rIns="0" bIns="0" anchor="ctr" anchorCtr="0">
            <a:noAutofit/>
          </a:bodyPr>
          <a:lstStyle/>
          <a:p>
            <a:pPr algn="r" defTabSz="820738">
              <a:spcBef>
                <a:spcPct val="50000"/>
              </a:spcBef>
            </a:pPr>
            <a:fld id="{03C7D0F0-10D5-4191-B6F4-99306F468FEF}" type="datetime4">
              <a:rPr lang="en-US" sz="1100" b="0" smtClean="0">
                <a:solidFill>
                  <a:schemeClr val="bg1"/>
                </a:solidFill>
              </a:rPr>
              <a:pPr algn="r" defTabSz="820738">
                <a:spcBef>
                  <a:spcPct val="50000"/>
                </a:spcBef>
              </a:pPr>
              <a:t>January 26, 2026</a:t>
            </a:fld>
            <a:endParaRPr lang="en-US" sz="1100" b="0" dirty="0">
              <a:solidFill>
                <a:schemeClr val="bg1"/>
              </a:solidFill>
            </a:endParaRPr>
          </a:p>
        </p:txBody>
      </p:sp>
      <p:sp>
        <p:nvSpPr>
          <p:cNvPr id="50" name="Text Box 115">
            <a:extLst>
              <a:ext uri="{FF2B5EF4-FFF2-40B4-BE49-F238E27FC236}">
                <a16:creationId xmlns:a16="http://schemas.microsoft.com/office/drawing/2014/main" id="{56CCFE87-E52F-4030-93DB-4F8A10CB8AFE}"/>
              </a:ext>
            </a:extLst>
          </p:cNvPr>
          <p:cNvSpPr txBox="1">
            <a:spLocks noChangeArrowheads="1"/>
          </p:cNvSpPr>
          <p:nvPr userDrawn="1"/>
        </p:nvSpPr>
        <p:spPr bwMode="auto">
          <a:xfrm>
            <a:off x="13533120" y="7580439"/>
            <a:ext cx="411480" cy="274320"/>
          </a:xfrm>
          <a:prstGeom prst="rect">
            <a:avLst/>
          </a:prstGeom>
          <a:noFill/>
          <a:ln w="9525">
            <a:noFill/>
            <a:miter lim="800000"/>
            <a:headEnd/>
            <a:tailEnd/>
          </a:ln>
          <a:effectLst/>
        </p:spPr>
        <p:txBody>
          <a:bodyPr wrap="square" lIns="0" tIns="0" rIns="0" bIns="0" anchor="ctr" anchorCtr="0">
            <a:noAutofit/>
          </a:bodyPr>
          <a:lstStyle/>
          <a:p>
            <a:pPr algn="r" defTabSz="820738">
              <a:spcBef>
                <a:spcPct val="50000"/>
              </a:spcBef>
            </a:pPr>
            <a:fld id="{18E29826-F105-4F77-B977-03F4A4723A21}" type="slidenum">
              <a:rPr lang="en-US" sz="1100" b="1" smtClean="0">
                <a:solidFill>
                  <a:schemeClr val="bg1"/>
                </a:solidFill>
              </a:rPr>
              <a:pPr/>
              <a:t>‹#›</a:t>
            </a:fld>
            <a:endParaRPr lang="en-US" sz="1100" b="1" dirty="0">
              <a:solidFill>
                <a:schemeClr val="bg1"/>
              </a:solidFill>
            </a:endParaRPr>
          </a:p>
        </p:txBody>
      </p:sp>
      <p:pic>
        <p:nvPicPr>
          <p:cNvPr id="53" name="Graphic 52">
            <a:extLst>
              <a:ext uri="{FF2B5EF4-FFF2-40B4-BE49-F238E27FC236}">
                <a16:creationId xmlns:a16="http://schemas.microsoft.com/office/drawing/2014/main" id="{082CA323-F067-4A36-86B4-C9C89385A40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85800" y="7561481"/>
            <a:ext cx="2468880" cy="279976"/>
          </a:xfrm>
          <a:prstGeom prst="rect">
            <a:avLst/>
          </a:prstGeom>
        </p:spPr>
      </p:pic>
      <p:sp>
        <p:nvSpPr>
          <p:cNvPr id="55" name="Text Box 115">
            <a:extLst>
              <a:ext uri="{FF2B5EF4-FFF2-40B4-BE49-F238E27FC236}">
                <a16:creationId xmlns:a16="http://schemas.microsoft.com/office/drawing/2014/main" id="{95D42EA8-C373-4F2E-A7AA-89495E86AEA6}"/>
              </a:ext>
            </a:extLst>
          </p:cNvPr>
          <p:cNvSpPr txBox="1">
            <a:spLocks noChangeArrowheads="1"/>
          </p:cNvSpPr>
          <p:nvPr userDrawn="1"/>
        </p:nvSpPr>
        <p:spPr bwMode="auto">
          <a:xfrm>
            <a:off x="13533120" y="7580439"/>
            <a:ext cx="411480" cy="274320"/>
          </a:xfrm>
          <a:prstGeom prst="rect">
            <a:avLst/>
          </a:prstGeom>
          <a:noFill/>
          <a:ln w="9525">
            <a:noFill/>
            <a:miter lim="800000"/>
            <a:headEnd/>
            <a:tailEnd/>
          </a:ln>
          <a:effectLst/>
        </p:spPr>
        <p:txBody>
          <a:bodyPr wrap="square" lIns="0" tIns="0" rIns="0" bIns="0" anchor="ctr" anchorCtr="0">
            <a:noAutofit/>
          </a:bodyPr>
          <a:lstStyle/>
          <a:p>
            <a:pPr algn="r" defTabSz="820738">
              <a:spcBef>
                <a:spcPts val="0"/>
              </a:spcBef>
            </a:pPr>
            <a:fld id="{18E29826-F105-4F77-B977-03F4A4723A21}" type="slidenum">
              <a:rPr lang="en-US" sz="1100" b="1" smtClean="0">
                <a:solidFill>
                  <a:schemeClr val="tx1"/>
                </a:solidFill>
              </a:rPr>
              <a:pPr algn="r" defTabSz="820738">
                <a:spcBef>
                  <a:spcPts val="0"/>
                </a:spcBef>
              </a:pPr>
              <a:t>‹#›</a:t>
            </a:fld>
            <a:endParaRPr lang="en-US" sz="1100" b="1" dirty="0">
              <a:solidFill>
                <a:schemeClr val="tx1"/>
              </a:solidFill>
            </a:endParaRPr>
          </a:p>
        </p:txBody>
      </p:sp>
      <p:pic>
        <p:nvPicPr>
          <p:cNvPr id="57" name="Graphic 56">
            <a:extLst>
              <a:ext uri="{FF2B5EF4-FFF2-40B4-BE49-F238E27FC236}">
                <a16:creationId xmlns:a16="http://schemas.microsoft.com/office/drawing/2014/main" id="{329D370C-B3C9-49CC-A16E-95762D2349B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685800" y="7580437"/>
            <a:ext cx="2286000" cy="259238"/>
          </a:xfrm>
          <a:prstGeom prst="rect">
            <a:avLst/>
          </a:prstGeom>
        </p:spPr>
      </p:pic>
      <p:sp>
        <p:nvSpPr>
          <p:cNvPr id="3" name="Footer Placeholder 4">
            <a:extLst>
              <a:ext uri="{FF2B5EF4-FFF2-40B4-BE49-F238E27FC236}">
                <a16:creationId xmlns:a16="http://schemas.microsoft.com/office/drawing/2014/main" id="{B732A361-630E-4E1C-5468-3CF87B532CD2}"/>
              </a:ext>
            </a:extLst>
          </p:cNvPr>
          <p:cNvSpPr txBox="1">
            <a:spLocks/>
          </p:cNvSpPr>
          <p:nvPr userDrawn="1"/>
        </p:nvSpPr>
        <p:spPr>
          <a:xfrm>
            <a:off x="4800600" y="7580439"/>
            <a:ext cx="5029200" cy="27432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t>© </a:t>
            </a:r>
            <a:fld id="{C0650B53-F5B1-403A-BD70-58B7AE2589AD}" type="datetimeyyyy">
              <a:rPr lang="en-US" sz="1100" smtClean="0"/>
              <a:t>2026</a:t>
            </a:fld>
            <a:r>
              <a:rPr lang="en-US" sz="1100" dirty="0"/>
              <a:t> DXC Technology Company. All rights reserved.</a:t>
            </a:r>
          </a:p>
        </p:txBody>
      </p:sp>
      <p:sp>
        <p:nvSpPr>
          <p:cNvPr id="2" name="TextBox 1">
            <a:extLst>
              <a:ext uri="{FF2B5EF4-FFF2-40B4-BE49-F238E27FC236}">
                <a16:creationId xmlns:a16="http://schemas.microsoft.com/office/drawing/2014/main" id="{58AEDB4C-478A-8794-6542-252DABC8A735}"/>
              </a:ext>
            </a:extLst>
          </p:cNvPr>
          <p:cNvSpPr txBox="1"/>
          <p:nvPr userDrawn="1"/>
        </p:nvSpPr>
        <p:spPr>
          <a:xfrm>
            <a:off x="6137910" y="7868126"/>
            <a:ext cx="2354579" cy="215444"/>
          </a:xfrm>
          <a:prstGeom prst="rect">
            <a:avLst/>
          </a:prstGeom>
          <a:noFill/>
        </p:spPr>
        <p:txBody>
          <a:bodyPr wrap="square">
            <a:spAutoFit/>
          </a:bodyPr>
          <a:lstStyle/>
          <a:p>
            <a:pPr algn="l"/>
            <a:r>
              <a:rPr lang="en-US" sz="800" b="1"/>
              <a:t>DXC Confidential with external sharing</a:t>
            </a:r>
          </a:p>
        </p:txBody>
      </p:sp>
    </p:spTree>
    <p:extLst>
      <p:ext uri="{BB962C8B-B14F-4D97-AF65-F5344CB8AC3E}">
        <p14:creationId xmlns:p14="http://schemas.microsoft.com/office/powerpoint/2010/main" val="2698042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Section Header 3">
    <p:bg>
      <p:bgPr>
        <a:solidFill>
          <a:schemeClr val="bg1"/>
        </a:solidFill>
        <a:effectLst/>
      </p:bgPr>
    </p:bg>
    <p:spTree>
      <p:nvGrpSpPr>
        <p:cNvPr id="1" name=""/>
        <p:cNvGrpSpPr/>
        <p:nvPr/>
      </p:nvGrpSpPr>
      <p:grpSpPr>
        <a:xfrm>
          <a:off x="0" y="0"/>
          <a:ext cx="0" cy="0"/>
          <a:chOff x="0" y="0"/>
          <a:chExt cx="0" cy="0"/>
        </a:xfrm>
      </p:grpSpPr>
      <p:grpSp>
        <p:nvGrpSpPr>
          <p:cNvPr id="12" name="Group 11"/>
          <p:cNvGrpSpPr/>
          <p:nvPr userDrawn="1"/>
        </p:nvGrpSpPr>
        <p:grpSpPr>
          <a:xfrm>
            <a:off x="-91440" y="-91440"/>
            <a:ext cx="14813280" cy="8412480"/>
            <a:chOff x="-91440" y="-91440"/>
            <a:chExt cx="14813280" cy="8412480"/>
          </a:xfrm>
        </p:grpSpPr>
        <p:cxnSp>
          <p:nvCxnSpPr>
            <p:cNvPr id="13" name="Straight Connector 12"/>
            <p:cNvCxnSpPr/>
            <p:nvPr userDrawn="1"/>
          </p:nvCxnSpPr>
          <p:spPr>
            <a:xfrm>
              <a:off x="-9144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userDrawn="1"/>
          </p:nvCxnSpPr>
          <p:spPr>
            <a:xfrm>
              <a:off x="-9144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userDrawn="1"/>
          </p:nvCxnSpPr>
          <p:spPr>
            <a:xfrm>
              <a:off x="-9144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userDrawn="1"/>
          </p:nvCxnSpPr>
          <p:spPr>
            <a:xfrm>
              <a:off x="1467612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userDrawn="1"/>
          </p:nvCxnSpPr>
          <p:spPr>
            <a:xfrm>
              <a:off x="1467612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userDrawn="1"/>
          </p:nvCxnSpPr>
          <p:spPr>
            <a:xfrm>
              <a:off x="1467612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userDrawn="1"/>
          </p:nvCxnSpPr>
          <p:spPr>
            <a:xfrm>
              <a:off x="685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userDrawn="1"/>
          </p:nvCxnSpPr>
          <p:spPr>
            <a:xfrm>
              <a:off x="13944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userDrawn="1"/>
          </p:nvCxnSpPr>
          <p:spPr>
            <a:xfrm>
              <a:off x="685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userDrawn="1"/>
          </p:nvCxnSpPr>
          <p:spPr>
            <a:xfrm>
              <a:off x="13944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userDrawn="1"/>
          </p:nvCxnSpPr>
          <p:spPr>
            <a:xfrm>
              <a:off x="11887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userDrawn="1"/>
          </p:nvCxnSpPr>
          <p:spPr>
            <a:xfrm>
              <a:off x="7315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userDrawn="1"/>
          </p:nvCxnSpPr>
          <p:spPr>
            <a:xfrm>
              <a:off x="7315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userDrawn="1"/>
          </p:nvCxnSpPr>
          <p:spPr>
            <a:xfrm>
              <a:off x="7086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userDrawn="1"/>
          </p:nvCxnSpPr>
          <p:spPr>
            <a:xfrm>
              <a:off x="7543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userDrawn="1"/>
          </p:nvCxnSpPr>
          <p:spPr>
            <a:xfrm>
              <a:off x="7086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userDrawn="1"/>
          </p:nvCxnSpPr>
          <p:spPr>
            <a:xfrm>
              <a:off x="7543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userDrawn="1"/>
          </p:nvCxnSpPr>
          <p:spPr>
            <a:xfrm>
              <a:off x="5257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userDrawn="1"/>
          </p:nvCxnSpPr>
          <p:spPr>
            <a:xfrm>
              <a:off x="4800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userDrawn="1"/>
          </p:nvCxnSpPr>
          <p:spPr>
            <a:xfrm>
              <a:off x="9372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userDrawn="1"/>
          </p:nvCxnSpPr>
          <p:spPr>
            <a:xfrm>
              <a:off x="9829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userDrawn="1"/>
          </p:nvCxnSpPr>
          <p:spPr>
            <a:xfrm>
              <a:off x="5257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9" name="Straight Connector 38"/>
            <p:cNvCxnSpPr/>
            <p:nvPr userDrawn="1"/>
          </p:nvCxnSpPr>
          <p:spPr>
            <a:xfrm>
              <a:off x="9829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0" name="Straight Connector 39"/>
            <p:cNvCxnSpPr/>
            <p:nvPr userDrawn="1"/>
          </p:nvCxnSpPr>
          <p:spPr>
            <a:xfrm>
              <a:off x="4800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userDrawn="1"/>
          </p:nvCxnSpPr>
          <p:spPr>
            <a:xfrm>
              <a:off x="9372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2" name="Straight Connector 41"/>
            <p:cNvCxnSpPr/>
            <p:nvPr userDrawn="1"/>
          </p:nvCxnSpPr>
          <p:spPr>
            <a:xfrm>
              <a:off x="11887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3" name="Straight Connector 42"/>
            <p:cNvCxnSpPr/>
            <p:nvPr userDrawn="1"/>
          </p:nvCxnSpPr>
          <p:spPr>
            <a:xfrm>
              <a:off x="1467612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userDrawn="1"/>
          </p:nvCxnSpPr>
          <p:spPr>
            <a:xfrm>
              <a:off x="-9144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grpSp>
      <p:sp>
        <p:nvSpPr>
          <p:cNvPr id="15" name="Text Box 115"/>
          <p:cNvSpPr txBox="1">
            <a:spLocks noChangeArrowheads="1"/>
          </p:cNvSpPr>
          <p:nvPr userDrawn="1"/>
        </p:nvSpPr>
        <p:spPr bwMode="auto">
          <a:xfrm>
            <a:off x="11893550" y="7580437"/>
            <a:ext cx="1639570" cy="274320"/>
          </a:xfrm>
          <a:prstGeom prst="rect">
            <a:avLst/>
          </a:prstGeom>
          <a:noFill/>
          <a:ln w="9525">
            <a:noFill/>
            <a:miter lim="800000"/>
            <a:headEnd/>
            <a:tailEnd/>
          </a:ln>
          <a:effectLst/>
        </p:spPr>
        <p:txBody>
          <a:bodyPr wrap="none" lIns="0" tIns="0" rIns="0" bIns="0" anchor="ctr" anchorCtr="0">
            <a:noAutofit/>
          </a:bodyPr>
          <a:lstStyle/>
          <a:p>
            <a:pPr algn="r" defTabSz="820738">
              <a:spcBef>
                <a:spcPct val="50000"/>
              </a:spcBef>
            </a:pPr>
            <a:fld id="{03C7D0F0-10D5-4191-B6F4-99306F468FEF}" type="datetime4">
              <a:rPr lang="en-US" sz="1100" b="0" smtClean="0">
                <a:solidFill>
                  <a:schemeClr val="bg1"/>
                </a:solidFill>
              </a:rPr>
              <a:pPr algn="r" defTabSz="820738">
                <a:spcBef>
                  <a:spcPct val="50000"/>
                </a:spcBef>
              </a:pPr>
              <a:t>January 26, 2026</a:t>
            </a:fld>
            <a:endParaRPr lang="en-US" sz="1100" b="0" dirty="0">
              <a:solidFill>
                <a:schemeClr val="bg1"/>
              </a:solidFill>
            </a:endParaRPr>
          </a:p>
        </p:txBody>
      </p:sp>
      <p:sp>
        <p:nvSpPr>
          <p:cNvPr id="16" name="Text Box 115"/>
          <p:cNvSpPr txBox="1">
            <a:spLocks noChangeArrowheads="1"/>
          </p:cNvSpPr>
          <p:nvPr userDrawn="1"/>
        </p:nvSpPr>
        <p:spPr bwMode="auto">
          <a:xfrm>
            <a:off x="13533120" y="7580439"/>
            <a:ext cx="411480" cy="274320"/>
          </a:xfrm>
          <a:prstGeom prst="rect">
            <a:avLst/>
          </a:prstGeom>
          <a:noFill/>
          <a:ln w="9525">
            <a:noFill/>
            <a:miter lim="800000"/>
            <a:headEnd/>
            <a:tailEnd/>
          </a:ln>
          <a:effectLst/>
        </p:spPr>
        <p:txBody>
          <a:bodyPr wrap="square" lIns="0" tIns="0" rIns="0" bIns="0" anchor="ctr" anchorCtr="0">
            <a:noAutofit/>
          </a:bodyPr>
          <a:lstStyle/>
          <a:p>
            <a:pPr algn="r" defTabSz="820738">
              <a:spcBef>
                <a:spcPct val="50000"/>
              </a:spcBef>
            </a:pPr>
            <a:fld id="{18E29826-F105-4F77-B977-03F4A4723A21}" type="slidenum">
              <a:rPr lang="en-US" sz="1100" b="1" smtClean="0">
                <a:solidFill>
                  <a:schemeClr val="bg1"/>
                </a:solidFill>
              </a:rPr>
              <a:pPr/>
              <a:t>‹#›</a:t>
            </a:fld>
            <a:endParaRPr lang="en-US" sz="1100" b="1" dirty="0">
              <a:solidFill>
                <a:schemeClr val="bg1"/>
              </a:solidFill>
            </a:endParaRPr>
          </a:p>
        </p:txBody>
      </p:sp>
      <p:pic>
        <p:nvPicPr>
          <p:cNvPr id="45" name="Graphic 44">
            <a:extLst>
              <a:ext uri="{FF2B5EF4-FFF2-40B4-BE49-F238E27FC236}">
                <a16:creationId xmlns:a16="http://schemas.microsoft.com/office/drawing/2014/main" id="{DE47D048-F78A-4D25-83CC-A1FB3F93EB8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85800" y="7561481"/>
            <a:ext cx="2468880" cy="279976"/>
          </a:xfrm>
          <a:prstGeom prst="rect">
            <a:avLst/>
          </a:prstGeom>
        </p:spPr>
      </p:pic>
      <p:sp>
        <p:nvSpPr>
          <p:cNvPr id="47" name="Text Box 115">
            <a:extLst>
              <a:ext uri="{FF2B5EF4-FFF2-40B4-BE49-F238E27FC236}">
                <a16:creationId xmlns:a16="http://schemas.microsoft.com/office/drawing/2014/main" id="{B207E4D1-23C4-49FF-8260-AC6970B95FC4}"/>
              </a:ext>
            </a:extLst>
          </p:cNvPr>
          <p:cNvSpPr txBox="1">
            <a:spLocks noChangeArrowheads="1"/>
          </p:cNvSpPr>
          <p:nvPr userDrawn="1"/>
        </p:nvSpPr>
        <p:spPr bwMode="auto">
          <a:xfrm>
            <a:off x="13533120" y="7580439"/>
            <a:ext cx="411480" cy="274320"/>
          </a:xfrm>
          <a:prstGeom prst="rect">
            <a:avLst/>
          </a:prstGeom>
          <a:noFill/>
          <a:ln w="9525">
            <a:noFill/>
            <a:miter lim="800000"/>
            <a:headEnd/>
            <a:tailEnd/>
          </a:ln>
          <a:effectLst/>
        </p:spPr>
        <p:txBody>
          <a:bodyPr wrap="square" lIns="0" tIns="0" rIns="0" bIns="0" anchor="ctr" anchorCtr="0">
            <a:noAutofit/>
          </a:bodyPr>
          <a:lstStyle/>
          <a:p>
            <a:pPr algn="r" defTabSz="820738">
              <a:spcBef>
                <a:spcPts val="0"/>
              </a:spcBef>
            </a:pPr>
            <a:fld id="{18E29826-F105-4F77-B977-03F4A4723A21}" type="slidenum">
              <a:rPr lang="en-US" sz="1100" b="1" smtClean="0">
                <a:solidFill>
                  <a:schemeClr val="tx1"/>
                </a:solidFill>
              </a:rPr>
              <a:pPr algn="r" defTabSz="820738">
                <a:spcBef>
                  <a:spcPts val="0"/>
                </a:spcBef>
              </a:pPr>
              <a:t>‹#›</a:t>
            </a:fld>
            <a:endParaRPr lang="en-US" sz="1100" b="1" dirty="0">
              <a:solidFill>
                <a:schemeClr val="tx1"/>
              </a:solidFill>
            </a:endParaRPr>
          </a:p>
        </p:txBody>
      </p:sp>
      <p:pic>
        <p:nvPicPr>
          <p:cNvPr id="52" name="Graphic 51">
            <a:extLst>
              <a:ext uri="{FF2B5EF4-FFF2-40B4-BE49-F238E27FC236}">
                <a16:creationId xmlns:a16="http://schemas.microsoft.com/office/drawing/2014/main" id="{925DB904-DAE2-4F1E-A174-E29E8F751170}"/>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685800" y="7580437"/>
            <a:ext cx="2286000" cy="259238"/>
          </a:xfrm>
          <a:prstGeom prst="rect">
            <a:avLst/>
          </a:prstGeom>
        </p:spPr>
      </p:pic>
      <p:sp>
        <p:nvSpPr>
          <p:cNvPr id="57" name="Title 1">
            <a:extLst>
              <a:ext uri="{FF2B5EF4-FFF2-40B4-BE49-F238E27FC236}">
                <a16:creationId xmlns:a16="http://schemas.microsoft.com/office/drawing/2014/main" id="{083C3818-4368-434E-9D55-569CC18CE446}"/>
              </a:ext>
            </a:extLst>
          </p:cNvPr>
          <p:cNvSpPr>
            <a:spLocks noGrp="1"/>
          </p:cNvSpPr>
          <p:nvPr>
            <p:ph type="ctrTitle"/>
          </p:nvPr>
        </p:nvSpPr>
        <p:spPr>
          <a:xfrm>
            <a:off x="685800" y="2242164"/>
            <a:ext cx="10414000" cy="2229067"/>
          </a:xfrm>
        </p:spPr>
        <p:txBody>
          <a:bodyPr anchor="ctr" anchorCtr="0">
            <a:noAutofit/>
          </a:bodyPr>
          <a:lstStyle>
            <a:lvl1pPr>
              <a:defRPr sz="6000">
                <a:solidFill>
                  <a:schemeClr val="accent1"/>
                </a:solidFill>
              </a:defRPr>
            </a:lvl1pPr>
          </a:lstStyle>
          <a:p>
            <a:r>
              <a:rPr lang="en-GB"/>
              <a:t>Click to edit Master title style</a:t>
            </a:r>
            <a:endParaRPr lang="en-US" dirty="0"/>
          </a:p>
        </p:txBody>
      </p:sp>
      <p:sp>
        <p:nvSpPr>
          <p:cNvPr id="58" name="Subtitle 2">
            <a:extLst>
              <a:ext uri="{FF2B5EF4-FFF2-40B4-BE49-F238E27FC236}">
                <a16:creationId xmlns:a16="http://schemas.microsoft.com/office/drawing/2014/main" id="{A99EC16D-6BC6-4571-A314-8BE9BEF6FD89}"/>
              </a:ext>
            </a:extLst>
          </p:cNvPr>
          <p:cNvSpPr>
            <a:spLocks noGrp="1"/>
          </p:cNvSpPr>
          <p:nvPr>
            <p:ph type="subTitle" idx="1"/>
          </p:nvPr>
        </p:nvSpPr>
        <p:spPr>
          <a:xfrm>
            <a:off x="685800" y="4620877"/>
            <a:ext cx="10413999" cy="914400"/>
          </a:xfrm>
        </p:spPr>
        <p:txBody>
          <a:bodyPr>
            <a:noAutofit/>
          </a:bodyPr>
          <a:lstStyle>
            <a:lvl1pPr marL="0" indent="0" algn="l">
              <a:spcBef>
                <a:spcPts val="0"/>
              </a:spcBef>
              <a:buNone/>
              <a:defRPr sz="2800">
                <a:solidFill>
                  <a:srgbClr val="63666F"/>
                </a:solidFill>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GB"/>
              <a:t>Click to edit Master subtitle style</a:t>
            </a:r>
            <a:endParaRPr lang="en-US" dirty="0"/>
          </a:p>
        </p:txBody>
      </p:sp>
      <p:sp>
        <p:nvSpPr>
          <p:cNvPr id="3" name="Footer Placeholder 4">
            <a:extLst>
              <a:ext uri="{FF2B5EF4-FFF2-40B4-BE49-F238E27FC236}">
                <a16:creationId xmlns:a16="http://schemas.microsoft.com/office/drawing/2014/main" id="{4C161121-7289-26AD-7FA4-2BDA9D0879CC}"/>
              </a:ext>
            </a:extLst>
          </p:cNvPr>
          <p:cNvSpPr txBox="1">
            <a:spLocks/>
          </p:cNvSpPr>
          <p:nvPr userDrawn="1"/>
        </p:nvSpPr>
        <p:spPr>
          <a:xfrm>
            <a:off x="4800600" y="7580439"/>
            <a:ext cx="5029200" cy="27432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t>© </a:t>
            </a:r>
            <a:fld id="{C0650B53-F5B1-403A-BD70-58B7AE2589AD}" type="datetimeyyyy">
              <a:rPr lang="en-US" sz="1100" smtClean="0"/>
              <a:t>2026</a:t>
            </a:fld>
            <a:r>
              <a:rPr lang="en-US" sz="1100" dirty="0"/>
              <a:t> DXC Technology Company. All rights reserved.</a:t>
            </a:r>
          </a:p>
        </p:txBody>
      </p:sp>
      <p:sp>
        <p:nvSpPr>
          <p:cNvPr id="2" name="TextBox 1">
            <a:extLst>
              <a:ext uri="{FF2B5EF4-FFF2-40B4-BE49-F238E27FC236}">
                <a16:creationId xmlns:a16="http://schemas.microsoft.com/office/drawing/2014/main" id="{2FE9B683-9507-9FF5-621A-361422A3E205}"/>
              </a:ext>
            </a:extLst>
          </p:cNvPr>
          <p:cNvSpPr txBox="1"/>
          <p:nvPr userDrawn="1"/>
        </p:nvSpPr>
        <p:spPr>
          <a:xfrm>
            <a:off x="6137910" y="7868126"/>
            <a:ext cx="2354579" cy="215444"/>
          </a:xfrm>
          <a:prstGeom prst="rect">
            <a:avLst/>
          </a:prstGeom>
          <a:noFill/>
        </p:spPr>
        <p:txBody>
          <a:bodyPr wrap="square">
            <a:spAutoFit/>
          </a:bodyPr>
          <a:lstStyle/>
          <a:p>
            <a:pPr algn="l"/>
            <a:r>
              <a:rPr lang="en-US" sz="800" b="1"/>
              <a:t>DXC Confidential with external sharing</a:t>
            </a:r>
          </a:p>
        </p:txBody>
      </p:sp>
    </p:spTree>
    <p:extLst>
      <p:ext uri="{BB962C8B-B14F-4D97-AF65-F5344CB8AC3E}">
        <p14:creationId xmlns:p14="http://schemas.microsoft.com/office/powerpoint/2010/main" val="1834795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Big Picture">
    <p:bg>
      <p:bgPr>
        <a:solidFill>
          <a:srgbClr val="000000"/>
        </a:solidFill>
        <a:effectLst/>
      </p:bgPr>
    </p:bg>
    <p:spTree>
      <p:nvGrpSpPr>
        <p:cNvPr id="1" name=""/>
        <p:cNvGrpSpPr/>
        <p:nvPr/>
      </p:nvGrpSpPr>
      <p:grpSpPr>
        <a:xfrm>
          <a:off x="0" y="0"/>
          <a:ext cx="0" cy="0"/>
          <a:chOff x="0" y="0"/>
          <a:chExt cx="0" cy="0"/>
        </a:xfrm>
      </p:grpSpPr>
      <p:grpSp>
        <p:nvGrpSpPr>
          <p:cNvPr id="10" name="Group 9"/>
          <p:cNvGrpSpPr/>
          <p:nvPr userDrawn="1"/>
        </p:nvGrpSpPr>
        <p:grpSpPr>
          <a:xfrm>
            <a:off x="-91440" y="-91440"/>
            <a:ext cx="14813280" cy="8412480"/>
            <a:chOff x="-91440" y="-91440"/>
            <a:chExt cx="14813280" cy="8412480"/>
          </a:xfrm>
        </p:grpSpPr>
        <p:cxnSp>
          <p:nvCxnSpPr>
            <p:cNvPr id="11" name="Straight Connector 10"/>
            <p:cNvCxnSpPr/>
            <p:nvPr userDrawn="1"/>
          </p:nvCxnSpPr>
          <p:spPr>
            <a:xfrm>
              <a:off x="-9144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userDrawn="1"/>
          </p:nvCxnSpPr>
          <p:spPr>
            <a:xfrm>
              <a:off x="-9144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userDrawn="1"/>
          </p:nvCxnSpPr>
          <p:spPr>
            <a:xfrm>
              <a:off x="-9144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userDrawn="1"/>
          </p:nvCxnSpPr>
          <p:spPr>
            <a:xfrm>
              <a:off x="1467612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userDrawn="1"/>
          </p:nvCxnSpPr>
          <p:spPr>
            <a:xfrm>
              <a:off x="1467612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userDrawn="1"/>
          </p:nvCxnSpPr>
          <p:spPr>
            <a:xfrm>
              <a:off x="1467612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userDrawn="1"/>
          </p:nvCxnSpPr>
          <p:spPr>
            <a:xfrm>
              <a:off x="685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userDrawn="1"/>
          </p:nvCxnSpPr>
          <p:spPr>
            <a:xfrm>
              <a:off x="13944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userDrawn="1"/>
          </p:nvCxnSpPr>
          <p:spPr>
            <a:xfrm>
              <a:off x="685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userDrawn="1"/>
          </p:nvCxnSpPr>
          <p:spPr>
            <a:xfrm>
              <a:off x="13944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userDrawn="1"/>
          </p:nvCxnSpPr>
          <p:spPr>
            <a:xfrm>
              <a:off x="11887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userDrawn="1"/>
          </p:nvCxnSpPr>
          <p:spPr>
            <a:xfrm>
              <a:off x="7315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userDrawn="1"/>
          </p:nvCxnSpPr>
          <p:spPr>
            <a:xfrm>
              <a:off x="7315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userDrawn="1"/>
          </p:nvCxnSpPr>
          <p:spPr>
            <a:xfrm>
              <a:off x="7086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userDrawn="1"/>
          </p:nvCxnSpPr>
          <p:spPr>
            <a:xfrm>
              <a:off x="7543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userDrawn="1"/>
          </p:nvCxnSpPr>
          <p:spPr>
            <a:xfrm>
              <a:off x="7086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userDrawn="1"/>
          </p:nvCxnSpPr>
          <p:spPr>
            <a:xfrm>
              <a:off x="7543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userDrawn="1"/>
          </p:nvCxnSpPr>
          <p:spPr>
            <a:xfrm>
              <a:off x="5257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userDrawn="1"/>
          </p:nvCxnSpPr>
          <p:spPr>
            <a:xfrm>
              <a:off x="4800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userDrawn="1"/>
          </p:nvCxnSpPr>
          <p:spPr>
            <a:xfrm>
              <a:off x="9372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userDrawn="1"/>
          </p:nvCxnSpPr>
          <p:spPr>
            <a:xfrm>
              <a:off x="9829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userDrawn="1"/>
          </p:nvCxnSpPr>
          <p:spPr>
            <a:xfrm>
              <a:off x="5257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userDrawn="1"/>
          </p:nvCxnSpPr>
          <p:spPr>
            <a:xfrm>
              <a:off x="9829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userDrawn="1"/>
          </p:nvCxnSpPr>
          <p:spPr>
            <a:xfrm>
              <a:off x="4800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9" name="Straight Connector 38"/>
            <p:cNvCxnSpPr/>
            <p:nvPr userDrawn="1"/>
          </p:nvCxnSpPr>
          <p:spPr>
            <a:xfrm>
              <a:off x="9372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0" name="Straight Connector 39"/>
            <p:cNvCxnSpPr/>
            <p:nvPr userDrawn="1"/>
          </p:nvCxnSpPr>
          <p:spPr>
            <a:xfrm>
              <a:off x="11887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userDrawn="1"/>
          </p:nvCxnSpPr>
          <p:spPr>
            <a:xfrm>
              <a:off x="1467612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2" name="Straight Connector 41"/>
            <p:cNvCxnSpPr/>
            <p:nvPr userDrawn="1"/>
          </p:nvCxnSpPr>
          <p:spPr>
            <a:xfrm>
              <a:off x="-9144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grpSp>
      <p:sp>
        <p:nvSpPr>
          <p:cNvPr id="8" name="Picture Placeholder 7"/>
          <p:cNvSpPr>
            <a:spLocks noGrp="1"/>
          </p:cNvSpPr>
          <p:nvPr>
            <p:ph type="pic" sz="quarter" idx="13"/>
          </p:nvPr>
        </p:nvSpPr>
        <p:spPr>
          <a:xfrm>
            <a:off x="0" y="0"/>
            <a:ext cx="14630400" cy="8229600"/>
          </a:xfrm>
          <a:solidFill>
            <a:schemeClr val="bg1">
              <a:lumMod val="85000"/>
            </a:schemeClr>
          </a:solidFill>
        </p:spPr>
        <p:txBody>
          <a:bodyPr anchor="ctr" anchorCtr="0">
            <a:normAutofit/>
          </a:bodyPr>
          <a:lstStyle>
            <a:lvl1pPr algn="ctr">
              <a:defRPr sz="1600" b="0">
                <a:solidFill>
                  <a:schemeClr val="bg1"/>
                </a:solidFill>
              </a:defRPr>
            </a:lvl1pPr>
          </a:lstStyle>
          <a:p>
            <a:r>
              <a:rPr lang="en-GB"/>
              <a:t>Click icon to add picture</a:t>
            </a:r>
            <a:endParaRPr lang="en-US" dirty="0"/>
          </a:p>
        </p:txBody>
      </p:sp>
      <p:sp>
        <p:nvSpPr>
          <p:cNvPr id="15" name="Text Box 115"/>
          <p:cNvSpPr txBox="1">
            <a:spLocks noChangeArrowheads="1"/>
          </p:cNvSpPr>
          <p:nvPr userDrawn="1"/>
        </p:nvSpPr>
        <p:spPr bwMode="auto">
          <a:xfrm>
            <a:off x="13533120" y="7580439"/>
            <a:ext cx="411480" cy="274320"/>
          </a:xfrm>
          <a:prstGeom prst="rect">
            <a:avLst/>
          </a:prstGeom>
          <a:noFill/>
          <a:ln w="9525">
            <a:noFill/>
            <a:miter lim="800000"/>
            <a:headEnd/>
            <a:tailEnd/>
          </a:ln>
          <a:effectLst/>
        </p:spPr>
        <p:txBody>
          <a:bodyPr wrap="square" lIns="0" tIns="0" rIns="0" bIns="0" anchor="ctr" anchorCtr="0">
            <a:noAutofit/>
          </a:bodyPr>
          <a:lstStyle/>
          <a:p>
            <a:pPr algn="r" defTabSz="820738">
              <a:spcBef>
                <a:spcPct val="50000"/>
              </a:spcBef>
            </a:pPr>
            <a:fld id="{18E29826-F105-4F77-B977-03F4A4723A21}" type="slidenum">
              <a:rPr lang="en-US" sz="1100" b="1" smtClean="0">
                <a:solidFill>
                  <a:schemeClr val="bg1"/>
                </a:solidFill>
              </a:rPr>
              <a:pPr/>
              <a:t>‹#›</a:t>
            </a:fld>
            <a:endParaRPr lang="en-US" sz="1100" b="1" dirty="0">
              <a:solidFill>
                <a:schemeClr val="bg1"/>
              </a:solidFill>
            </a:endParaRPr>
          </a:p>
        </p:txBody>
      </p:sp>
      <p:pic>
        <p:nvPicPr>
          <p:cNvPr id="44" name="Graphic 43">
            <a:extLst>
              <a:ext uri="{FF2B5EF4-FFF2-40B4-BE49-F238E27FC236}">
                <a16:creationId xmlns:a16="http://schemas.microsoft.com/office/drawing/2014/main" id="{A2BEF977-E587-4D30-B5BF-3E5AC49DEAE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85800" y="7579053"/>
            <a:ext cx="2286000" cy="259237"/>
          </a:xfrm>
          <a:prstGeom prst="rect">
            <a:avLst/>
          </a:prstGeom>
        </p:spPr>
      </p:pic>
      <p:sp>
        <p:nvSpPr>
          <p:cNvPr id="3" name="Footer Placeholder 4">
            <a:extLst>
              <a:ext uri="{FF2B5EF4-FFF2-40B4-BE49-F238E27FC236}">
                <a16:creationId xmlns:a16="http://schemas.microsoft.com/office/drawing/2014/main" id="{D1FF8FE1-C385-A895-C0A6-D7B7F720AB93}"/>
              </a:ext>
            </a:extLst>
          </p:cNvPr>
          <p:cNvSpPr txBox="1">
            <a:spLocks/>
          </p:cNvSpPr>
          <p:nvPr userDrawn="1"/>
        </p:nvSpPr>
        <p:spPr>
          <a:xfrm>
            <a:off x="4800600" y="7580439"/>
            <a:ext cx="5029200" cy="27432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bg1"/>
                </a:solidFill>
              </a:rPr>
              <a:t>© </a:t>
            </a:r>
            <a:fld id="{C0650B53-F5B1-403A-BD70-58B7AE2589AD}" type="datetimeyyyy">
              <a:rPr lang="en-US" sz="1100" smtClean="0">
                <a:solidFill>
                  <a:schemeClr val="bg1"/>
                </a:solidFill>
              </a:rPr>
              <a:t>2026</a:t>
            </a:fld>
            <a:r>
              <a:rPr lang="en-US" sz="1100" dirty="0">
                <a:solidFill>
                  <a:schemeClr val="bg1"/>
                </a:solidFill>
              </a:rPr>
              <a:t> DXC Technology Company. All rights reserved.</a:t>
            </a:r>
          </a:p>
        </p:txBody>
      </p:sp>
      <p:sp>
        <p:nvSpPr>
          <p:cNvPr id="2" name="TextBox 1">
            <a:extLst>
              <a:ext uri="{FF2B5EF4-FFF2-40B4-BE49-F238E27FC236}">
                <a16:creationId xmlns:a16="http://schemas.microsoft.com/office/drawing/2014/main" id="{0E9C1ADF-CF99-EAF6-58EE-BB02870A97F5}"/>
              </a:ext>
            </a:extLst>
          </p:cNvPr>
          <p:cNvSpPr txBox="1"/>
          <p:nvPr userDrawn="1"/>
        </p:nvSpPr>
        <p:spPr>
          <a:xfrm>
            <a:off x="6137910" y="7868126"/>
            <a:ext cx="2354579" cy="215444"/>
          </a:xfrm>
          <a:prstGeom prst="rect">
            <a:avLst/>
          </a:prstGeom>
          <a:noFill/>
        </p:spPr>
        <p:txBody>
          <a:bodyPr wrap="square">
            <a:spAutoFit/>
          </a:bodyPr>
          <a:lstStyle/>
          <a:p>
            <a:pPr algn="l"/>
            <a:r>
              <a:rPr lang="en-US" sz="800" b="1">
                <a:solidFill>
                  <a:schemeClr val="bg1"/>
                </a:solidFill>
              </a:rPr>
              <a:t>DXC Confidential with external sharing</a:t>
            </a:r>
          </a:p>
        </p:txBody>
      </p:sp>
    </p:spTree>
    <p:extLst>
      <p:ext uri="{BB962C8B-B14F-4D97-AF65-F5344CB8AC3E}">
        <p14:creationId xmlns:p14="http://schemas.microsoft.com/office/powerpoint/2010/main" val="26146075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DXC Logo Slide">
    <p:bg>
      <p:bgPr>
        <a:solidFill>
          <a:schemeClr val="bg1"/>
        </a:solidFill>
        <a:effectLst/>
      </p:bgPr>
    </p:bg>
    <p:spTree>
      <p:nvGrpSpPr>
        <p:cNvPr id="1" name=""/>
        <p:cNvGrpSpPr/>
        <p:nvPr/>
      </p:nvGrpSpPr>
      <p:grpSpPr>
        <a:xfrm>
          <a:off x="0" y="0"/>
          <a:ext cx="0" cy="0"/>
          <a:chOff x="0" y="0"/>
          <a:chExt cx="0" cy="0"/>
        </a:xfrm>
      </p:grpSpPr>
      <p:grpSp>
        <p:nvGrpSpPr>
          <p:cNvPr id="7" name="Group 6"/>
          <p:cNvGrpSpPr/>
          <p:nvPr userDrawn="1"/>
        </p:nvGrpSpPr>
        <p:grpSpPr>
          <a:xfrm>
            <a:off x="-91440" y="-91440"/>
            <a:ext cx="14813280" cy="8412480"/>
            <a:chOff x="-91440" y="-91440"/>
            <a:chExt cx="14813280" cy="8412480"/>
          </a:xfrm>
        </p:grpSpPr>
        <p:cxnSp>
          <p:nvCxnSpPr>
            <p:cNvPr id="8" name="Straight Connector 7"/>
            <p:cNvCxnSpPr/>
            <p:nvPr userDrawn="1"/>
          </p:nvCxnSpPr>
          <p:spPr>
            <a:xfrm>
              <a:off x="-9144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userDrawn="1"/>
          </p:nvCxnSpPr>
          <p:spPr>
            <a:xfrm>
              <a:off x="-9144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userDrawn="1"/>
          </p:nvCxnSpPr>
          <p:spPr>
            <a:xfrm>
              <a:off x="-9144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userDrawn="1"/>
          </p:nvCxnSpPr>
          <p:spPr>
            <a:xfrm>
              <a:off x="1467612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a:off x="1467612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userDrawn="1"/>
          </p:nvCxnSpPr>
          <p:spPr>
            <a:xfrm>
              <a:off x="1467612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userDrawn="1"/>
          </p:nvCxnSpPr>
          <p:spPr>
            <a:xfrm>
              <a:off x="685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userDrawn="1"/>
          </p:nvCxnSpPr>
          <p:spPr>
            <a:xfrm>
              <a:off x="13944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userDrawn="1"/>
          </p:nvCxnSpPr>
          <p:spPr>
            <a:xfrm>
              <a:off x="685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userDrawn="1"/>
          </p:nvCxnSpPr>
          <p:spPr>
            <a:xfrm>
              <a:off x="13944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userDrawn="1"/>
          </p:nvCxnSpPr>
          <p:spPr>
            <a:xfrm>
              <a:off x="11887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userDrawn="1"/>
          </p:nvCxnSpPr>
          <p:spPr>
            <a:xfrm>
              <a:off x="7315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userDrawn="1"/>
          </p:nvCxnSpPr>
          <p:spPr>
            <a:xfrm>
              <a:off x="7315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userDrawn="1"/>
          </p:nvCxnSpPr>
          <p:spPr>
            <a:xfrm>
              <a:off x="7086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userDrawn="1"/>
          </p:nvCxnSpPr>
          <p:spPr>
            <a:xfrm>
              <a:off x="7543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userDrawn="1"/>
          </p:nvCxnSpPr>
          <p:spPr>
            <a:xfrm>
              <a:off x="7086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userDrawn="1"/>
          </p:nvCxnSpPr>
          <p:spPr>
            <a:xfrm>
              <a:off x="7543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userDrawn="1"/>
          </p:nvCxnSpPr>
          <p:spPr>
            <a:xfrm>
              <a:off x="5257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userDrawn="1"/>
          </p:nvCxnSpPr>
          <p:spPr>
            <a:xfrm>
              <a:off x="4800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userDrawn="1"/>
          </p:nvCxnSpPr>
          <p:spPr>
            <a:xfrm>
              <a:off x="9372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userDrawn="1"/>
          </p:nvCxnSpPr>
          <p:spPr>
            <a:xfrm>
              <a:off x="9829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userDrawn="1"/>
          </p:nvCxnSpPr>
          <p:spPr>
            <a:xfrm>
              <a:off x="5257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userDrawn="1"/>
          </p:nvCxnSpPr>
          <p:spPr>
            <a:xfrm>
              <a:off x="9829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userDrawn="1"/>
          </p:nvCxnSpPr>
          <p:spPr>
            <a:xfrm>
              <a:off x="4800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userDrawn="1"/>
          </p:nvCxnSpPr>
          <p:spPr>
            <a:xfrm>
              <a:off x="9372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userDrawn="1"/>
          </p:nvCxnSpPr>
          <p:spPr>
            <a:xfrm>
              <a:off x="11887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userDrawn="1"/>
          </p:nvCxnSpPr>
          <p:spPr>
            <a:xfrm>
              <a:off x="1467612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userDrawn="1"/>
          </p:nvCxnSpPr>
          <p:spPr>
            <a:xfrm>
              <a:off x="-9144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grpSp>
      <p:pic>
        <p:nvPicPr>
          <p:cNvPr id="2" name="Graphic 1">
            <a:extLst>
              <a:ext uri="{FF2B5EF4-FFF2-40B4-BE49-F238E27FC236}">
                <a16:creationId xmlns:a16="http://schemas.microsoft.com/office/drawing/2014/main" id="{204136C3-C0B2-4695-8464-42B084FBEA6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009034" y="2856891"/>
            <a:ext cx="4612331" cy="2515817"/>
          </a:xfrm>
          <a:prstGeom prst="rect">
            <a:avLst/>
          </a:prstGeom>
        </p:spPr>
      </p:pic>
      <p:sp>
        <p:nvSpPr>
          <p:cNvPr id="3" name="Footer Placeholder 4">
            <a:extLst>
              <a:ext uri="{FF2B5EF4-FFF2-40B4-BE49-F238E27FC236}">
                <a16:creationId xmlns:a16="http://schemas.microsoft.com/office/drawing/2014/main" id="{8F34D9A9-59CB-C05C-24F8-DD60E7E9ADB0}"/>
              </a:ext>
            </a:extLst>
          </p:cNvPr>
          <p:cNvSpPr txBox="1">
            <a:spLocks/>
          </p:cNvSpPr>
          <p:nvPr userDrawn="1"/>
        </p:nvSpPr>
        <p:spPr>
          <a:xfrm>
            <a:off x="10347960" y="7580439"/>
            <a:ext cx="3596640" cy="27432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tabLst/>
            </a:pPr>
            <a:r>
              <a:rPr lang="en-US" sz="1100" dirty="0">
                <a:solidFill>
                  <a:schemeClr val="tx1"/>
                </a:solidFill>
              </a:rPr>
              <a:t>© </a:t>
            </a:r>
            <a:fld id="{CF9733AE-80B1-4FDE-8D2E-3D7469571069}" type="datetimeyyyy">
              <a:rPr lang="en-US" sz="1100" smtClean="0">
                <a:solidFill>
                  <a:schemeClr val="tx1"/>
                </a:solidFill>
              </a:rPr>
              <a:t>2026</a:t>
            </a:fld>
            <a:r>
              <a:rPr lang="en-US" sz="1100" dirty="0">
                <a:solidFill>
                  <a:schemeClr val="tx1"/>
                </a:solidFill>
              </a:rPr>
              <a:t> DXC Technology Company. All rights reserved.</a:t>
            </a:r>
          </a:p>
        </p:txBody>
      </p:sp>
      <p:sp>
        <p:nvSpPr>
          <p:cNvPr id="4" name="TextBox 3">
            <a:extLst>
              <a:ext uri="{FF2B5EF4-FFF2-40B4-BE49-F238E27FC236}">
                <a16:creationId xmlns:a16="http://schemas.microsoft.com/office/drawing/2014/main" id="{054591E7-C1FE-0A13-F8EC-0CE612BB76B7}"/>
              </a:ext>
            </a:extLst>
          </p:cNvPr>
          <p:cNvSpPr txBox="1"/>
          <p:nvPr userDrawn="1"/>
        </p:nvSpPr>
        <p:spPr>
          <a:xfrm>
            <a:off x="11576685" y="7868126"/>
            <a:ext cx="2354579" cy="215444"/>
          </a:xfrm>
          <a:prstGeom prst="rect">
            <a:avLst/>
          </a:prstGeom>
          <a:noFill/>
        </p:spPr>
        <p:txBody>
          <a:bodyPr wrap="square" rIns="0">
            <a:spAutoFit/>
          </a:bodyPr>
          <a:lstStyle/>
          <a:p>
            <a:pPr algn="r"/>
            <a:r>
              <a:rPr lang="en-US" sz="800" b="1"/>
              <a:t>DXC Confidential with external sharing</a:t>
            </a:r>
          </a:p>
        </p:txBody>
      </p:sp>
    </p:spTree>
    <p:extLst>
      <p:ext uri="{BB962C8B-B14F-4D97-AF65-F5344CB8AC3E}">
        <p14:creationId xmlns:p14="http://schemas.microsoft.com/office/powerpoint/2010/main" val="1915293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grpSp>
        <p:nvGrpSpPr>
          <p:cNvPr id="18" name="Group 17"/>
          <p:cNvGrpSpPr/>
          <p:nvPr userDrawn="1"/>
        </p:nvGrpSpPr>
        <p:grpSpPr>
          <a:xfrm>
            <a:off x="-91440" y="-91440"/>
            <a:ext cx="14813280" cy="8412480"/>
            <a:chOff x="-91440" y="-91440"/>
            <a:chExt cx="14813280" cy="8412480"/>
          </a:xfrm>
        </p:grpSpPr>
        <p:cxnSp>
          <p:nvCxnSpPr>
            <p:cNvPr id="12" name="Straight Connector 11"/>
            <p:cNvCxnSpPr/>
            <p:nvPr userDrawn="1"/>
          </p:nvCxnSpPr>
          <p:spPr>
            <a:xfrm>
              <a:off x="-9144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a:off x="-9144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userDrawn="1"/>
          </p:nvCxnSpPr>
          <p:spPr>
            <a:xfrm>
              <a:off x="-9144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userDrawn="1"/>
          </p:nvCxnSpPr>
          <p:spPr>
            <a:xfrm>
              <a:off x="1467612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userDrawn="1"/>
          </p:nvCxnSpPr>
          <p:spPr>
            <a:xfrm>
              <a:off x="1467612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userDrawn="1"/>
          </p:nvCxnSpPr>
          <p:spPr>
            <a:xfrm>
              <a:off x="1467612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userDrawn="1"/>
          </p:nvCxnSpPr>
          <p:spPr>
            <a:xfrm>
              <a:off x="685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userDrawn="1"/>
          </p:nvCxnSpPr>
          <p:spPr>
            <a:xfrm>
              <a:off x="13944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userDrawn="1"/>
          </p:nvCxnSpPr>
          <p:spPr>
            <a:xfrm>
              <a:off x="685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userDrawn="1"/>
          </p:nvCxnSpPr>
          <p:spPr>
            <a:xfrm>
              <a:off x="13944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userDrawn="1"/>
          </p:nvCxnSpPr>
          <p:spPr>
            <a:xfrm>
              <a:off x="11887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userDrawn="1"/>
          </p:nvCxnSpPr>
          <p:spPr>
            <a:xfrm>
              <a:off x="7315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userDrawn="1"/>
          </p:nvCxnSpPr>
          <p:spPr>
            <a:xfrm>
              <a:off x="7315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userDrawn="1"/>
          </p:nvCxnSpPr>
          <p:spPr>
            <a:xfrm>
              <a:off x="7086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userDrawn="1"/>
          </p:nvCxnSpPr>
          <p:spPr>
            <a:xfrm>
              <a:off x="7543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userDrawn="1"/>
          </p:nvCxnSpPr>
          <p:spPr>
            <a:xfrm>
              <a:off x="7086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userDrawn="1"/>
          </p:nvCxnSpPr>
          <p:spPr>
            <a:xfrm>
              <a:off x="7543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userDrawn="1"/>
          </p:nvCxnSpPr>
          <p:spPr>
            <a:xfrm>
              <a:off x="5257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userDrawn="1"/>
          </p:nvCxnSpPr>
          <p:spPr>
            <a:xfrm>
              <a:off x="4800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userDrawn="1"/>
          </p:nvCxnSpPr>
          <p:spPr>
            <a:xfrm>
              <a:off x="9372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userDrawn="1"/>
          </p:nvCxnSpPr>
          <p:spPr>
            <a:xfrm>
              <a:off x="9829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9" name="Straight Connector 38"/>
            <p:cNvCxnSpPr/>
            <p:nvPr userDrawn="1"/>
          </p:nvCxnSpPr>
          <p:spPr>
            <a:xfrm>
              <a:off x="5257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0" name="Straight Connector 39"/>
            <p:cNvCxnSpPr/>
            <p:nvPr userDrawn="1"/>
          </p:nvCxnSpPr>
          <p:spPr>
            <a:xfrm>
              <a:off x="9829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userDrawn="1"/>
          </p:nvCxnSpPr>
          <p:spPr>
            <a:xfrm>
              <a:off x="4800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3" name="Straight Connector 42"/>
            <p:cNvCxnSpPr/>
            <p:nvPr userDrawn="1"/>
          </p:nvCxnSpPr>
          <p:spPr>
            <a:xfrm>
              <a:off x="9372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userDrawn="1"/>
          </p:nvCxnSpPr>
          <p:spPr>
            <a:xfrm>
              <a:off x="11887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5" name="Straight Connector 44"/>
            <p:cNvCxnSpPr/>
            <p:nvPr userDrawn="1"/>
          </p:nvCxnSpPr>
          <p:spPr>
            <a:xfrm>
              <a:off x="1467612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2" name="Straight Connector 41"/>
            <p:cNvCxnSpPr/>
            <p:nvPr userDrawn="1"/>
          </p:nvCxnSpPr>
          <p:spPr>
            <a:xfrm>
              <a:off x="-9144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userDrawn="1">
            <p:ph type="title"/>
          </p:nvPr>
        </p:nvSpPr>
        <p:spPr>
          <a:xfrm>
            <a:off x="685800" y="639763"/>
            <a:ext cx="13258800" cy="1417635"/>
          </a:xfrm>
          <a:prstGeom prst="rect">
            <a:avLst/>
          </a:prstGeom>
        </p:spPr>
        <p:txBody>
          <a:bodyPr vert="horz" lIns="0" tIns="0" rIns="0" bIns="0" rtlCol="0" anchor="t" anchorCtr="0">
            <a:normAutofit/>
          </a:bodyPr>
          <a:lstStyle/>
          <a:p>
            <a:r>
              <a:rPr lang="en-GB"/>
              <a:t>Click to edit Master title style</a:t>
            </a:r>
            <a:endParaRPr lang="en-US" dirty="0"/>
          </a:p>
        </p:txBody>
      </p:sp>
      <p:sp>
        <p:nvSpPr>
          <p:cNvPr id="3" name="Text Placeholder 2"/>
          <p:cNvSpPr>
            <a:spLocks noGrp="1"/>
          </p:cNvSpPr>
          <p:nvPr userDrawn="1">
            <p:ph type="body" idx="1"/>
          </p:nvPr>
        </p:nvSpPr>
        <p:spPr>
          <a:xfrm>
            <a:off x="685799" y="2057399"/>
            <a:ext cx="13258799" cy="5121275"/>
          </a:xfrm>
          <a:prstGeom prst="rect">
            <a:avLst/>
          </a:prstGeom>
        </p:spPr>
        <p:txBody>
          <a:bodyPr vert="horz" lIns="0" tIns="0" rIns="0" bIns="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67" name="Text Box 115">
            <a:extLst>
              <a:ext uri="{FF2B5EF4-FFF2-40B4-BE49-F238E27FC236}">
                <a16:creationId xmlns:a16="http://schemas.microsoft.com/office/drawing/2014/main" id="{E899FEB6-1A7F-7843-B000-DBD7198802F2}"/>
              </a:ext>
            </a:extLst>
          </p:cNvPr>
          <p:cNvSpPr txBox="1">
            <a:spLocks noChangeArrowheads="1"/>
          </p:cNvSpPr>
          <p:nvPr userDrawn="1"/>
        </p:nvSpPr>
        <p:spPr bwMode="auto">
          <a:xfrm>
            <a:off x="13533120" y="7580439"/>
            <a:ext cx="411480" cy="274320"/>
          </a:xfrm>
          <a:prstGeom prst="rect">
            <a:avLst/>
          </a:prstGeom>
          <a:noFill/>
          <a:ln w="9525">
            <a:noFill/>
            <a:miter lim="800000"/>
            <a:headEnd/>
            <a:tailEnd/>
          </a:ln>
          <a:effectLst/>
        </p:spPr>
        <p:txBody>
          <a:bodyPr wrap="square" lIns="0" tIns="0" rIns="0" bIns="0" anchor="ctr" anchorCtr="0">
            <a:noAutofit/>
          </a:bodyPr>
          <a:lstStyle/>
          <a:p>
            <a:pPr algn="r" defTabSz="820738">
              <a:spcBef>
                <a:spcPts val="0"/>
              </a:spcBef>
            </a:pPr>
            <a:fld id="{18E29826-F105-4F77-B977-03F4A4723A21}" type="slidenum">
              <a:rPr lang="en-US" sz="1100" b="1" smtClean="0">
                <a:solidFill>
                  <a:schemeClr val="tx1"/>
                </a:solidFill>
              </a:rPr>
              <a:pPr algn="r" defTabSz="820738">
                <a:spcBef>
                  <a:spcPts val="0"/>
                </a:spcBef>
              </a:pPr>
              <a:t>‹#›</a:t>
            </a:fld>
            <a:endParaRPr lang="en-US" sz="1100" b="1" dirty="0">
              <a:solidFill>
                <a:schemeClr val="tx1"/>
              </a:solidFill>
            </a:endParaRPr>
          </a:p>
        </p:txBody>
      </p:sp>
      <p:pic>
        <p:nvPicPr>
          <p:cNvPr id="68" name="Graphic 67">
            <a:extLst>
              <a:ext uri="{FF2B5EF4-FFF2-40B4-BE49-F238E27FC236}">
                <a16:creationId xmlns:a16="http://schemas.microsoft.com/office/drawing/2014/main" id="{44EE32CB-FB66-A34E-A4F0-C2C414767551}"/>
              </a:ext>
            </a:extLst>
          </p:cNvPr>
          <p:cNvPicPr>
            <a:picLocks noChangeAspect="1"/>
          </p:cNvPicPr>
          <p:nvPr userDrawn="1"/>
        </p:nvPicPr>
        <p:blipFill>
          <a:blip r:embed="rId21">
            <a:extLst>
              <a:ext uri="{96DAC541-7B7A-43D3-8B79-37D633B846F1}">
                <asvg:svgBlip xmlns:asvg="http://schemas.microsoft.com/office/drawing/2016/SVG/main" r:embed="rId22"/>
              </a:ext>
            </a:extLst>
          </a:blip>
          <a:stretch>
            <a:fillRect/>
          </a:stretch>
        </p:blipFill>
        <p:spPr>
          <a:xfrm>
            <a:off x="685800" y="7580437"/>
            <a:ext cx="2286000" cy="259238"/>
          </a:xfrm>
          <a:prstGeom prst="rect">
            <a:avLst/>
          </a:prstGeom>
        </p:spPr>
      </p:pic>
      <p:sp>
        <p:nvSpPr>
          <p:cNvPr id="5" name="Footer Placeholder 4">
            <a:extLst>
              <a:ext uri="{FF2B5EF4-FFF2-40B4-BE49-F238E27FC236}">
                <a16:creationId xmlns:a16="http://schemas.microsoft.com/office/drawing/2014/main" id="{20A17EB4-B875-C8EB-9C13-052E5038D211}"/>
              </a:ext>
            </a:extLst>
          </p:cNvPr>
          <p:cNvSpPr txBox="1">
            <a:spLocks/>
          </p:cNvSpPr>
          <p:nvPr userDrawn="1"/>
        </p:nvSpPr>
        <p:spPr>
          <a:xfrm>
            <a:off x="4800600" y="7580439"/>
            <a:ext cx="5029200" cy="27432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t>© </a:t>
            </a:r>
            <a:fld id="{C0650B53-F5B1-403A-BD70-58B7AE2589AD}" type="datetimeyyyy">
              <a:rPr lang="en-US" sz="1100" smtClean="0"/>
              <a:t>2026</a:t>
            </a:fld>
            <a:r>
              <a:rPr lang="en-US" sz="1100" dirty="0"/>
              <a:t> DXC Technology Company. All rights reserved.</a:t>
            </a:r>
          </a:p>
        </p:txBody>
      </p:sp>
      <p:sp>
        <p:nvSpPr>
          <p:cNvPr id="4" name="TextBox 3">
            <a:extLst>
              <a:ext uri="{FF2B5EF4-FFF2-40B4-BE49-F238E27FC236}">
                <a16:creationId xmlns:a16="http://schemas.microsoft.com/office/drawing/2014/main" id="{5E59C7B1-561C-B6D9-2CDB-3BF5AF7F31A5}"/>
              </a:ext>
            </a:extLst>
          </p:cNvPr>
          <p:cNvSpPr txBox="1"/>
          <p:nvPr userDrawn="1"/>
        </p:nvSpPr>
        <p:spPr>
          <a:xfrm>
            <a:off x="6137910" y="7868126"/>
            <a:ext cx="2354579" cy="215444"/>
          </a:xfrm>
          <a:prstGeom prst="rect">
            <a:avLst/>
          </a:prstGeom>
          <a:noFill/>
        </p:spPr>
        <p:txBody>
          <a:bodyPr wrap="square">
            <a:spAutoFit/>
          </a:bodyPr>
          <a:lstStyle/>
          <a:p>
            <a:pPr algn="l"/>
            <a:r>
              <a:rPr lang="en-US" sz="800" b="1"/>
              <a:t>DXC Confidential with external sharing</a:t>
            </a:r>
          </a:p>
        </p:txBody>
      </p:sp>
    </p:spTree>
    <p:extLst>
      <p:ext uri="{BB962C8B-B14F-4D97-AF65-F5344CB8AC3E}">
        <p14:creationId xmlns:p14="http://schemas.microsoft.com/office/powerpoint/2010/main" val="112899065"/>
      </p:ext>
    </p:extLst>
  </p:cSld>
  <p:clrMap bg1="lt1" tx1="dk1" bg2="lt2" tx2="dk2" accent1="accent1" accent2="accent2" accent3="accent3" accent4="accent4" accent5="accent5" accent6="accent6" hlink="hlink" folHlink="folHlink"/>
  <p:sldLayoutIdLst>
    <p:sldLayoutId id="2147483667" r:id="rId1"/>
    <p:sldLayoutId id="2147483833" r:id="rId2"/>
    <p:sldLayoutId id="2147483838" r:id="rId3"/>
    <p:sldLayoutId id="2147483839" r:id="rId4"/>
    <p:sldLayoutId id="2147483836" r:id="rId5"/>
    <p:sldLayoutId id="2147483837" r:id="rId6"/>
    <p:sldLayoutId id="2147483840" r:id="rId7"/>
    <p:sldLayoutId id="2147483841" r:id="rId8"/>
    <p:sldLayoutId id="2147483842" r:id="rId9"/>
    <p:sldLayoutId id="2147483843" r:id="rId10"/>
    <p:sldLayoutId id="2147483844" r:id="rId11"/>
    <p:sldLayoutId id="2147483845" r:id="rId12"/>
    <p:sldLayoutId id="2147483846" r:id="rId13"/>
    <p:sldLayoutId id="2147483847" r:id="rId14"/>
    <p:sldLayoutId id="2147483848" r:id="rId15"/>
    <p:sldLayoutId id="2147483849" r:id="rId16"/>
    <p:sldLayoutId id="2147483850" r:id="rId17"/>
    <p:sldLayoutId id="2147483851" r:id="rId18"/>
    <p:sldLayoutId id="2147483852" r:id="rId1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1463040" rtl="0" eaLnBrk="1" latinLnBrk="0" hangingPunct="1">
        <a:lnSpc>
          <a:spcPct val="85000"/>
        </a:lnSpc>
        <a:spcBef>
          <a:spcPct val="0"/>
        </a:spcBef>
        <a:buNone/>
        <a:defRPr sz="3600" b="1" kern="1200">
          <a:solidFill>
            <a:schemeClr val="accent1"/>
          </a:solidFill>
          <a:latin typeface="+mj-lt"/>
          <a:ea typeface="+mj-ea"/>
          <a:cs typeface="+mj-cs"/>
        </a:defRPr>
      </a:lvl1pPr>
    </p:titleStyle>
    <p:bodyStyle>
      <a:lvl1pPr marL="0" indent="0" algn="l" defTabSz="1463040" rtl="0" eaLnBrk="1" latinLnBrk="0" hangingPunct="1">
        <a:spcBef>
          <a:spcPts val="1200"/>
        </a:spcBef>
        <a:buFontTx/>
        <a:buNone/>
        <a:defRPr sz="2000" b="1" kern="1200">
          <a:solidFill>
            <a:schemeClr val="tx1"/>
          </a:solidFill>
          <a:latin typeface="+mn-lt"/>
          <a:ea typeface="+mn-ea"/>
          <a:cs typeface="+mn-cs"/>
        </a:defRPr>
      </a:lvl1pPr>
      <a:lvl2pPr marL="0" indent="0" algn="l" defTabSz="1463040" rtl="0" eaLnBrk="1" latinLnBrk="0" hangingPunct="1">
        <a:spcBef>
          <a:spcPts val="1200"/>
        </a:spcBef>
        <a:buFontTx/>
        <a:buNone/>
        <a:defRPr sz="2000" kern="1200">
          <a:solidFill>
            <a:schemeClr val="tx1"/>
          </a:solidFill>
          <a:latin typeface="+mn-lt"/>
          <a:ea typeface="+mn-ea"/>
          <a:cs typeface="+mn-cs"/>
        </a:defRPr>
      </a:lvl2pPr>
      <a:lvl3pPr marL="228600" indent="-228600" algn="l" defTabSz="1463040" rtl="0" eaLnBrk="1" latinLnBrk="0" hangingPunct="1">
        <a:spcBef>
          <a:spcPts val="1200"/>
        </a:spcBef>
        <a:buFont typeface="Arial" pitchFamily="34" charset="0"/>
        <a:buChar char="•"/>
        <a:tabLst/>
        <a:defRPr sz="2000" kern="1200">
          <a:solidFill>
            <a:schemeClr val="tx1"/>
          </a:solidFill>
          <a:latin typeface="+mn-lt"/>
          <a:ea typeface="+mn-ea"/>
          <a:cs typeface="+mn-cs"/>
        </a:defRPr>
      </a:lvl3pPr>
      <a:lvl4pPr marL="457200" indent="-228600" algn="l" defTabSz="1463040" rtl="0" eaLnBrk="1" latinLnBrk="0" hangingPunct="1">
        <a:spcBef>
          <a:spcPts val="600"/>
        </a:spcBef>
        <a:buFont typeface="Arial" pitchFamily="34" charset="0"/>
        <a:buChar char="–"/>
        <a:tabLst/>
        <a:defRPr sz="2000" kern="1200">
          <a:solidFill>
            <a:schemeClr val="tx1"/>
          </a:solidFill>
          <a:latin typeface="+mn-lt"/>
          <a:ea typeface="+mn-ea"/>
          <a:cs typeface="+mn-cs"/>
        </a:defRPr>
      </a:lvl4pPr>
      <a:lvl5pPr marL="685800" indent="-228600" algn="l" defTabSz="1463040" rtl="0" eaLnBrk="1" latinLnBrk="0" hangingPunct="1">
        <a:spcBef>
          <a:spcPts val="600"/>
        </a:spcBef>
        <a:buFont typeface="Arial" pitchFamily="34" charset="0"/>
        <a:buChar char="–"/>
        <a:tabLst/>
        <a:defRPr sz="2000" kern="1200">
          <a:solidFill>
            <a:schemeClr val="tx1"/>
          </a:solidFill>
          <a:latin typeface="+mn-lt"/>
          <a:ea typeface="+mn-ea"/>
          <a:cs typeface="+mn-cs"/>
        </a:defRPr>
      </a:lvl5pPr>
      <a:lvl6pPr marL="914400" indent="-228600" algn="l" defTabSz="1463040" rtl="0" eaLnBrk="1" latinLnBrk="0" hangingPunct="1">
        <a:spcBef>
          <a:spcPts val="600"/>
        </a:spcBef>
        <a:buFont typeface="Arial" pitchFamily="34" charset="0"/>
        <a:buChar char="–"/>
        <a:defRPr sz="2000" kern="1200">
          <a:solidFill>
            <a:schemeClr val="tx1"/>
          </a:solidFill>
          <a:latin typeface="+mn-lt"/>
          <a:ea typeface="+mn-ea"/>
          <a:cs typeface="+mn-cs"/>
        </a:defRPr>
      </a:lvl6pPr>
      <a:lvl7pPr marL="1143000" indent="-228600" algn="l" defTabSz="1463040" rtl="0" eaLnBrk="1" latinLnBrk="0" hangingPunct="1">
        <a:spcBef>
          <a:spcPts val="600"/>
        </a:spcBef>
        <a:buFont typeface="Arial" pitchFamily="34" charset="0"/>
        <a:buChar char="–"/>
        <a:tabLst/>
        <a:defRPr sz="2000" kern="1200">
          <a:solidFill>
            <a:schemeClr val="tx1"/>
          </a:solidFill>
          <a:latin typeface="+mn-lt"/>
          <a:ea typeface="+mn-ea"/>
          <a:cs typeface="+mn-cs"/>
        </a:defRPr>
      </a:lvl7pPr>
      <a:lvl8pPr marL="1371600" indent="-228600" algn="l" defTabSz="1463040" rtl="0" eaLnBrk="1" latinLnBrk="0" hangingPunct="1">
        <a:spcBef>
          <a:spcPts val="600"/>
        </a:spcBef>
        <a:buFont typeface="Arial" pitchFamily="34" charset="0"/>
        <a:buChar char="–"/>
        <a:defRPr sz="2000" kern="1200" baseline="0">
          <a:solidFill>
            <a:schemeClr val="tx1"/>
          </a:solidFill>
          <a:latin typeface="+mn-lt"/>
          <a:ea typeface="+mn-ea"/>
          <a:cs typeface="+mn-cs"/>
        </a:defRPr>
      </a:lvl8pPr>
      <a:lvl9pPr marL="1600200" indent="-228600" algn="l" defTabSz="1463040" rtl="0" eaLnBrk="1" latinLnBrk="0" hangingPunct="1">
        <a:spcBef>
          <a:spcPts val="600"/>
        </a:spcBef>
        <a:buFont typeface="Arial" pitchFamily="34" charset="0"/>
        <a:buChar char="–"/>
        <a:tabLst/>
        <a:defRPr sz="2000" kern="1200" baseline="0">
          <a:solidFill>
            <a:schemeClr val="tx1"/>
          </a:solidFill>
          <a:latin typeface="+mn-lt"/>
          <a:ea typeface="+mn-ea"/>
          <a:cs typeface="+mn-cs"/>
        </a:defRPr>
      </a:lvl9pPr>
    </p:bodyStyle>
    <p:otherStyle>
      <a:defPPr>
        <a:defRPr lang="en-US"/>
      </a:defPPr>
      <a:lvl1pPr marL="0" algn="l" defTabSz="1463040" rtl="0" eaLnBrk="1" latinLnBrk="0" hangingPunct="1">
        <a:defRPr sz="1800" kern="1200">
          <a:solidFill>
            <a:schemeClr val="tx1"/>
          </a:solidFill>
          <a:latin typeface="+mn-lt"/>
          <a:ea typeface="+mn-ea"/>
          <a:cs typeface="+mn-cs"/>
        </a:defRPr>
      </a:lvl1pPr>
      <a:lvl2pPr marL="731520" algn="l" defTabSz="1463040" rtl="0" eaLnBrk="1" latinLnBrk="0" hangingPunct="1">
        <a:defRPr sz="1800" kern="1200">
          <a:solidFill>
            <a:schemeClr val="tx1"/>
          </a:solidFill>
          <a:latin typeface="+mn-lt"/>
          <a:ea typeface="+mn-ea"/>
          <a:cs typeface="+mn-cs"/>
        </a:defRPr>
      </a:lvl2pPr>
      <a:lvl3pPr marL="1463040" algn="l" defTabSz="1463040" rtl="0" eaLnBrk="1" latinLnBrk="0" hangingPunct="1">
        <a:defRPr sz="1800" kern="1200">
          <a:solidFill>
            <a:schemeClr val="tx1"/>
          </a:solidFill>
          <a:latin typeface="+mn-lt"/>
          <a:ea typeface="+mn-ea"/>
          <a:cs typeface="+mn-cs"/>
        </a:defRPr>
      </a:lvl3pPr>
      <a:lvl4pPr marL="2194560" algn="l" defTabSz="1463040" rtl="0" eaLnBrk="1" latinLnBrk="0" hangingPunct="1">
        <a:defRPr sz="1800" kern="1200">
          <a:solidFill>
            <a:schemeClr val="tx1"/>
          </a:solidFill>
          <a:latin typeface="+mn-lt"/>
          <a:ea typeface="+mn-ea"/>
          <a:cs typeface="+mn-cs"/>
        </a:defRPr>
      </a:lvl4pPr>
      <a:lvl5pPr marL="2926080" algn="l" defTabSz="1463040" rtl="0" eaLnBrk="1" latinLnBrk="0" hangingPunct="1">
        <a:defRPr sz="1800" kern="1200">
          <a:solidFill>
            <a:schemeClr val="tx1"/>
          </a:solidFill>
          <a:latin typeface="+mn-lt"/>
          <a:ea typeface="+mn-ea"/>
          <a:cs typeface="+mn-cs"/>
        </a:defRPr>
      </a:lvl5pPr>
      <a:lvl6pPr marL="3657600" algn="l" defTabSz="1463040" rtl="0" eaLnBrk="1" latinLnBrk="0" hangingPunct="1">
        <a:defRPr sz="1800" kern="1200">
          <a:solidFill>
            <a:schemeClr val="tx1"/>
          </a:solidFill>
          <a:latin typeface="+mn-lt"/>
          <a:ea typeface="+mn-ea"/>
          <a:cs typeface="+mn-cs"/>
        </a:defRPr>
      </a:lvl6pPr>
      <a:lvl7pPr marL="4389120" algn="l" defTabSz="1463040" rtl="0" eaLnBrk="1" latinLnBrk="0" hangingPunct="1">
        <a:defRPr sz="1800" kern="1200">
          <a:solidFill>
            <a:schemeClr val="tx1"/>
          </a:solidFill>
          <a:latin typeface="+mn-lt"/>
          <a:ea typeface="+mn-ea"/>
          <a:cs typeface="+mn-cs"/>
        </a:defRPr>
      </a:lvl7pPr>
      <a:lvl8pPr marL="5120640" algn="l" defTabSz="1463040" rtl="0" eaLnBrk="1" latinLnBrk="0" hangingPunct="1">
        <a:defRPr sz="1800" kern="1200">
          <a:solidFill>
            <a:schemeClr val="tx1"/>
          </a:solidFill>
          <a:latin typeface="+mn-lt"/>
          <a:ea typeface="+mn-ea"/>
          <a:cs typeface="+mn-cs"/>
        </a:defRPr>
      </a:lvl8pPr>
      <a:lvl9pPr marL="5852160" algn="l" defTabSz="146304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3" userDrawn="1">
          <p15:clr>
            <a:srgbClr val="F26B43"/>
          </p15:clr>
        </p15:guide>
        <p15:guide id="2" pos="4608" userDrawn="1">
          <p15:clr>
            <a:srgbClr val="F26B43"/>
          </p15:clr>
        </p15:guide>
        <p15:guide id="3" pos="432" userDrawn="1">
          <p15:clr>
            <a:srgbClr val="F26B43"/>
          </p15:clr>
        </p15:guide>
        <p15:guide id="4" pos="3024" userDrawn="1">
          <p15:clr>
            <a:srgbClr val="F26B43"/>
          </p15:clr>
        </p15:guide>
        <p15:guide id="5" pos="3312" userDrawn="1">
          <p15:clr>
            <a:srgbClr val="F26B43"/>
          </p15:clr>
        </p15:guide>
        <p15:guide id="6" pos="4464" userDrawn="1">
          <p15:clr>
            <a:srgbClr val="F26B43"/>
          </p15:clr>
        </p15:guide>
        <p15:guide id="7" pos="4752" userDrawn="1">
          <p15:clr>
            <a:srgbClr val="F26B43"/>
          </p15:clr>
        </p15:guide>
        <p15:guide id="8" pos="5904" userDrawn="1">
          <p15:clr>
            <a:srgbClr val="F26B43"/>
          </p15:clr>
        </p15:guide>
        <p15:guide id="9" pos="6192" userDrawn="1">
          <p15:clr>
            <a:srgbClr val="F26B43"/>
          </p15:clr>
        </p15:guide>
        <p15:guide id="10" pos="7488" userDrawn="1">
          <p15:clr>
            <a:srgbClr val="F26B43"/>
          </p15:clr>
        </p15:guide>
        <p15:guide id="11" pos="8784" userDrawn="1">
          <p15:clr>
            <a:srgbClr val="F26B43"/>
          </p15:clr>
        </p15:guide>
        <p15:guide id="12" orient="horz" pos="1296" userDrawn="1">
          <p15:clr>
            <a:srgbClr val="F26B43"/>
          </p15:clr>
        </p15:guide>
        <p15:guide id="13" orient="horz" pos="4522" userDrawn="1">
          <p15:clr>
            <a:srgbClr val="F26B43"/>
          </p15:clr>
        </p15:guide>
        <p15:guide id="14" orient="horz" pos="489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333719B-EA61-8723-ABF1-AAF838C6B58E}"/>
              </a:ext>
            </a:extLst>
          </p:cNvPr>
          <p:cNvSpPr>
            <a:spLocks noGrp="1"/>
          </p:cNvSpPr>
          <p:nvPr>
            <p:ph type="ctrTitle"/>
          </p:nvPr>
        </p:nvSpPr>
        <p:spPr/>
        <p:txBody>
          <a:bodyPr/>
          <a:lstStyle/>
          <a:p>
            <a:r>
              <a:rPr lang="en-UA">
                <a:cs typeface="Arial"/>
              </a:rPr>
              <a:t>TF Monitor</a:t>
            </a:r>
            <a:endParaRPr lang="en-UA"/>
          </a:p>
        </p:txBody>
      </p:sp>
      <p:sp>
        <p:nvSpPr>
          <p:cNvPr id="5" name="Subtitle 4">
            <a:extLst>
              <a:ext uri="{FF2B5EF4-FFF2-40B4-BE49-F238E27FC236}">
                <a16:creationId xmlns:a16="http://schemas.microsoft.com/office/drawing/2014/main" id="{0B24D09B-7437-D3A8-87F7-4E999E8C6490}"/>
              </a:ext>
            </a:extLst>
          </p:cNvPr>
          <p:cNvSpPr>
            <a:spLocks noGrp="1"/>
          </p:cNvSpPr>
          <p:nvPr>
            <p:ph type="subTitle" idx="1"/>
          </p:nvPr>
        </p:nvSpPr>
        <p:spPr/>
        <p:txBody>
          <a:bodyPr vert="horz" lIns="0" tIns="0" rIns="0" bIns="0" rtlCol="0" anchor="t">
            <a:noAutofit/>
          </a:bodyPr>
          <a:lstStyle/>
          <a:p>
            <a:r>
              <a:rPr lang="en-UA">
                <a:cs typeface="Arial"/>
              </a:rPr>
              <a:t>Custom Trade Transaction Monitoring Tool</a:t>
            </a:r>
            <a:endParaRPr lang="en-UA"/>
          </a:p>
        </p:txBody>
      </p:sp>
    </p:spTree>
    <p:extLst>
      <p:ext uri="{BB962C8B-B14F-4D97-AF65-F5344CB8AC3E}">
        <p14:creationId xmlns:p14="http://schemas.microsoft.com/office/powerpoint/2010/main" val="29959233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4F085354-C212-438C-932A-1E219378BFAA}"/>
              </a:ext>
            </a:extLst>
          </p:cNvPr>
          <p:cNvSpPr/>
          <p:nvPr/>
        </p:nvSpPr>
        <p:spPr>
          <a:xfrm>
            <a:off x="2022338" y="2432013"/>
            <a:ext cx="4102915" cy="2959374"/>
          </a:xfrm>
          <a:prstGeom prst="roundRect">
            <a:avLst>
              <a:gd name="adj" fmla="val 6445"/>
            </a:avLst>
          </a:prstGeom>
          <a:solidFill>
            <a:schemeClr val="bg1">
              <a:lumMod val="95000"/>
            </a:schemeClr>
          </a:solidFill>
          <a:ln>
            <a:noFill/>
          </a:ln>
          <a:effectLst>
            <a:outerShdw blurRad="76200" dist="63500" dir="5400000" algn="t" rotWithShape="0">
              <a:prstClr val="black">
                <a:alpha val="12000"/>
              </a:prstClr>
            </a:outerShdw>
          </a:effectLst>
        </p:spPr>
        <p:style>
          <a:lnRef idx="0">
            <a:schemeClr val="accent1"/>
          </a:lnRef>
          <a:fillRef idx="1">
            <a:schemeClr val="accent1"/>
          </a:fillRef>
          <a:effectRef idx="0">
            <a:schemeClr val="accent1"/>
          </a:effectRef>
          <a:fontRef idx="minor">
            <a:schemeClr val="lt1"/>
          </a:fontRef>
        </p:style>
        <p:txBody>
          <a:bodyPr tIns="72000" rtlCol="0" anchor="t" anchorCtr="0"/>
          <a:lstStyle/>
          <a:p>
            <a:pPr algn="ctr"/>
            <a:r>
              <a:rPr lang="en-US" sz="1800" b="1" dirty="0">
                <a:solidFill>
                  <a:schemeClr val="accent1"/>
                </a:solidFill>
              </a:rPr>
              <a:t>TF Monitor</a:t>
            </a:r>
            <a:endParaRPr lang="en-IN" sz="1800" b="1" dirty="0">
              <a:solidFill>
                <a:schemeClr val="accent1"/>
              </a:solidFill>
            </a:endParaRPr>
          </a:p>
        </p:txBody>
      </p:sp>
      <p:sp>
        <p:nvSpPr>
          <p:cNvPr id="2" name="Title 1">
            <a:extLst>
              <a:ext uri="{FF2B5EF4-FFF2-40B4-BE49-F238E27FC236}">
                <a16:creationId xmlns:a16="http://schemas.microsoft.com/office/drawing/2014/main" id="{160F6F08-B2B4-00E8-5D1B-702AE1DADD44}"/>
              </a:ext>
            </a:extLst>
          </p:cNvPr>
          <p:cNvSpPr>
            <a:spLocks noGrp="1"/>
          </p:cNvSpPr>
          <p:nvPr>
            <p:ph type="title"/>
          </p:nvPr>
        </p:nvSpPr>
        <p:spPr/>
        <p:txBody>
          <a:bodyPr/>
          <a:lstStyle/>
          <a:p>
            <a:r>
              <a:rPr lang="en-GB" dirty="0"/>
              <a:t>Phase 1: Auto Resubmission</a:t>
            </a:r>
            <a:br>
              <a:rPr lang="en-GB" dirty="0"/>
            </a:br>
            <a:br>
              <a:rPr lang="en-GB" dirty="0"/>
            </a:br>
            <a:endParaRPr lang="en-GB" dirty="0"/>
          </a:p>
        </p:txBody>
      </p:sp>
      <p:sp>
        <p:nvSpPr>
          <p:cNvPr id="9" name="TextBox 8">
            <a:extLst>
              <a:ext uri="{FF2B5EF4-FFF2-40B4-BE49-F238E27FC236}">
                <a16:creationId xmlns:a16="http://schemas.microsoft.com/office/drawing/2014/main" id="{FA0C2900-182D-A205-E0A0-D4CEA36D4434}"/>
              </a:ext>
            </a:extLst>
          </p:cNvPr>
          <p:cNvSpPr txBox="1"/>
          <p:nvPr/>
        </p:nvSpPr>
        <p:spPr>
          <a:xfrm>
            <a:off x="3493724" y="2994115"/>
            <a:ext cx="1140268" cy="138499"/>
          </a:xfrm>
          <a:prstGeom prst="rect">
            <a:avLst/>
          </a:prstGeom>
          <a:noFill/>
        </p:spPr>
        <p:txBody>
          <a:bodyPr wrap="square" lIns="0" tIns="0" rIns="0" bIns="0" rtlCol="0">
            <a:noAutofit/>
          </a:bodyPr>
          <a:lstStyle/>
          <a:p>
            <a:pPr algn="ctr">
              <a:lnSpc>
                <a:spcPct val="90000"/>
              </a:lnSpc>
            </a:pPr>
            <a:r>
              <a:rPr lang="en-US" sz="1000" dirty="0">
                <a:solidFill>
                  <a:schemeClr val="accent4"/>
                </a:solidFill>
              </a:rPr>
              <a:t>Limit Check Call</a:t>
            </a:r>
            <a:endParaRPr lang="en-IN" sz="1000" dirty="0">
              <a:solidFill>
                <a:schemeClr val="accent4"/>
              </a:solidFill>
            </a:endParaRPr>
          </a:p>
        </p:txBody>
      </p:sp>
      <p:sp>
        <p:nvSpPr>
          <p:cNvPr id="22" name="TextBox 21">
            <a:extLst>
              <a:ext uri="{FF2B5EF4-FFF2-40B4-BE49-F238E27FC236}">
                <a16:creationId xmlns:a16="http://schemas.microsoft.com/office/drawing/2014/main" id="{C2BAFB02-DF59-54D0-5B15-38227C7EB931}"/>
              </a:ext>
            </a:extLst>
          </p:cNvPr>
          <p:cNvSpPr txBox="1"/>
          <p:nvPr/>
        </p:nvSpPr>
        <p:spPr>
          <a:xfrm>
            <a:off x="5265452" y="3856453"/>
            <a:ext cx="731899" cy="138499"/>
          </a:xfrm>
          <a:prstGeom prst="rect">
            <a:avLst/>
          </a:prstGeom>
          <a:noFill/>
        </p:spPr>
        <p:txBody>
          <a:bodyPr wrap="square" lIns="0" tIns="0" rIns="0" bIns="0" rtlCol="0">
            <a:noAutofit/>
          </a:bodyPr>
          <a:lstStyle/>
          <a:p>
            <a:pPr algn="ctr">
              <a:lnSpc>
                <a:spcPct val="90000"/>
              </a:lnSpc>
            </a:pPr>
            <a:r>
              <a:rPr lang="en-US" sz="1000" dirty="0">
                <a:solidFill>
                  <a:schemeClr val="accent6"/>
                </a:solidFill>
              </a:rPr>
              <a:t>Response</a:t>
            </a:r>
            <a:endParaRPr lang="en-IN" sz="1000" dirty="0">
              <a:solidFill>
                <a:schemeClr val="accent6"/>
              </a:solidFill>
            </a:endParaRPr>
          </a:p>
        </p:txBody>
      </p:sp>
      <p:sp>
        <p:nvSpPr>
          <p:cNvPr id="25" name="TextBox 24">
            <a:extLst>
              <a:ext uri="{FF2B5EF4-FFF2-40B4-BE49-F238E27FC236}">
                <a16:creationId xmlns:a16="http://schemas.microsoft.com/office/drawing/2014/main" id="{4F27BDC3-668A-1DEB-428E-F8B391A77403}"/>
              </a:ext>
            </a:extLst>
          </p:cNvPr>
          <p:cNvSpPr txBox="1"/>
          <p:nvPr/>
        </p:nvSpPr>
        <p:spPr>
          <a:xfrm>
            <a:off x="2454679" y="3280076"/>
            <a:ext cx="682250" cy="138499"/>
          </a:xfrm>
          <a:prstGeom prst="rect">
            <a:avLst/>
          </a:prstGeom>
          <a:noFill/>
        </p:spPr>
        <p:txBody>
          <a:bodyPr wrap="square" lIns="0" tIns="0" rIns="0" bIns="0" rtlCol="0">
            <a:noAutofit/>
          </a:bodyPr>
          <a:lstStyle/>
          <a:p>
            <a:pPr algn="ctr">
              <a:lnSpc>
                <a:spcPct val="90000"/>
              </a:lnSpc>
            </a:pPr>
            <a:r>
              <a:rPr lang="en-US" sz="1000" dirty="0">
                <a:solidFill>
                  <a:schemeClr val="accent5"/>
                </a:solidFill>
              </a:rPr>
              <a:t>Success</a:t>
            </a:r>
            <a:endParaRPr lang="en-IN" sz="1000" dirty="0">
              <a:solidFill>
                <a:schemeClr val="accent5"/>
              </a:solidFill>
            </a:endParaRPr>
          </a:p>
        </p:txBody>
      </p:sp>
      <p:sp>
        <p:nvSpPr>
          <p:cNvPr id="33" name="TextBox 32">
            <a:extLst>
              <a:ext uri="{FF2B5EF4-FFF2-40B4-BE49-F238E27FC236}">
                <a16:creationId xmlns:a16="http://schemas.microsoft.com/office/drawing/2014/main" id="{CB408207-5738-0DEF-85E2-892474261739}"/>
              </a:ext>
            </a:extLst>
          </p:cNvPr>
          <p:cNvSpPr txBox="1"/>
          <p:nvPr/>
        </p:nvSpPr>
        <p:spPr>
          <a:xfrm>
            <a:off x="5199760" y="3265131"/>
            <a:ext cx="582830" cy="124968"/>
          </a:xfrm>
          <a:prstGeom prst="rect">
            <a:avLst/>
          </a:prstGeom>
          <a:noFill/>
        </p:spPr>
        <p:txBody>
          <a:bodyPr wrap="square" lIns="0" tIns="0" rIns="0" bIns="0" rtlCol="0">
            <a:noAutofit/>
          </a:bodyPr>
          <a:lstStyle/>
          <a:p>
            <a:pPr algn="ctr">
              <a:lnSpc>
                <a:spcPct val="90000"/>
              </a:lnSpc>
            </a:pPr>
            <a:r>
              <a:rPr lang="en-US" sz="1000" dirty="0">
                <a:solidFill>
                  <a:srgbClr val="7030A0"/>
                </a:solidFill>
              </a:rPr>
              <a:t>Resubmit</a:t>
            </a:r>
            <a:endParaRPr lang="en-IN" sz="1000" dirty="0">
              <a:solidFill>
                <a:srgbClr val="7030A0"/>
              </a:solidFill>
            </a:endParaRPr>
          </a:p>
        </p:txBody>
      </p:sp>
      <p:sp>
        <p:nvSpPr>
          <p:cNvPr id="40" name="TextBox 39">
            <a:extLst>
              <a:ext uri="{FF2B5EF4-FFF2-40B4-BE49-F238E27FC236}">
                <a16:creationId xmlns:a16="http://schemas.microsoft.com/office/drawing/2014/main" id="{318C1B18-62DE-27EA-A8A9-EA27B89E975C}"/>
              </a:ext>
            </a:extLst>
          </p:cNvPr>
          <p:cNvSpPr txBox="1"/>
          <p:nvPr/>
        </p:nvSpPr>
        <p:spPr>
          <a:xfrm>
            <a:off x="629144" y="5088760"/>
            <a:ext cx="660984" cy="424001"/>
          </a:xfrm>
          <a:prstGeom prst="rect">
            <a:avLst/>
          </a:prstGeom>
          <a:noFill/>
        </p:spPr>
        <p:txBody>
          <a:bodyPr wrap="square" lIns="0" tIns="0" rIns="0" bIns="0" rtlCol="0">
            <a:noAutofit/>
          </a:bodyPr>
          <a:lstStyle/>
          <a:p>
            <a:pPr algn="r">
              <a:lnSpc>
                <a:spcPct val="90000"/>
              </a:lnSpc>
            </a:pPr>
            <a:r>
              <a:rPr lang="en-US" sz="1000" dirty="0">
                <a:solidFill>
                  <a:schemeClr val="accent3"/>
                </a:solidFill>
              </a:rPr>
              <a:t>Resubmit Count Exceeded</a:t>
            </a:r>
            <a:endParaRPr lang="en-IN" sz="1000" dirty="0">
              <a:solidFill>
                <a:schemeClr val="accent3"/>
              </a:solidFill>
            </a:endParaRPr>
          </a:p>
        </p:txBody>
      </p:sp>
      <p:grpSp>
        <p:nvGrpSpPr>
          <p:cNvPr id="74" name="Group 73">
            <a:extLst>
              <a:ext uri="{FF2B5EF4-FFF2-40B4-BE49-F238E27FC236}">
                <a16:creationId xmlns:a16="http://schemas.microsoft.com/office/drawing/2014/main" id="{9EC1001A-A703-3892-02B6-B9D2BB5088F2}"/>
              </a:ext>
            </a:extLst>
          </p:cNvPr>
          <p:cNvGrpSpPr/>
          <p:nvPr/>
        </p:nvGrpSpPr>
        <p:grpSpPr>
          <a:xfrm>
            <a:off x="2568397" y="3809388"/>
            <a:ext cx="1123524" cy="984312"/>
            <a:chOff x="5600582" y="3639053"/>
            <a:chExt cx="1123524" cy="984312"/>
          </a:xfrm>
        </p:grpSpPr>
        <p:sp>
          <p:nvSpPr>
            <p:cNvPr id="19" name="Freeform 72">
              <a:extLst>
                <a:ext uri="{FF2B5EF4-FFF2-40B4-BE49-F238E27FC236}">
                  <a16:creationId xmlns:a16="http://schemas.microsoft.com/office/drawing/2014/main" id="{6665231A-E3B7-5738-F3F0-079C677E58A2}"/>
                </a:ext>
              </a:extLst>
            </p:cNvPr>
            <p:cNvSpPr>
              <a:spLocks noEditPoints="1"/>
            </p:cNvSpPr>
            <p:nvPr/>
          </p:nvSpPr>
          <p:spPr bwMode="auto">
            <a:xfrm>
              <a:off x="5902311" y="3639053"/>
              <a:ext cx="520066" cy="518160"/>
            </a:xfrm>
            <a:custGeom>
              <a:avLst/>
              <a:gdLst>
                <a:gd name="T0" fmla="*/ 88 w 176"/>
                <a:gd name="T1" fmla="*/ 136 h 176"/>
                <a:gd name="T2" fmla="*/ 88 w 176"/>
                <a:gd name="T3" fmla="*/ 48 h 176"/>
                <a:gd name="T4" fmla="*/ 88 w 176"/>
                <a:gd name="T5" fmla="*/ 72 h 176"/>
                <a:gd name="T6" fmla="*/ 88 w 176"/>
                <a:gd name="T7" fmla="*/ 48 h 176"/>
                <a:gd name="T8" fmla="*/ 51 w 176"/>
                <a:gd name="T9" fmla="*/ 72 h 176"/>
                <a:gd name="T10" fmla="*/ 84 w 176"/>
                <a:gd name="T11" fmla="*/ 103 h 176"/>
                <a:gd name="T12" fmla="*/ 88 w 176"/>
                <a:gd name="T13" fmla="*/ 80 h 176"/>
                <a:gd name="T14" fmla="*/ 80 w 176"/>
                <a:gd name="T15" fmla="*/ 88 h 176"/>
                <a:gd name="T16" fmla="*/ 92 w 176"/>
                <a:gd name="T17" fmla="*/ 103 h 176"/>
                <a:gd name="T18" fmla="*/ 125 w 176"/>
                <a:gd name="T19" fmla="*/ 72 h 176"/>
                <a:gd name="T20" fmla="*/ 162 w 176"/>
                <a:gd name="T21" fmla="*/ 68 h 176"/>
                <a:gd name="T22" fmla="*/ 159 w 176"/>
                <a:gd name="T23" fmla="*/ 34 h 176"/>
                <a:gd name="T24" fmla="*/ 134 w 176"/>
                <a:gd name="T25" fmla="*/ 17 h 176"/>
                <a:gd name="T26" fmla="*/ 106 w 176"/>
                <a:gd name="T27" fmla="*/ 6 h 176"/>
                <a:gd name="T28" fmla="*/ 70 w 176"/>
                <a:gd name="T29" fmla="*/ 6 h 176"/>
                <a:gd name="T30" fmla="*/ 42 w 176"/>
                <a:gd name="T31" fmla="*/ 17 h 176"/>
                <a:gd name="T32" fmla="*/ 17 w 176"/>
                <a:gd name="T33" fmla="*/ 34 h 176"/>
                <a:gd name="T34" fmla="*/ 14 w 176"/>
                <a:gd name="T35" fmla="*/ 68 h 176"/>
                <a:gd name="T36" fmla="*/ 0 w 176"/>
                <a:gd name="T37" fmla="*/ 100 h 176"/>
                <a:gd name="T38" fmla="*/ 22 w 176"/>
                <a:gd name="T39" fmla="*/ 126 h 176"/>
                <a:gd name="T40" fmla="*/ 34 w 176"/>
                <a:gd name="T41" fmla="*/ 159 h 176"/>
                <a:gd name="T42" fmla="*/ 50 w 176"/>
                <a:gd name="T43" fmla="*/ 154 h 176"/>
                <a:gd name="T44" fmla="*/ 76 w 176"/>
                <a:gd name="T45" fmla="*/ 176 h 176"/>
                <a:gd name="T46" fmla="*/ 108 w 176"/>
                <a:gd name="T47" fmla="*/ 162 h 176"/>
                <a:gd name="T48" fmla="*/ 138 w 176"/>
                <a:gd name="T49" fmla="*/ 160 h 176"/>
                <a:gd name="T50" fmla="*/ 159 w 176"/>
                <a:gd name="T51" fmla="*/ 134 h 176"/>
                <a:gd name="T52" fmla="*/ 170 w 176"/>
                <a:gd name="T53" fmla="*/ 106 h 176"/>
                <a:gd name="T54" fmla="*/ 170 w 176"/>
                <a:gd name="T55" fmla="*/ 70 h 176"/>
                <a:gd name="T56" fmla="*/ 160 w 176"/>
                <a:gd name="T57" fmla="*/ 100 h 176"/>
                <a:gd name="T58" fmla="*/ 147 w 176"/>
                <a:gd name="T59" fmla="*/ 130 h 176"/>
                <a:gd name="T60" fmla="*/ 138 w 176"/>
                <a:gd name="T61" fmla="*/ 152 h 176"/>
                <a:gd name="T62" fmla="*/ 122 w 176"/>
                <a:gd name="T63" fmla="*/ 147 h 176"/>
                <a:gd name="T64" fmla="*/ 98 w 176"/>
                <a:gd name="T65" fmla="*/ 168 h 176"/>
                <a:gd name="T66" fmla="*/ 76 w 176"/>
                <a:gd name="T67" fmla="*/ 160 h 176"/>
                <a:gd name="T68" fmla="*/ 50 w 176"/>
                <a:gd name="T69" fmla="*/ 146 h 176"/>
                <a:gd name="T70" fmla="*/ 38 w 176"/>
                <a:gd name="T71" fmla="*/ 152 h 176"/>
                <a:gd name="T72" fmla="*/ 29 w 176"/>
                <a:gd name="T73" fmla="*/ 122 h 176"/>
                <a:gd name="T74" fmla="*/ 8 w 176"/>
                <a:gd name="T75" fmla="*/ 98 h 176"/>
                <a:gd name="T76" fmla="*/ 16 w 176"/>
                <a:gd name="T77" fmla="*/ 76 h 176"/>
                <a:gd name="T78" fmla="*/ 29 w 176"/>
                <a:gd name="T79" fmla="*/ 46 h 176"/>
                <a:gd name="T80" fmla="*/ 38 w 176"/>
                <a:gd name="T81" fmla="*/ 24 h 176"/>
                <a:gd name="T82" fmla="*/ 54 w 176"/>
                <a:gd name="T83" fmla="*/ 29 h 176"/>
                <a:gd name="T84" fmla="*/ 78 w 176"/>
                <a:gd name="T85" fmla="*/ 8 h 176"/>
                <a:gd name="T86" fmla="*/ 100 w 176"/>
                <a:gd name="T87" fmla="*/ 16 h 176"/>
                <a:gd name="T88" fmla="*/ 126 w 176"/>
                <a:gd name="T89" fmla="*/ 30 h 176"/>
                <a:gd name="T90" fmla="*/ 152 w 176"/>
                <a:gd name="T91" fmla="*/ 38 h 176"/>
                <a:gd name="T92" fmla="*/ 147 w 176"/>
                <a:gd name="T93" fmla="*/ 54 h 176"/>
                <a:gd name="T94" fmla="*/ 168 w 176"/>
                <a:gd name="T95" fmla="*/ 78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76" h="176">
                  <a:moveTo>
                    <a:pt x="88" y="40"/>
                  </a:moveTo>
                  <a:cubicBezTo>
                    <a:pt x="61" y="40"/>
                    <a:pt x="40" y="61"/>
                    <a:pt x="40" y="88"/>
                  </a:cubicBezTo>
                  <a:cubicBezTo>
                    <a:pt x="40" y="115"/>
                    <a:pt x="61" y="136"/>
                    <a:pt x="88" y="136"/>
                  </a:cubicBezTo>
                  <a:cubicBezTo>
                    <a:pt x="115" y="136"/>
                    <a:pt x="136" y="115"/>
                    <a:pt x="136" y="88"/>
                  </a:cubicBezTo>
                  <a:cubicBezTo>
                    <a:pt x="136" y="61"/>
                    <a:pt x="115" y="40"/>
                    <a:pt x="88" y="40"/>
                  </a:cubicBezTo>
                  <a:moveTo>
                    <a:pt x="88" y="48"/>
                  </a:moveTo>
                  <a:cubicBezTo>
                    <a:pt x="102" y="48"/>
                    <a:pt x="114" y="55"/>
                    <a:pt x="121" y="65"/>
                  </a:cubicBezTo>
                  <a:cubicBezTo>
                    <a:pt x="100" y="77"/>
                    <a:pt x="100" y="77"/>
                    <a:pt x="100" y="77"/>
                  </a:cubicBezTo>
                  <a:cubicBezTo>
                    <a:pt x="97" y="74"/>
                    <a:pt x="93" y="72"/>
                    <a:pt x="88" y="72"/>
                  </a:cubicBezTo>
                  <a:cubicBezTo>
                    <a:pt x="83" y="72"/>
                    <a:pt x="79" y="74"/>
                    <a:pt x="76" y="77"/>
                  </a:cubicBezTo>
                  <a:cubicBezTo>
                    <a:pt x="55" y="65"/>
                    <a:pt x="55" y="65"/>
                    <a:pt x="55" y="65"/>
                  </a:cubicBezTo>
                  <a:cubicBezTo>
                    <a:pt x="62" y="55"/>
                    <a:pt x="74" y="48"/>
                    <a:pt x="88" y="48"/>
                  </a:cubicBezTo>
                  <a:moveTo>
                    <a:pt x="84" y="128"/>
                  </a:moveTo>
                  <a:cubicBezTo>
                    <a:pt x="64" y="126"/>
                    <a:pt x="48" y="109"/>
                    <a:pt x="48" y="88"/>
                  </a:cubicBezTo>
                  <a:cubicBezTo>
                    <a:pt x="48" y="82"/>
                    <a:pt x="49" y="77"/>
                    <a:pt x="51" y="72"/>
                  </a:cubicBezTo>
                  <a:cubicBezTo>
                    <a:pt x="73" y="84"/>
                    <a:pt x="73" y="84"/>
                    <a:pt x="73" y="84"/>
                  </a:cubicBezTo>
                  <a:cubicBezTo>
                    <a:pt x="72" y="85"/>
                    <a:pt x="72" y="87"/>
                    <a:pt x="72" y="88"/>
                  </a:cubicBezTo>
                  <a:cubicBezTo>
                    <a:pt x="72" y="95"/>
                    <a:pt x="77" y="102"/>
                    <a:pt x="84" y="103"/>
                  </a:cubicBezTo>
                  <a:lnTo>
                    <a:pt x="84" y="128"/>
                  </a:lnTo>
                  <a:close/>
                  <a:moveTo>
                    <a:pt x="80" y="88"/>
                  </a:moveTo>
                  <a:cubicBezTo>
                    <a:pt x="80" y="84"/>
                    <a:pt x="84" y="80"/>
                    <a:pt x="88" y="80"/>
                  </a:cubicBezTo>
                  <a:cubicBezTo>
                    <a:pt x="92" y="80"/>
                    <a:pt x="96" y="84"/>
                    <a:pt x="96" y="88"/>
                  </a:cubicBezTo>
                  <a:cubicBezTo>
                    <a:pt x="96" y="92"/>
                    <a:pt x="92" y="96"/>
                    <a:pt x="88" y="96"/>
                  </a:cubicBezTo>
                  <a:cubicBezTo>
                    <a:pt x="84" y="96"/>
                    <a:pt x="80" y="92"/>
                    <a:pt x="80" y="88"/>
                  </a:cubicBezTo>
                  <a:moveTo>
                    <a:pt x="128" y="88"/>
                  </a:moveTo>
                  <a:cubicBezTo>
                    <a:pt x="128" y="109"/>
                    <a:pt x="112" y="126"/>
                    <a:pt x="92" y="128"/>
                  </a:cubicBezTo>
                  <a:cubicBezTo>
                    <a:pt x="92" y="103"/>
                    <a:pt x="92" y="103"/>
                    <a:pt x="92" y="103"/>
                  </a:cubicBezTo>
                  <a:cubicBezTo>
                    <a:pt x="99" y="102"/>
                    <a:pt x="104" y="95"/>
                    <a:pt x="104" y="88"/>
                  </a:cubicBezTo>
                  <a:cubicBezTo>
                    <a:pt x="104" y="87"/>
                    <a:pt x="104" y="85"/>
                    <a:pt x="103" y="84"/>
                  </a:cubicBezTo>
                  <a:cubicBezTo>
                    <a:pt x="125" y="72"/>
                    <a:pt x="125" y="72"/>
                    <a:pt x="125" y="72"/>
                  </a:cubicBezTo>
                  <a:cubicBezTo>
                    <a:pt x="127" y="77"/>
                    <a:pt x="128" y="82"/>
                    <a:pt x="128" y="88"/>
                  </a:cubicBezTo>
                  <a:moveTo>
                    <a:pt x="170" y="70"/>
                  </a:moveTo>
                  <a:cubicBezTo>
                    <a:pt x="162" y="68"/>
                    <a:pt x="162" y="68"/>
                    <a:pt x="162" y="68"/>
                  </a:cubicBezTo>
                  <a:cubicBezTo>
                    <a:pt x="160" y="62"/>
                    <a:pt x="157" y="56"/>
                    <a:pt x="154" y="50"/>
                  </a:cubicBezTo>
                  <a:cubicBezTo>
                    <a:pt x="159" y="42"/>
                    <a:pt x="159" y="42"/>
                    <a:pt x="159" y="42"/>
                  </a:cubicBezTo>
                  <a:cubicBezTo>
                    <a:pt x="160" y="40"/>
                    <a:pt x="161" y="36"/>
                    <a:pt x="159" y="34"/>
                  </a:cubicBezTo>
                  <a:cubicBezTo>
                    <a:pt x="142" y="17"/>
                    <a:pt x="142" y="17"/>
                    <a:pt x="142" y="17"/>
                  </a:cubicBezTo>
                  <a:cubicBezTo>
                    <a:pt x="141" y="16"/>
                    <a:pt x="140" y="16"/>
                    <a:pt x="138" y="16"/>
                  </a:cubicBezTo>
                  <a:cubicBezTo>
                    <a:pt x="137" y="16"/>
                    <a:pt x="135" y="17"/>
                    <a:pt x="134" y="17"/>
                  </a:cubicBezTo>
                  <a:cubicBezTo>
                    <a:pt x="126" y="22"/>
                    <a:pt x="126" y="22"/>
                    <a:pt x="126" y="22"/>
                  </a:cubicBezTo>
                  <a:cubicBezTo>
                    <a:pt x="120" y="19"/>
                    <a:pt x="114" y="16"/>
                    <a:pt x="108" y="14"/>
                  </a:cubicBezTo>
                  <a:cubicBezTo>
                    <a:pt x="106" y="6"/>
                    <a:pt x="106" y="6"/>
                    <a:pt x="106" y="6"/>
                  </a:cubicBezTo>
                  <a:cubicBezTo>
                    <a:pt x="105" y="3"/>
                    <a:pt x="103" y="0"/>
                    <a:pt x="100" y="0"/>
                  </a:cubicBezTo>
                  <a:cubicBezTo>
                    <a:pt x="76" y="0"/>
                    <a:pt x="76" y="0"/>
                    <a:pt x="76" y="0"/>
                  </a:cubicBezTo>
                  <a:cubicBezTo>
                    <a:pt x="73" y="0"/>
                    <a:pt x="71" y="3"/>
                    <a:pt x="70" y="6"/>
                  </a:cubicBezTo>
                  <a:cubicBezTo>
                    <a:pt x="68" y="14"/>
                    <a:pt x="68" y="14"/>
                    <a:pt x="68" y="14"/>
                  </a:cubicBezTo>
                  <a:cubicBezTo>
                    <a:pt x="62" y="16"/>
                    <a:pt x="56" y="19"/>
                    <a:pt x="50" y="22"/>
                  </a:cubicBezTo>
                  <a:cubicBezTo>
                    <a:pt x="42" y="17"/>
                    <a:pt x="42" y="17"/>
                    <a:pt x="42" y="17"/>
                  </a:cubicBezTo>
                  <a:cubicBezTo>
                    <a:pt x="41" y="17"/>
                    <a:pt x="39" y="16"/>
                    <a:pt x="38" y="16"/>
                  </a:cubicBezTo>
                  <a:cubicBezTo>
                    <a:pt x="36" y="16"/>
                    <a:pt x="35" y="16"/>
                    <a:pt x="34" y="17"/>
                  </a:cubicBezTo>
                  <a:cubicBezTo>
                    <a:pt x="17" y="34"/>
                    <a:pt x="17" y="34"/>
                    <a:pt x="17" y="34"/>
                  </a:cubicBezTo>
                  <a:cubicBezTo>
                    <a:pt x="15" y="36"/>
                    <a:pt x="16" y="40"/>
                    <a:pt x="17" y="42"/>
                  </a:cubicBezTo>
                  <a:cubicBezTo>
                    <a:pt x="22" y="50"/>
                    <a:pt x="22" y="50"/>
                    <a:pt x="22" y="50"/>
                  </a:cubicBezTo>
                  <a:cubicBezTo>
                    <a:pt x="19" y="56"/>
                    <a:pt x="16" y="62"/>
                    <a:pt x="14" y="68"/>
                  </a:cubicBezTo>
                  <a:cubicBezTo>
                    <a:pt x="6" y="70"/>
                    <a:pt x="6" y="70"/>
                    <a:pt x="6" y="70"/>
                  </a:cubicBezTo>
                  <a:cubicBezTo>
                    <a:pt x="3" y="71"/>
                    <a:pt x="0" y="73"/>
                    <a:pt x="0" y="76"/>
                  </a:cubicBezTo>
                  <a:cubicBezTo>
                    <a:pt x="0" y="100"/>
                    <a:pt x="0" y="100"/>
                    <a:pt x="0" y="100"/>
                  </a:cubicBezTo>
                  <a:cubicBezTo>
                    <a:pt x="0" y="103"/>
                    <a:pt x="3" y="105"/>
                    <a:pt x="6" y="106"/>
                  </a:cubicBezTo>
                  <a:cubicBezTo>
                    <a:pt x="14" y="108"/>
                    <a:pt x="14" y="108"/>
                    <a:pt x="14" y="108"/>
                  </a:cubicBezTo>
                  <a:cubicBezTo>
                    <a:pt x="16" y="114"/>
                    <a:pt x="19" y="120"/>
                    <a:pt x="22" y="126"/>
                  </a:cubicBezTo>
                  <a:cubicBezTo>
                    <a:pt x="17" y="134"/>
                    <a:pt x="17" y="134"/>
                    <a:pt x="17" y="134"/>
                  </a:cubicBezTo>
                  <a:cubicBezTo>
                    <a:pt x="16" y="136"/>
                    <a:pt x="15" y="140"/>
                    <a:pt x="17" y="142"/>
                  </a:cubicBezTo>
                  <a:cubicBezTo>
                    <a:pt x="34" y="159"/>
                    <a:pt x="34" y="159"/>
                    <a:pt x="34" y="159"/>
                  </a:cubicBezTo>
                  <a:cubicBezTo>
                    <a:pt x="35" y="160"/>
                    <a:pt x="36" y="160"/>
                    <a:pt x="38" y="160"/>
                  </a:cubicBezTo>
                  <a:cubicBezTo>
                    <a:pt x="39" y="160"/>
                    <a:pt x="41" y="159"/>
                    <a:pt x="42" y="159"/>
                  </a:cubicBezTo>
                  <a:cubicBezTo>
                    <a:pt x="50" y="154"/>
                    <a:pt x="50" y="154"/>
                    <a:pt x="50" y="154"/>
                  </a:cubicBezTo>
                  <a:cubicBezTo>
                    <a:pt x="56" y="157"/>
                    <a:pt x="62" y="160"/>
                    <a:pt x="68" y="162"/>
                  </a:cubicBezTo>
                  <a:cubicBezTo>
                    <a:pt x="70" y="170"/>
                    <a:pt x="70" y="170"/>
                    <a:pt x="70" y="170"/>
                  </a:cubicBezTo>
                  <a:cubicBezTo>
                    <a:pt x="71" y="173"/>
                    <a:pt x="73" y="176"/>
                    <a:pt x="76" y="176"/>
                  </a:cubicBezTo>
                  <a:cubicBezTo>
                    <a:pt x="100" y="176"/>
                    <a:pt x="100" y="176"/>
                    <a:pt x="100" y="176"/>
                  </a:cubicBezTo>
                  <a:cubicBezTo>
                    <a:pt x="103" y="176"/>
                    <a:pt x="105" y="173"/>
                    <a:pt x="106" y="170"/>
                  </a:cubicBezTo>
                  <a:cubicBezTo>
                    <a:pt x="108" y="162"/>
                    <a:pt x="108" y="162"/>
                    <a:pt x="108" y="162"/>
                  </a:cubicBezTo>
                  <a:cubicBezTo>
                    <a:pt x="114" y="160"/>
                    <a:pt x="120" y="157"/>
                    <a:pt x="126" y="154"/>
                  </a:cubicBezTo>
                  <a:cubicBezTo>
                    <a:pt x="134" y="159"/>
                    <a:pt x="134" y="159"/>
                    <a:pt x="134" y="159"/>
                  </a:cubicBezTo>
                  <a:cubicBezTo>
                    <a:pt x="135" y="159"/>
                    <a:pt x="137" y="160"/>
                    <a:pt x="138" y="160"/>
                  </a:cubicBezTo>
                  <a:cubicBezTo>
                    <a:pt x="140" y="160"/>
                    <a:pt x="141" y="160"/>
                    <a:pt x="142" y="159"/>
                  </a:cubicBezTo>
                  <a:cubicBezTo>
                    <a:pt x="159" y="142"/>
                    <a:pt x="159" y="142"/>
                    <a:pt x="159" y="142"/>
                  </a:cubicBezTo>
                  <a:cubicBezTo>
                    <a:pt x="161" y="140"/>
                    <a:pt x="160" y="136"/>
                    <a:pt x="159" y="134"/>
                  </a:cubicBezTo>
                  <a:cubicBezTo>
                    <a:pt x="154" y="126"/>
                    <a:pt x="154" y="126"/>
                    <a:pt x="154" y="126"/>
                  </a:cubicBezTo>
                  <a:cubicBezTo>
                    <a:pt x="157" y="120"/>
                    <a:pt x="160" y="114"/>
                    <a:pt x="162" y="108"/>
                  </a:cubicBezTo>
                  <a:cubicBezTo>
                    <a:pt x="170" y="106"/>
                    <a:pt x="170" y="106"/>
                    <a:pt x="170" y="106"/>
                  </a:cubicBezTo>
                  <a:cubicBezTo>
                    <a:pt x="173" y="105"/>
                    <a:pt x="176" y="103"/>
                    <a:pt x="176" y="100"/>
                  </a:cubicBezTo>
                  <a:cubicBezTo>
                    <a:pt x="176" y="76"/>
                    <a:pt x="176" y="76"/>
                    <a:pt x="176" y="76"/>
                  </a:cubicBezTo>
                  <a:cubicBezTo>
                    <a:pt x="176" y="73"/>
                    <a:pt x="173" y="71"/>
                    <a:pt x="170" y="70"/>
                  </a:cubicBezTo>
                  <a:moveTo>
                    <a:pt x="168" y="98"/>
                  </a:moveTo>
                  <a:cubicBezTo>
                    <a:pt x="168" y="98"/>
                    <a:pt x="168" y="98"/>
                    <a:pt x="168" y="98"/>
                  </a:cubicBezTo>
                  <a:cubicBezTo>
                    <a:pt x="160" y="100"/>
                    <a:pt x="160" y="100"/>
                    <a:pt x="160" y="100"/>
                  </a:cubicBezTo>
                  <a:cubicBezTo>
                    <a:pt x="157" y="101"/>
                    <a:pt x="155" y="103"/>
                    <a:pt x="154" y="106"/>
                  </a:cubicBezTo>
                  <a:cubicBezTo>
                    <a:pt x="152" y="111"/>
                    <a:pt x="150" y="117"/>
                    <a:pt x="147" y="122"/>
                  </a:cubicBezTo>
                  <a:cubicBezTo>
                    <a:pt x="146" y="125"/>
                    <a:pt x="146" y="128"/>
                    <a:pt x="147" y="130"/>
                  </a:cubicBezTo>
                  <a:cubicBezTo>
                    <a:pt x="152" y="138"/>
                    <a:pt x="152" y="138"/>
                    <a:pt x="152" y="138"/>
                  </a:cubicBezTo>
                  <a:cubicBezTo>
                    <a:pt x="138" y="152"/>
                    <a:pt x="138" y="152"/>
                    <a:pt x="138" y="152"/>
                  </a:cubicBezTo>
                  <a:cubicBezTo>
                    <a:pt x="138" y="152"/>
                    <a:pt x="138" y="152"/>
                    <a:pt x="138" y="152"/>
                  </a:cubicBezTo>
                  <a:cubicBezTo>
                    <a:pt x="130" y="147"/>
                    <a:pt x="130" y="147"/>
                    <a:pt x="130" y="147"/>
                  </a:cubicBezTo>
                  <a:cubicBezTo>
                    <a:pt x="129" y="146"/>
                    <a:pt x="128" y="146"/>
                    <a:pt x="126" y="146"/>
                  </a:cubicBezTo>
                  <a:cubicBezTo>
                    <a:pt x="125" y="146"/>
                    <a:pt x="123" y="146"/>
                    <a:pt x="122" y="147"/>
                  </a:cubicBezTo>
                  <a:cubicBezTo>
                    <a:pt x="117" y="150"/>
                    <a:pt x="111" y="152"/>
                    <a:pt x="106" y="154"/>
                  </a:cubicBezTo>
                  <a:cubicBezTo>
                    <a:pt x="103" y="155"/>
                    <a:pt x="101" y="157"/>
                    <a:pt x="100" y="160"/>
                  </a:cubicBezTo>
                  <a:cubicBezTo>
                    <a:pt x="98" y="168"/>
                    <a:pt x="98" y="168"/>
                    <a:pt x="98" y="168"/>
                  </a:cubicBezTo>
                  <a:cubicBezTo>
                    <a:pt x="98" y="168"/>
                    <a:pt x="98" y="168"/>
                    <a:pt x="98" y="168"/>
                  </a:cubicBezTo>
                  <a:cubicBezTo>
                    <a:pt x="78" y="168"/>
                    <a:pt x="78" y="168"/>
                    <a:pt x="78" y="168"/>
                  </a:cubicBezTo>
                  <a:cubicBezTo>
                    <a:pt x="76" y="160"/>
                    <a:pt x="76" y="160"/>
                    <a:pt x="76" y="160"/>
                  </a:cubicBezTo>
                  <a:cubicBezTo>
                    <a:pt x="75" y="157"/>
                    <a:pt x="73" y="155"/>
                    <a:pt x="70" y="154"/>
                  </a:cubicBezTo>
                  <a:cubicBezTo>
                    <a:pt x="65" y="152"/>
                    <a:pt x="59" y="150"/>
                    <a:pt x="54" y="147"/>
                  </a:cubicBezTo>
                  <a:cubicBezTo>
                    <a:pt x="53" y="146"/>
                    <a:pt x="51" y="146"/>
                    <a:pt x="50" y="146"/>
                  </a:cubicBezTo>
                  <a:cubicBezTo>
                    <a:pt x="48" y="146"/>
                    <a:pt x="47" y="146"/>
                    <a:pt x="46" y="147"/>
                  </a:cubicBezTo>
                  <a:cubicBezTo>
                    <a:pt x="39" y="152"/>
                    <a:pt x="39" y="152"/>
                    <a:pt x="39" y="152"/>
                  </a:cubicBezTo>
                  <a:cubicBezTo>
                    <a:pt x="38" y="152"/>
                    <a:pt x="38" y="152"/>
                    <a:pt x="38" y="152"/>
                  </a:cubicBezTo>
                  <a:cubicBezTo>
                    <a:pt x="24" y="138"/>
                    <a:pt x="24" y="138"/>
                    <a:pt x="24" y="138"/>
                  </a:cubicBezTo>
                  <a:cubicBezTo>
                    <a:pt x="29" y="130"/>
                    <a:pt x="29" y="130"/>
                    <a:pt x="29" y="130"/>
                  </a:cubicBezTo>
                  <a:cubicBezTo>
                    <a:pt x="30" y="128"/>
                    <a:pt x="30" y="125"/>
                    <a:pt x="29" y="122"/>
                  </a:cubicBezTo>
                  <a:cubicBezTo>
                    <a:pt x="26" y="117"/>
                    <a:pt x="24" y="111"/>
                    <a:pt x="22" y="106"/>
                  </a:cubicBezTo>
                  <a:cubicBezTo>
                    <a:pt x="21" y="103"/>
                    <a:pt x="19" y="101"/>
                    <a:pt x="16" y="100"/>
                  </a:cubicBezTo>
                  <a:cubicBezTo>
                    <a:pt x="8" y="98"/>
                    <a:pt x="8" y="98"/>
                    <a:pt x="8" y="98"/>
                  </a:cubicBezTo>
                  <a:cubicBezTo>
                    <a:pt x="8" y="98"/>
                    <a:pt x="8" y="98"/>
                    <a:pt x="8" y="98"/>
                  </a:cubicBezTo>
                  <a:cubicBezTo>
                    <a:pt x="8" y="78"/>
                    <a:pt x="8" y="78"/>
                    <a:pt x="8" y="78"/>
                  </a:cubicBezTo>
                  <a:cubicBezTo>
                    <a:pt x="16" y="76"/>
                    <a:pt x="16" y="76"/>
                    <a:pt x="16" y="76"/>
                  </a:cubicBezTo>
                  <a:cubicBezTo>
                    <a:pt x="19" y="75"/>
                    <a:pt x="21" y="73"/>
                    <a:pt x="22" y="70"/>
                  </a:cubicBezTo>
                  <a:cubicBezTo>
                    <a:pt x="24" y="65"/>
                    <a:pt x="26" y="59"/>
                    <a:pt x="29" y="54"/>
                  </a:cubicBezTo>
                  <a:cubicBezTo>
                    <a:pt x="30" y="51"/>
                    <a:pt x="30" y="48"/>
                    <a:pt x="29" y="46"/>
                  </a:cubicBezTo>
                  <a:cubicBezTo>
                    <a:pt x="24" y="38"/>
                    <a:pt x="24" y="38"/>
                    <a:pt x="24" y="38"/>
                  </a:cubicBezTo>
                  <a:cubicBezTo>
                    <a:pt x="24" y="38"/>
                    <a:pt x="24" y="38"/>
                    <a:pt x="24" y="38"/>
                  </a:cubicBezTo>
                  <a:cubicBezTo>
                    <a:pt x="38" y="24"/>
                    <a:pt x="38" y="24"/>
                    <a:pt x="38" y="24"/>
                  </a:cubicBezTo>
                  <a:cubicBezTo>
                    <a:pt x="46" y="29"/>
                    <a:pt x="46" y="29"/>
                    <a:pt x="46" y="29"/>
                  </a:cubicBezTo>
                  <a:cubicBezTo>
                    <a:pt x="47" y="30"/>
                    <a:pt x="48" y="30"/>
                    <a:pt x="50" y="30"/>
                  </a:cubicBezTo>
                  <a:cubicBezTo>
                    <a:pt x="51" y="30"/>
                    <a:pt x="53" y="30"/>
                    <a:pt x="54" y="29"/>
                  </a:cubicBezTo>
                  <a:cubicBezTo>
                    <a:pt x="59" y="26"/>
                    <a:pt x="65" y="24"/>
                    <a:pt x="70" y="22"/>
                  </a:cubicBezTo>
                  <a:cubicBezTo>
                    <a:pt x="73" y="21"/>
                    <a:pt x="75" y="19"/>
                    <a:pt x="76" y="16"/>
                  </a:cubicBezTo>
                  <a:cubicBezTo>
                    <a:pt x="78" y="8"/>
                    <a:pt x="78" y="8"/>
                    <a:pt x="78" y="8"/>
                  </a:cubicBezTo>
                  <a:cubicBezTo>
                    <a:pt x="98" y="8"/>
                    <a:pt x="98" y="8"/>
                    <a:pt x="98" y="8"/>
                  </a:cubicBezTo>
                  <a:cubicBezTo>
                    <a:pt x="98" y="8"/>
                    <a:pt x="98" y="8"/>
                    <a:pt x="98" y="8"/>
                  </a:cubicBezTo>
                  <a:cubicBezTo>
                    <a:pt x="100" y="16"/>
                    <a:pt x="100" y="16"/>
                    <a:pt x="100" y="16"/>
                  </a:cubicBezTo>
                  <a:cubicBezTo>
                    <a:pt x="101" y="19"/>
                    <a:pt x="103" y="21"/>
                    <a:pt x="106" y="22"/>
                  </a:cubicBezTo>
                  <a:cubicBezTo>
                    <a:pt x="111" y="24"/>
                    <a:pt x="117" y="26"/>
                    <a:pt x="122" y="29"/>
                  </a:cubicBezTo>
                  <a:cubicBezTo>
                    <a:pt x="123" y="30"/>
                    <a:pt x="125" y="30"/>
                    <a:pt x="126" y="30"/>
                  </a:cubicBezTo>
                  <a:cubicBezTo>
                    <a:pt x="128" y="30"/>
                    <a:pt x="129" y="30"/>
                    <a:pt x="130" y="29"/>
                  </a:cubicBezTo>
                  <a:cubicBezTo>
                    <a:pt x="138" y="24"/>
                    <a:pt x="138" y="24"/>
                    <a:pt x="138" y="24"/>
                  </a:cubicBezTo>
                  <a:cubicBezTo>
                    <a:pt x="152" y="38"/>
                    <a:pt x="152" y="38"/>
                    <a:pt x="152" y="38"/>
                  </a:cubicBezTo>
                  <a:cubicBezTo>
                    <a:pt x="152" y="38"/>
                    <a:pt x="152" y="38"/>
                    <a:pt x="152" y="39"/>
                  </a:cubicBezTo>
                  <a:cubicBezTo>
                    <a:pt x="147" y="46"/>
                    <a:pt x="147" y="46"/>
                    <a:pt x="147" y="46"/>
                  </a:cubicBezTo>
                  <a:cubicBezTo>
                    <a:pt x="146" y="48"/>
                    <a:pt x="146" y="51"/>
                    <a:pt x="147" y="54"/>
                  </a:cubicBezTo>
                  <a:cubicBezTo>
                    <a:pt x="150" y="59"/>
                    <a:pt x="152" y="65"/>
                    <a:pt x="154" y="70"/>
                  </a:cubicBezTo>
                  <a:cubicBezTo>
                    <a:pt x="155" y="73"/>
                    <a:pt x="157" y="75"/>
                    <a:pt x="160" y="76"/>
                  </a:cubicBezTo>
                  <a:cubicBezTo>
                    <a:pt x="168" y="78"/>
                    <a:pt x="168" y="78"/>
                    <a:pt x="168" y="78"/>
                  </a:cubicBezTo>
                  <a:lnTo>
                    <a:pt x="168" y="98"/>
                  </a:lnTo>
                  <a:close/>
                </a:path>
              </a:pathLst>
            </a:custGeom>
            <a:solidFill>
              <a:schemeClr val="accent1"/>
            </a:solidFill>
            <a:ln>
              <a:noFill/>
            </a:ln>
          </p:spPr>
          <p:txBody>
            <a:bodyPr vert="horz" wrap="square" lIns="109728" tIns="54864" rIns="109728" bIns="54864" numCol="1" anchor="t" anchorCtr="0" compatLnSpc="1">
              <a:prstTxWarp prst="textNoShape">
                <a:avLst/>
              </a:prstTxWarp>
            </a:bodyPr>
            <a:lstStyle/>
            <a:p>
              <a:endParaRPr lang="en-GB" sz="3456"/>
            </a:p>
          </p:txBody>
        </p:sp>
        <p:sp>
          <p:nvSpPr>
            <p:cNvPr id="20" name="TextBox 19">
              <a:extLst>
                <a:ext uri="{FF2B5EF4-FFF2-40B4-BE49-F238E27FC236}">
                  <a16:creationId xmlns:a16="http://schemas.microsoft.com/office/drawing/2014/main" id="{1F353D97-D81E-FFE1-0AE7-65820DADBD4C}"/>
                </a:ext>
              </a:extLst>
            </p:cNvPr>
            <p:cNvSpPr txBox="1"/>
            <p:nvPr/>
          </p:nvSpPr>
          <p:spPr>
            <a:xfrm>
              <a:off x="5600582" y="4260173"/>
              <a:ext cx="1123524" cy="363192"/>
            </a:xfrm>
            <a:prstGeom prst="rect">
              <a:avLst/>
            </a:prstGeom>
            <a:noFill/>
          </p:spPr>
          <p:txBody>
            <a:bodyPr wrap="square" lIns="0" tIns="0" rIns="0" bIns="0" rtlCol="0">
              <a:noAutofit/>
            </a:bodyPr>
            <a:lstStyle/>
            <a:p>
              <a:pPr algn="ctr">
                <a:lnSpc>
                  <a:spcPct val="90000"/>
                </a:lnSpc>
              </a:pPr>
              <a:r>
                <a:rPr lang="en-US" sz="1200" dirty="0">
                  <a:solidFill>
                    <a:schemeClr val="tx1">
                      <a:lumMod val="75000"/>
                      <a:lumOff val="25000"/>
                    </a:schemeClr>
                  </a:solidFill>
                </a:rPr>
                <a:t>Resubmission Engine</a:t>
              </a:r>
              <a:endParaRPr lang="en-IN" sz="1200" dirty="0">
                <a:solidFill>
                  <a:schemeClr val="tx1">
                    <a:lumMod val="75000"/>
                    <a:lumOff val="25000"/>
                  </a:schemeClr>
                </a:solidFill>
              </a:endParaRPr>
            </a:p>
          </p:txBody>
        </p:sp>
      </p:grpSp>
      <p:grpSp>
        <p:nvGrpSpPr>
          <p:cNvPr id="35" name="Group 34">
            <a:extLst>
              <a:ext uri="{FF2B5EF4-FFF2-40B4-BE49-F238E27FC236}">
                <a16:creationId xmlns:a16="http://schemas.microsoft.com/office/drawing/2014/main" id="{A0D2C341-82A9-0F7F-C720-C075F5D9180D}"/>
              </a:ext>
            </a:extLst>
          </p:cNvPr>
          <p:cNvGrpSpPr/>
          <p:nvPr/>
        </p:nvGrpSpPr>
        <p:grpSpPr>
          <a:xfrm>
            <a:off x="959636" y="2977847"/>
            <a:ext cx="867455" cy="972366"/>
            <a:chOff x="2044654" y="3650709"/>
            <a:chExt cx="867455" cy="972366"/>
          </a:xfrm>
        </p:grpSpPr>
        <p:grpSp>
          <p:nvGrpSpPr>
            <p:cNvPr id="23" name="Group 289">
              <a:extLst>
                <a:ext uri="{FF2B5EF4-FFF2-40B4-BE49-F238E27FC236}">
                  <a16:creationId xmlns:a16="http://schemas.microsoft.com/office/drawing/2014/main" id="{474C42A6-6583-35D2-7983-C283467A5FBC}"/>
                </a:ext>
              </a:extLst>
            </p:cNvPr>
            <p:cNvGrpSpPr>
              <a:grpSpLocks noChangeAspect="1"/>
            </p:cNvGrpSpPr>
            <p:nvPr/>
          </p:nvGrpSpPr>
          <p:grpSpPr bwMode="auto">
            <a:xfrm>
              <a:off x="2193571" y="3650709"/>
              <a:ext cx="569621" cy="518400"/>
              <a:chOff x="6553" y="2597"/>
              <a:chExt cx="278" cy="253"/>
            </a:xfrm>
            <a:solidFill>
              <a:schemeClr val="accent1"/>
            </a:solidFill>
          </p:grpSpPr>
          <p:sp>
            <p:nvSpPr>
              <p:cNvPr id="26" name="Freeform 290">
                <a:extLst>
                  <a:ext uri="{FF2B5EF4-FFF2-40B4-BE49-F238E27FC236}">
                    <a16:creationId xmlns:a16="http://schemas.microsoft.com/office/drawing/2014/main" id="{23D52AB2-ACB1-C1B7-79CF-87A9108B7C51}"/>
                  </a:ext>
                </a:extLst>
              </p:cNvPr>
              <p:cNvSpPr>
                <a:spLocks noEditPoints="1"/>
              </p:cNvSpPr>
              <p:nvPr/>
            </p:nvSpPr>
            <p:spPr bwMode="auto">
              <a:xfrm>
                <a:off x="6554" y="2639"/>
                <a:ext cx="277" cy="211"/>
              </a:xfrm>
              <a:custGeom>
                <a:avLst/>
                <a:gdLst>
                  <a:gd name="T0" fmla="*/ 681 w 1257"/>
                  <a:gd name="T1" fmla="*/ 880 h 961"/>
                  <a:gd name="T2" fmla="*/ 880 w 1257"/>
                  <a:gd name="T3" fmla="*/ 789 h 961"/>
                  <a:gd name="T4" fmla="*/ 905 w 1257"/>
                  <a:gd name="T5" fmla="*/ 833 h 961"/>
                  <a:gd name="T6" fmla="*/ 644 w 1257"/>
                  <a:gd name="T7" fmla="*/ 957 h 961"/>
                  <a:gd name="T8" fmla="*/ 366 w 1257"/>
                  <a:gd name="T9" fmla="*/ 843 h 961"/>
                  <a:gd name="T10" fmla="*/ 345 w 1257"/>
                  <a:gd name="T11" fmla="*/ 800 h 961"/>
                  <a:gd name="T12" fmla="*/ 443 w 1257"/>
                  <a:gd name="T13" fmla="*/ 819 h 961"/>
                  <a:gd name="T14" fmla="*/ 598 w 1257"/>
                  <a:gd name="T15" fmla="*/ 890 h 961"/>
                  <a:gd name="T16" fmla="*/ 552 w 1257"/>
                  <a:gd name="T17" fmla="*/ 591 h 961"/>
                  <a:gd name="T18" fmla="*/ 449 w 1257"/>
                  <a:gd name="T19" fmla="*/ 643 h 961"/>
                  <a:gd name="T20" fmla="*/ 266 w 1257"/>
                  <a:gd name="T21" fmla="*/ 558 h 961"/>
                  <a:gd name="T22" fmla="*/ 264 w 1257"/>
                  <a:gd name="T23" fmla="*/ 696 h 961"/>
                  <a:gd name="T24" fmla="*/ 211 w 1257"/>
                  <a:gd name="T25" fmla="*/ 696 h 961"/>
                  <a:gd name="T26" fmla="*/ 194 w 1257"/>
                  <a:gd name="T27" fmla="*/ 524 h 961"/>
                  <a:gd name="T28" fmla="*/ 74 w 1257"/>
                  <a:gd name="T29" fmla="*/ 386 h 961"/>
                  <a:gd name="T30" fmla="*/ 177 w 1257"/>
                  <a:gd name="T31" fmla="*/ 300 h 961"/>
                  <a:gd name="T32" fmla="*/ 36 w 1257"/>
                  <a:gd name="T33" fmla="*/ 263 h 961"/>
                  <a:gd name="T34" fmla="*/ 28 w 1257"/>
                  <a:gd name="T35" fmla="*/ 178 h 961"/>
                  <a:gd name="T36" fmla="*/ 437 w 1257"/>
                  <a:gd name="T37" fmla="*/ 3 h 961"/>
                  <a:gd name="T38" fmla="*/ 575 w 1257"/>
                  <a:gd name="T39" fmla="*/ 64 h 961"/>
                  <a:gd name="T40" fmla="*/ 437 w 1257"/>
                  <a:gd name="T41" fmla="*/ 58 h 961"/>
                  <a:gd name="T42" fmla="*/ 90 w 1257"/>
                  <a:gd name="T43" fmla="*/ 209 h 961"/>
                  <a:gd name="T44" fmla="*/ 98 w 1257"/>
                  <a:gd name="T45" fmla="*/ 222 h 961"/>
                  <a:gd name="T46" fmla="*/ 252 w 1257"/>
                  <a:gd name="T47" fmla="*/ 248 h 961"/>
                  <a:gd name="T48" fmla="*/ 548 w 1257"/>
                  <a:gd name="T49" fmla="*/ 115 h 961"/>
                  <a:gd name="T50" fmla="*/ 566 w 1257"/>
                  <a:gd name="T51" fmla="*/ 160 h 961"/>
                  <a:gd name="T52" fmla="*/ 330 w 1257"/>
                  <a:gd name="T53" fmla="*/ 272 h 961"/>
                  <a:gd name="T54" fmla="*/ 326 w 1257"/>
                  <a:gd name="T55" fmla="*/ 297 h 961"/>
                  <a:gd name="T56" fmla="*/ 640 w 1257"/>
                  <a:gd name="T57" fmla="*/ 431 h 961"/>
                  <a:gd name="T58" fmla="*/ 950 w 1257"/>
                  <a:gd name="T59" fmla="*/ 285 h 961"/>
                  <a:gd name="T60" fmla="*/ 710 w 1257"/>
                  <a:gd name="T61" fmla="*/ 172 h 961"/>
                  <a:gd name="T62" fmla="*/ 681 w 1257"/>
                  <a:gd name="T63" fmla="*/ 130 h 961"/>
                  <a:gd name="T64" fmla="*/ 745 w 1257"/>
                  <a:gd name="T65" fmla="*/ 128 h 961"/>
                  <a:gd name="T66" fmla="*/ 1034 w 1257"/>
                  <a:gd name="T67" fmla="*/ 253 h 961"/>
                  <a:gd name="T68" fmla="*/ 1175 w 1257"/>
                  <a:gd name="T69" fmla="*/ 215 h 961"/>
                  <a:gd name="T70" fmla="*/ 848 w 1257"/>
                  <a:gd name="T71" fmla="*/ 62 h 961"/>
                  <a:gd name="T72" fmla="*/ 721 w 1257"/>
                  <a:gd name="T73" fmla="*/ 82 h 961"/>
                  <a:gd name="T74" fmla="*/ 707 w 1257"/>
                  <a:gd name="T75" fmla="*/ 30 h 961"/>
                  <a:gd name="T76" fmla="*/ 854 w 1257"/>
                  <a:gd name="T77" fmla="*/ 5 h 961"/>
                  <a:gd name="T78" fmla="*/ 1252 w 1257"/>
                  <a:gd name="T79" fmla="*/ 234 h 961"/>
                  <a:gd name="T80" fmla="*/ 1103 w 1257"/>
                  <a:gd name="T81" fmla="*/ 292 h 961"/>
                  <a:gd name="T82" fmla="*/ 1099 w 1257"/>
                  <a:gd name="T83" fmla="*/ 318 h 961"/>
                  <a:gd name="T84" fmla="*/ 1173 w 1257"/>
                  <a:gd name="T85" fmla="*/ 471 h 961"/>
                  <a:gd name="T86" fmla="*/ 1043 w 1257"/>
                  <a:gd name="T87" fmla="*/ 553 h 961"/>
                  <a:gd name="T88" fmla="*/ 1017 w 1257"/>
                  <a:gd name="T89" fmla="*/ 728 h 961"/>
                  <a:gd name="T90" fmla="*/ 990 w 1257"/>
                  <a:gd name="T91" fmla="*/ 583 h 961"/>
                  <a:gd name="T92" fmla="*/ 965 w 1257"/>
                  <a:gd name="T93" fmla="*/ 568 h 961"/>
                  <a:gd name="T94" fmla="*/ 755 w 1257"/>
                  <a:gd name="T95" fmla="*/ 635 h 961"/>
                  <a:gd name="T96" fmla="*/ 657 w 1257"/>
                  <a:gd name="T97" fmla="*/ 555 h 961"/>
                  <a:gd name="T98" fmla="*/ 594 w 1257"/>
                  <a:gd name="T99" fmla="*/ 486 h 961"/>
                  <a:gd name="T100" fmla="*/ 252 w 1257"/>
                  <a:gd name="T101" fmla="*/ 323 h 961"/>
                  <a:gd name="T102" fmla="*/ 137 w 1257"/>
                  <a:gd name="T103" fmla="*/ 404 h 961"/>
                  <a:gd name="T104" fmla="*/ 139 w 1257"/>
                  <a:gd name="T105" fmla="*/ 438 h 961"/>
                  <a:gd name="T106" fmla="*/ 518 w 1257"/>
                  <a:gd name="T107" fmla="*/ 551 h 961"/>
                  <a:gd name="T108" fmla="*/ 662 w 1257"/>
                  <a:gd name="T109" fmla="*/ 482 h 961"/>
                  <a:gd name="T110" fmla="*/ 674 w 1257"/>
                  <a:gd name="T111" fmla="*/ 497 h 961"/>
                  <a:gd name="T112" fmla="*/ 807 w 1257"/>
                  <a:gd name="T113" fmla="*/ 583 h 961"/>
                  <a:gd name="T114" fmla="*/ 1140 w 1257"/>
                  <a:gd name="T115" fmla="*/ 426 h 961"/>
                  <a:gd name="T116" fmla="*/ 1028 w 1257"/>
                  <a:gd name="T117" fmla="*/ 329 h 961"/>
                  <a:gd name="T118" fmla="*/ 682 w 1257"/>
                  <a:gd name="T119" fmla="*/ 472 h 9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257" h="961">
                    <a:moveTo>
                      <a:pt x="657" y="890"/>
                    </a:moveTo>
                    <a:cubicBezTo>
                      <a:pt x="666" y="886"/>
                      <a:pt x="674" y="884"/>
                      <a:pt x="681" y="880"/>
                    </a:cubicBezTo>
                    <a:cubicBezTo>
                      <a:pt x="741" y="852"/>
                      <a:pt x="801" y="824"/>
                      <a:pt x="862" y="796"/>
                    </a:cubicBezTo>
                    <a:cubicBezTo>
                      <a:pt x="868" y="793"/>
                      <a:pt x="874" y="788"/>
                      <a:pt x="880" y="789"/>
                    </a:cubicBezTo>
                    <a:cubicBezTo>
                      <a:pt x="890" y="791"/>
                      <a:pt x="905" y="793"/>
                      <a:pt x="908" y="800"/>
                    </a:cubicBezTo>
                    <a:cubicBezTo>
                      <a:pt x="912" y="809"/>
                      <a:pt x="908" y="822"/>
                      <a:pt x="905" y="833"/>
                    </a:cubicBezTo>
                    <a:cubicBezTo>
                      <a:pt x="903" y="837"/>
                      <a:pt x="895" y="840"/>
                      <a:pt x="889" y="843"/>
                    </a:cubicBezTo>
                    <a:cubicBezTo>
                      <a:pt x="807" y="881"/>
                      <a:pt x="726" y="920"/>
                      <a:pt x="644" y="957"/>
                    </a:cubicBezTo>
                    <a:cubicBezTo>
                      <a:pt x="635" y="961"/>
                      <a:pt x="620" y="961"/>
                      <a:pt x="611" y="957"/>
                    </a:cubicBezTo>
                    <a:cubicBezTo>
                      <a:pt x="529" y="920"/>
                      <a:pt x="448" y="882"/>
                      <a:pt x="366" y="843"/>
                    </a:cubicBezTo>
                    <a:cubicBezTo>
                      <a:pt x="361" y="841"/>
                      <a:pt x="355" y="838"/>
                      <a:pt x="351" y="834"/>
                    </a:cubicBezTo>
                    <a:cubicBezTo>
                      <a:pt x="340" y="825"/>
                      <a:pt x="338" y="812"/>
                      <a:pt x="345" y="800"/>
                    </a:cubicBezTo>
                    <a:cubicBezTo>
                      <a:pt x="352" y="789"/>
                      <a:pt x="363" y="783"/>
                      <a:pt x="376" y="789"/>
                    </a:cubicBezTo>
                    <a:cubicBezTo>
                      <a:pt x="399" y="799"/>
                      <a:pt x="421" y="809"/>
                      <a:pt x="443" y="819"/>
                    </a:cubicBezTo>
                    <a:cubicBezTo>
                      <a:pt x="488" y="840"/>
                      <a:pt x="531" y="861"/>
                      <a:pt x="575" y="881"/>
                    </a:cubicBezTo>
                    <a:cubicBezTo>
                      <a:pt x="582" y="884"/>
                      <a:pt x="589" y="887"/>
                      <a:pt x="598" y="890"/>
                    </a:cubicBezTo>
                    <a:cubicBezTo>
                      <a:pt x="598" y="778"/>
                      <a:pt x="598" y="669"/>
                      <a:pt x="598" y="554"/>
                    </a:cubicBezTo>
                    <a:cubicBezTo>
                      <a:pt x="580" y="568"/>
                      <a:pt x="566" y="580"/>
                      <a:pt x="552" y="591"/>
                    </a:cubicBezTo>
                    <a:cubicBezTo>
                      <a:pt x="534" y="606"/>
                      <a:pt x="516" y="620"/>
                      <a:pt x="498" y="636"/>
                    </a:cubicBezTo>
                    <a:cubicBezTo>
                      <a:pt x="483" y="651"/>
                      <a:pt x="468" y="652"/>
                      <a:pt x="449" y="643"/>
                    </a:cubicBezTo>
                    <a:cubicBezTo>
                      <a:pt x="397" y="618"/>
                      <a:pt x="344" y="594"/>
                      <a:pt x="292" y="569"/>
                    </a:cubicBezTo>
                    <a:cubicBezTo>
                      <a:pt x="284" y="566"/>
                      <a:pt x="276" y="563"/>
                      <a:pt x="266" y="558"/>
                    </a:cubicBezTo>
                    <a:cubicBezTo>
                      <a:pt x="265" y="568"/>
                      <a:pt x="264" y="575"/>
                      <a:pt x="264" y="582"/>
                    </a:cubicBezTo>
                    <a:cubicBezTo>
                      <a:pt x="264" y="620"/>
                      <a:pt x="264" y="658"/>
                      <a:pt x="264" y="696"/>
                    </a:cubicBezTo>
                    <a:cubicBezTo>
                      <a:pt x="264" y="716"/>
                      <a:pt x="254" y="727"/>
                      <a:pt x="238" y="728"/>
                    </a:cubicBezTo>
                    <a:cubicBezTo>
                      <a:pt x="222" y="728"/>
                      <a:pt x="211" y="716"/>
                      <a:pt x="211" y="696"/>
                    </a:cubicBezTo>
                    <a:cubicBezTo>
                      <a:pt x="210" y="647"/>
                      <a:pt x="210" y="598"/>
                      <a:pt x="211" y="550"/>
                    </a:cubicBezTo>
                    <a:cubicBezTo>
                      <a:pt x="211" y="536"/>
                      <a:pt x="206" y="529"/>
                      <a:pt x="194" y="524"/>
                    </a:cubicBezTo>
                    <a:cubicBezTo>
                      <a:pt x="157" y="507"/>
                      <a:pt x="121" y="489"/>
                      <a:pt x="84" y="472"/>
                    </a:cubicBezTo>
                    <a:cubicBezTo>
                      <a:pt x="46" y="454"/>
                      <a:pt x="41" y="414"/>
                      <a:pt x="74" y="386"/>
                    </a:cubicBezTo>
                    <a:cubicBezTo>
                      <a:pt x="100" y="364"/>
                      <a:pt x="126" y="343"/>
                      <a:pt x="152" y="321"/>
                    </a:cubicBezTo>
                    <a:cubicBezTo>
                      <a:pt x="160" y="315"/>
                      <a:pt x="166" y="309"/>
                      <a:pt x="177" y="300"/>
                    </a:cubicBezTo>
                    <a:cubicBezTo>
                      <a:pt x="166" y="296"/>
                      <a:pt x="159" y="294"/>
                      <a:pt x="152" y="292"/>
                    </a:cubicBezTo>
                    <a:cubicBezTo>
                      <a:pt x="113" y="282"/>
                      <a:pt x="74" y="273"/>
                      <a:pt x="36" y="263"/>
                    </a:cubicBezTo>
                    <a:cubicBezTo>
                      <a:pt x="19" y="259"/>
                      <a:pt x="4" y="253"/>
                      <a:pt x="2" y="232"/>
                    </a:cubicBezTo>
                    <a:cubicBezTo>
                      <a:pt x="0" y="198"/>
                      <a:pt x="3" y="190"/>
                      <a:pt x="28" y="178"/>
                    </a:cubicBezTo>
                    <a:cubicBezTo>
                      <a:pt x="151" y="121"/>
                      <a:pt x="274" y="63"/>
                      <a:pt x="397" y="6"/>
                    </a:cubicBezTo>
                    <a:cubicBezTo>
                      <a:pt x="409" y="1"/>
                      <a:pt x="424" y="0"/>
                      <a:pt x="437" y="3"/>
                    </a:cubicBezTo>
                    <a:cubicBezTo>
                      <a:pt x="474" y="10"/>
                      <a:pt x="510" y="20"/>
                      <a:pt x="547" y="30"/>
                    </a:cubicBezTo>
                    <a:cubicBezTo>
                      <a:pt x="569" y="35"/>
                      <a:pt x="579" y="47"/>
                      <a:pt x="575" y="64"/>
                    </a:cubicBezTo>
                    <a:cubicBezTo>
                      <a:pt x="572" y="81"/>
                      <a:pt x="556" y="87"/>
                      <a:pt x="533" y="82"/>
                    </a:cubicBezTo>
                    <a:cubicBezTo>
                      <a:pt x="501" y="74"/>
                      <a:pt x="469" y="65"/>
                      <a:pt x="437" y="58"/>
                    </a:cubicBezTo>
                    <a:cubicBezTo>
                      <a:pt x="429" y="56"/>
                      <a:pt x="419" y="56"/>
                      <a:pt x="412" y="59"/>
                    </a:cubicBezTo>
                    <a:cubicBezTo>
                      <a:pt x="304" y="109"/>
                      <a:pt x="197" y="159"/>
                      <a:pt x="90" y="209"/>
                    </a:cubicBezTo>
                    <a:cubicBezTo>
                      <a:pt x="87" y="210"/>
                      <a:pt x="85" y="212"/>
                      <a:pt x="81" y="216"/>
                    </a:cubicBezTo>
                    <a:cubicBezTo>
                      <a:pt x="88" y="219"/>
                      <a:pt x="93" y="221"/>
                      <a:pt x="98" y="222"/>
                    </a:cubicBezTo>
                    <a:cubicBezTo>
                      <a:pt x="138" y="232"/>
                      <a:pt x="177" y="243"/>
                      <a:pt x="216" y="251"/>
                    </a:cubicBezTo>
                    <a:cubicBezTo>
                      <a:pt x="228" y="254"/>
                      <a:pt x="242" y="253"/>
                      <a:pt x="252" y="248"/>
                    </a:cubicBezTo>
                    <a:cubicBezTo>
                      <a:pt x="344" y="206"/>
                      <a:pt x="434" y="163"/>
                      <a:pt x="526" y="121"/>
                    </a:cubicBezTo>
                    <a:cubicBezTo>
                      <a:pt x="533" y="118"/>
                      <a:pt x="541" y="113"/>
                      <a:pt x="548" y="115"/>
                    </a:cubicBezTo>
                    <a:cubicBezTo>
                      <a:pt x="557" y="117"/>
                      <a:pt x="570" y="122"/>
                      <a:pt x="572" y="130"/>
                    </a:cubicBezTo>
                    <a:cubicBezTo>
                      <a:pt x="575" y="138"/>
                      <a:pt x="571" y="151"/>
                      <a:pt x="566" y="160"/>
                    </a:cubicBezTo>
                    <a:cubicBezTo>
                      <a:pt x="562" y="165"/>
                      <a:pt x="553" y="168"/>
                      <a:pt x="545" y="172"/>
                    </a:cubicBezTo>
                    <a:cubicBezTo>
                      <a:pt x="474" y="205"/>
                      <a:pt x="402" y="238"/>
                      <a:pt x="330" y="272"/>
                    </a:cubicBezTo>
                    <a:cubicBezTo>
                      <a:pt x="323" y="275"/>
                      <a:pt x="315" y="280"/>
                      <a:pt x="305" y="285"/>
                    </a:cubicBezTo>
                    <a:cubicBezTo>
                      <a:pt x="314" y="290"/>
                      <a:pt x="320" y="294"/>
                      <a:pt x="326" y="297"/>
                    </a:cubicBezTo>
                    <a:cubicBezTo>
                      <a:pt x="420" y="341"/>
                      <a:pt x="515" y="385"/>
                      <a:pt x="610" y="429"/>
                    </a:cubicBezTo>
                    <a:cubicBezTo>
                      <a:pt x="618" y="433"/>
                      <a:pt x="631" y="435"/>
                      <a:pt x="640" y="431"/>
                    </a:cubicBezTo>
                    <a:cubicBezTo>
                      <a:pt x="740" y="385"/>
                      <a:pt x="840" y="338"/>
                      <a:pt x="940" y="291"/>
                    </a:cubicBezTo>
                    <a:cubicBezTo>
                      <a:pt x="942" y="290"/>
                      <a:pt x="944" y="288"/>
                      <a:pt x="950" y="285"/>
                    </a:cubicBezTo>
                    <a:cubicBezTo>
                      <a:pt x="940" y="280"/>
                      <a:pt x="933" y="276"/>
                      <a:pt x="925" y="272"/>
                    </a:cubicBezTo>
                    <a:cubicBezTo>
                      <a:pt x="854" y="239"/>
                      <a:pt x="782" y="205"/>
                      <a:pt x="710" y="172"/>
                    </a:cubicBezTo>
                    <a:cubicBezTo>
                      <a:pt x="705" y="169"/>
                      <a:pt x="699" y="167"/>
                      <a:pt x="694" y="164"/>
                    </a:cubicBezTo>
                    <a:cubicBezTo>
                      <a:pt x="682" y="156"/>
                      <a:pt x="675" y="145"/>
                      <a:pt x="681" y="130"/>
                    </a:cubicBezTo>
                    <a:cubicBezTo>
                      <a:pt x="688" y="114"/>
                      <a:pt x="701" y="111"/>
                      <a:pt x="716" y="115"/>
                    </a:cubicBezTo>
                    <a:cubicBezTo>
                      <a:pt x="726" y="118"/>
                      <a:pt x="735" y="124"/>
                      <a:pt x="745" y="128"/>
                    </a:cubicBezTo>
                    <a:cubicBezTo>
                      <a:pt x="831" y="168"/>
                      <a:pt x="916" y="209"/>
                      <a:pt x="1002" y="248"/>
                    </a:cubicBezTo>
                    <a:cubicBezTo>
                      <a:pt x="1012" y="252"/>
                      <a:pt x="1024" y="255"/>
                      <a:pt x="1034" y="253"/>
                    </a:cubicBezTo>
                    <a:cubicBezTo>
                      <a:pt x="1077" y="244"/>
                      <a:pt x="1118" y="232"/>
                      <a:pt x="1160" y="222"/>
                    </a:cubicBezTo>
                    <a:cubicBezTo>
                      <a:pt x="1164" y="221"/>
                      <a:pt x="1167" y="219"/>
                      <a:pt x="1175" y="215"/>
                    </a:cubicBezTo>
                    <a:cubicBezTo>
                      <a:pt x="1166" y="211"/>
                      <a:pt x="1160" y="207"/>
                      <a:pt x="1154" y="204"/>
                    </a:cubicBezTo>
                    <a:cubicBezTo>
                      <a:pt x="1052" y="157"/>
                      <a:pt x="951" y="109"/>
                      <a:pt x="848" y="62"/>
                    </a:cubicBezTo>
                    <a:cubicBezTo>
                      <a:pt x="839" y="58"/>
                      <a:pt x="826" y="57"/>
                      <a:pt x="816" y="59"/>
                    </a:cubicBezTo>
                    <a:cubicBezTo>
                      <a:pt x="784" y="65"/>
                      <a:pt x="753" y="74"/>
                      <a:pt x="721" y="82"/>
                    </a:cubicBezTo>
                    <a:cubicBezTo>
                      <a:pt x="699" y="87"/>
                      <a:pt x="684" y="81"/>
                      <a:pt x="679" y="64"/>
                    </a:cubicBezTo>
                    <a:cubicBezTo>
                      <a:pt x="675" y="48"/>
                      <a:pt x="686" y="35"/>
                      <a:pt x="707" y="30"/>
                    </a:cubicBezTo>
                    <a:cubicBezTo>
                      <a:pt x="745" y="20"/>
                      <a:pt x="782" y="10"/>
                      <a:pt x="820" y="2"/>
                    </a:cubicBezTo>
                    <a:cubicBezTo>
                      <a:pt x="830" y="0"/>
                      <a:pt x="844" y="0"/>
                      <a:pt x="854" y="5"/>
                    </a:cubicBezTo>
                    <a:cubicBezTo>
                      <a:pt x="980" y="62"/>
                      <a:pt x="1105" y="121"/>
                      <a:pt x="1231" y="179"/>
                    </a:cubicBezTo>
                    <a:cubicBezTo>
                      <a:pt x="1257" y="191"/>
                      <a:pt x="1252" y="213"/>
                      <a:pt x="1252" y="234"/>
                    </a:cubicBezTo>
                    <a:cubicBezTo>
                      <a:pt x="1251" y="252"/>
                      <a:pt x="1238" y="258"/>
                      <a:pt x="1223" y="262"/>
                    </a:cubicBezTo>
                    <a:cubicBezTo>
                      <a:pt x="1183" y="272"/>
                      <a:pt x="1143" y="282"/>
                      <a:pt x="1103" y="292"/>
                    </a:cubicBezTo>
                    <a:cubicBezTo>
                      <a:pt x="1096" y="294"/>
                      <a:pt x="1089" y="296"/>
                      <a:pt x="1079" y="299"/>
                    </a:cubicBezTo>
                    <a:cubicBezTo>
                      <a:pt x="1087" y="307"/>
                      <a:pt x="1093" y="313"/>
                      <a:pt x="1099" y="318"/>
                    </a:cubicBezTo>
                    <a:cubicBezTo>
                      <a:pt x="1127" y="342"/>
                      <a:pt x="1155" y="365"/>
                      <a:pt x="1183" y="389"/>
                    </a:cubicBezTo>
                    <a:cubicBezTo>
                      <a:pt x="1212" y="413"/>
                      <a:pt x="1207" y="455"/>
                      <a:pt x="1173" y="471"/>
                    </a:cubicBezTo>
                    <a:cubicBezTo>
                      <a:pt x="1136" y="489"/>
                      <a:pt x="1100" y="507"/>
                      <a:pt x="1062" y="523"/>
                    </a:cubicBezTo>
                    <a:cubicBezTo>
                      <a:pt x="1048" y="529"/>
                      <a:pt x="1043" y="538"/>
                      <a:pt x="1043" y="553"/>
                    </a:cubicBezTo>
                    <a:cubicBezTo>
                      <a:pt x="1044" y="600"/>
                      <a:pt x="1044" y="648"/>
                      <a:pt x="1044" y="695"/>
                    </a:cubicBezTo>
                    <a:cubicBezTo>
                      <a:pt x="1044" y="716"/>
                      <a:pt x="1034" y="728"/>
                      <a:pt x="1017" y="728"/>
                    </a:cubicBezTo>
                    <a:cubicBezTo>
                      <a:pt x="1001" y="728"/>
                      <a:pt x="990" y="715"/>
                      <a:pt x="990" y="695"/>
                    </a:cubicBezTo>
                    <a:cubicBezTo>
                      <a:pt x="990" y="657"/>
                      <a:pt x="990" y="620"/>
                      <a:pt x="990" y="583"/>
                    </a:cubicBezTo>
                    <a:cubicBezTo>
                      <a:pt x="990" y="576"/>
                      <a:pt x="990" y="569"/>
                      <a:pt x="989" y="558"/>
                    </a:cubicBezTo>
                    <a:cubicBezTo>
                      <a:pt x="979" y="563"/>
                      <a:pt x="972" y="565"/>
                      <a:pt x="965" y="568"/>
                    </a:cubicBezTo>
                    <a:cubicBezTo>
                      <a:pt x="912" y="593"/>
                      <a:pt x="860" y="617"/>
                      <a:pt x="807" y="642"/>
                    </a:cubicBezTo>
                    <a:cubicBezTo>
                      <a:pt x="788" y="652"/>
                      <a:pt x="771" y="650"/>
                      <a:pt x="755" y="635"/>
                    </a:cubicBezTo>
                    <a:cubicBezTo>
                      <a:pt x="729" y="612"/>
                      <a:pt x="703" y="591"/>
                      <a:pt x="677" y="570"/>
                    </a:cubicBezTo>
                    <a:cubicBezTo>
                      <a:pt x="671" y="565"/>
                      <a:pt x="665" y="561"/>
                      <a:pt x="657" y="555"/>
                    </a:cubicBezTo>
                    <a:cubicBezTo>
                      <a:pt x="657" y="668"/>
                      <a:pt x="657" y="777"/>
                      <a:pt x="657" y="890"/>
                    </a:cubicBezTo>
                    <a:close/>
                    <a:moveTo>
                      <a:pt x="594" y="486"/>
                    </a:moveTo>
                    <a:cubicBezTo>
                      <a:pt x="591" y="482"/>
                      <a:pt x="591" y="481"/>
                      <a:pt x="590" y="481"/>
                    </a:cubicBezTo>
                    <a:cubicBezTo>
                      <a:pt x="478" y="428"/>
                      <a:pt x="365" y="375"/>
                      <a:pt x="252" y="323"/>
                    </a:cubicBezTo>
                    <a:cubicBezTo>
                      <a:pt x="247" y="320"/>
                      <a:pt x="235" y="323"/>
                      <a:pt x="230" y="328"/>
                    </a:cubicBezTo>
                    <a:cubicBezTo>
                      <a:pt x="198" y="353"/>
                      <a:pt x="168" y="379"/>
                      <a:pt x="137" y="404"/>
                    </a:cubicBezTo>
                    <a:cubicBezTo>
                      <a:pt x="130" y="410"/>
                      <a:pt x="123" y="417"/>
                      <a:pt x="113" y="425"/>
                    </a:cubicBezTo>
                    <a:cubicBezTo>
                      <a:pt x="124" y="431"/>
                      <a:pt x="132" y="435"/>
                      <a:pt x="139" y="438"/>
                    </a:cubicBezTo>
                    <a:cubicBezTo>
                      <a:pt x="229" y="480"/>
                      <a:pt x="321" y="519"/>
                      <a:pt x="408" y="565"/>
                    </a:cubicBezTo>
                    <a:cubicBezTo>
                      <a:pt x="453" y="589"/>
                      <a:pt x="484" y="589"/>
                      <a:pt x="518" y="551"/>
                    </a:cubicBezTo>
                    <a:cubicBezTo>
                      <a:pt x="540" y="526"/>
                      <a:pt x="568" y="508"/>
                      <a:pt x="594" y="486"/>
                    </a:cubicBezTo>
                    <a:close/>
                    <a:moveTo>
                      <a:pt x="662" y="482"/>
                    </a:moveTo>
                    <a:cubicBezTo>
                      <a:pt x="661" y="484"/>
                      <a:pt x="659" y="487"/>
                      <a:pt x="657" y="489"/>
                    </a:cubicBezTo>
                    <a:cubicBezTo>
                      <a:pt x="662" y="492"/>
                      <a:pt x="669" y="493"/>
                      <a:pt x="674" y="497"/>
                    </a:cubicBezTo>
                    <a:cubicBezTo>
                      <a:pt x="706" y="524"/>
                      <a:pt x="740" y="551"/>
                      <a:pt x="772" y="579"/>
                    </a:cubicBezTo>
                    <a:cubicBezTo>
                      <a:pt x="784" y="589"/>
                      <a:pt x="793" y="589"/>
                      <a:pt x="807" y="583"/>
                    </a:cubicBezTo>
                    <a:cubicBezTo>
                      <a:pt x="911" y="533"/>
                      <a:pt x="1015" y="485"/>
                      <a:pt x="1119" y="436"/>
                    </a:cubicBezTo>
                    <a:cubicBezTo>
                      <a:pt x="1126" y="433"/>
                      <a:pt x="1132" y="430"/>
                      <a:pt x="1140" y="426"/>
                    </a:cubicBezTo>
                    <a:cubicBezTo>
                      <a:pt x="1135" y="420"/>
                      <a:pt x="1131" y="416"/>
                      <a:pt x="1128" y="413"/>
                    </a:cubicBezTo>
                    <a:cubicBezTo>
                      <a:pt x="1094" y="385"/>
                      <a:pt x="1061" y="357"/>
                      <a:pt x="1028" y="329"/>
                    </a:cubicBezTo>
                    <a:cubicBezTo>
                      <a:pt x="1017" y="319"/>
                      <a:pt x="1007" y="319"/>
                      <a:pt x="994" y="326"/>
                    </a:cubicBezTo>
                    <a:cubicBezTo>
                      <a:pt x="890" y="375"/>
                      <a:pt x="786" y="423"/>
                      <a:pt x="682" y="472"/>
                    </a:cubicBezTo>
                    <a:cubicBezTo>
                      <a:pt x="675" y="475"/>
                      <a:pt x="669" y="478"/>
                      <a:pt x="662" y="48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09728" tIns="54864" rIns="109728" bIns="54864" numCol="1" anchor="t" anchorCtr="0" compatLnSpc="1">
                <a:prstTxWarp prst="textNoShape">
                  <a:avLst/>
                </a:prstTxWarp>
              </a:bodyPr>
              <a:lstStyle/>
              <a:p>
                <a:endParaRPr lang="uk-UA" sz="3456"/>
              </a:p>
            </p:txBody>
          </p:sp>
          <p:sp>
            <p:nvSpPr>
              <p:cNvPr id="27" name="Freeform 291">
                <a:extLst>
                  <a:ext uri="{FF2B5EF4-FFF2-40B4-BE49-F238E27FC236}">
                    <a16:creationId xmlns:a16="http://schemas.microsoft.com/office/drawing/2014/main" id="{43F5782D-6FD9-B89A-916D-BCCC6CEE25DB}"/>
                  </a:ext>
                </a:extLst>
              </p:cNvPr>
              <p:cNvSpPr>
                <a:spLocks/>
              </p:cNvSpPr>
              <p:nvPr/>
            </p:nvSpPr>
            <p:spPr bwMode="auto">
              <a:xfrm>
                <a:off x="6668" y="2597"/>
                <a:ext cx="48" cy="116"/>
              </a:xfrm>
              <a:custGeom>
                <a:avLst/>
                <a:gdLst>
                  <a:gd name="T0" fmla="*/ 75 w 217"/>
                  <a:gd name="T1" fmla="*/ 123 h 524"/>
                  <a:gd name="T2" fmla="*/ 53 w 217"/>
                  <a:gd name="T3" fmla="*/ 150 h 524"/>
                  <a:gd name="T4" fmla="*/ 14 w 217"/>
                  <a:gd name="T5" fmla="*/ 156 h 524"/>
                  <a:gd name="T6" fmla="*/ 10 w 217"/>
                  <a:gd name="T7" fmla="*/ 118 h 524"/>
                  <a:gd name="T8" fmla="*/ 85 w 217"/>
                  <a:gd name="T9" fmla="*/ 18 h 524"/>
                  <a:gd name="T10" fmla="*/ 132 w 217"/>
                  <a:gd name="T11" fmla="*/ 19 h 524"/>
                  <a:gd name="T12" fmla="*/ 206 w 217"/>
                  <a:gd name="T13" fmla="*/ 118 h 524"/>
                  <a:gd name="T14" fmla="*/ 202 w 217"/>
                  <a:gd name="T15" fmla="*/ 156 h 524"/>
                  <a:gd name="T16" fmla="*/ 163 w 217"/>
                  <a:gd name="T17" fmla="*/ 149 h 524"/>
                  <a:gd name="T18" fmla="*/ 137 w 217"/>
                  <a:gd name="T19" fmla="*/ 117 h 524"/>
                  <a:gd name="T20" fmla="*/ 136 w 217"/>
                  <a:gd name="T21" fmla="*/ 146 h 524"/>
                  <a:gd name="T22" fmla="*/ 136 w 217"/>
                  <a:gd name="T23" fmla="*/ 479 h 524"/>
                  <a:gd name="T24" fmla="*/ 132 w 217"/>
                  <a:gd name="T25" fmla="*/ 508 h 524"/>
                  <a:gd name="T26" fmla="*/ 108 w 217"/>
                  <a:gd name="T27" fmla="*/ 524 h 524"/>
                  <a:gd name="T28" fmla="*/ 84 w 217"/>
                  <a:gd name="T29" fmla="*/ 507 h 524"/>
                  <a:gd name="T30" fmla="*/ 80 w 217"/>
                  <a:gd name="T31" fmla="*/ 476 h 524"/>
                  <a:gd name="T32" fmla="*/ 80 w 217"/>
                  <a:gd name="T33" fmla="*/ 146 h 524"/>
                  <a:gd name="T34" fmla="*/ 80 w 217"/>
                  <a:gd name="T35" fmla="*/ 125 h 524"/>
                  <a:gd name="T36" fmla="*/ 75 w 217"/>
                  <a:gd name="T37" fmla="*/ 123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17" h="524">
                    <a:moveTo>
                      <a:pt x="75" y="123"/>
                    </a:moveTo>
                    <a:cubicBezTo>
                      <a:pt x="68" y="132"/>
                      <a:pt x="61" y="141"/>
                      <a:pt x="53" y="150"/>
                    </a:cubicBezTo>
                    <a:cubicBezTo>
                      <a:pt x="42" y="163"/>
                      <a:pt x="25" y="165"/>
                      <a:pt x="14" y="156"/>
                    </a:cubicBezTo>
                    <a:cubicBezTo>
                      <a:pt x="1" y="145"/>
                      <a:pt x="0" y="132"/>
                      <a:pt x="10" y="118"/>
                    </a:cubicBezTo>
                    <a:cubicBezTo>
                      <a:pt x="34" y="85"/>
                      <a:pt x="59" y="51"/>
                      <a:pt x="85" y="18"/>
                    </a:cubicBezTo>
                    <a:cubicBezTo>
                      <a:pt x="100" y="0"/>
                      <a:pt x="118" y="0"/>
                      <a:pt x="132" y="19"/>
                    </a:cubicBezTo>
                    <a:cubicBezTo>
                      <a:pt x="158" y="51"/>
                      <a:pt x="182" y="84"/>
                      <a:pt x="206" y="118"/>
                    </a:cubicBezTo>
                    <a:cubicBezTo>
                      <a:pt x="217" y="132"/>
                      <a:pt x="215" y="148"/>
                      <a:pt x="202" y="156"/>
                    </a:cubicBezTo>
                    <a:cubicBezTo>
                      <a:pt x="187" y="165"/>
                      <a:pt x="174" y="163"/>
                      <a:pt x="163" y="149"/>
                    </a:cubicBezTo>
                    <a:cubicBezTo>
                      <a:pt x="156" y="140"/>
                      <a:pt x="149" y="131"/>
                      <a:pt x="137" y="117"/>
                    </a:cubicBezTo>
                    <a:cubicBezTo>
                      <a:pt x="137" y="130"/>
                      <a:pt x="136" y="138"/>
                      <a:pt x="136" y="146"/>
                    </a:cubicBezTo>
                    <a:cubicBezTo>
                      <a:pt x="136" y="257"/>
                      <a:pt x="136" y="368"/>
                      <a:pt x="136" y="479"/>
                    </a:cubicBezTo>
                    <a:cubicBezTo>
                      <a:pt x="136" y="489"/>
                      <a:pt x="137" y="501"/>
                      <a:pt x="132" y="508"/>
                    </a:cubicBezTo>
                    <a:cubicBezTo>
                      <a:pt x="127" y="516"/>
                      <a:pt x="116" y="524"/>
                      <a:pt x="108" y="524"/>
                    </a:cubicBezTo>
                    <a:cubicBezTo>
                      <a:pt x="99" y="524"/>
                      <a:pt x="89" y="515"/>
                      <a:pt x="84" y="507"/>
                    </a:cubicBezTo>
                    <a:cubicBezTo>
                      <a:pt x="80" y="499"/>
                      <a:pt x="80" y="487"/>
                      <a:pt x="80" y="476"/>
                    </a:cubicBezTo>
                    <a:cubicBezTo>
                      <a:pt x="80" y="366"/>
                      <a:pt x="80" y="256"/>
                      <a:pt x="80" y="146"/>
                    </a:cubicBezTo>
                    <a:cubicBezTo>
                      <a:pt x="80" y="139"/>
                      <a:pt x="80" y="132"/>
                      <a:pt x="80" y="125"/>
                    </a:cubicBezTo>
                    <a:cubicBezTo>
                      <a:pt x="78" y="124"/>
                      <a:pt x="77" y="123"/>
                      <a:pt x="75" y="1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09728" tIns="54864" rIns="109728" bIns="54864" numCol="1" anchor="t" anchorCtr="0" compatLnSpc="1">
                <a:prstTxWarp prst="textNoShape">
                  <a:avLst/>
                </a:prstTxWarp>
              </a:bodyPr>
              <a:lstStyle/>
              <a:p>
                <a:endParaRPr lang="uk-UA" sz="3456"/>
              </a:p>
            </p:txBody>
          </p:sp>
          <p:sp>
            <p:nvSpPr>
              <p:cNvPr id="30" name="Freeform 292">
                <a:extLst>
                  <a:ext uri="{FF2B5EF4-FFF2-40B4-BE49-F238E27FC236}">
                    <a16:creationId xmlns:a16="http://schemas.microsoft.com/office/drawing/2014/main" id="{58C6C781-B4F6-B7D0-B593-954252837D2B}"/>
                  </a:ext>
                </a:extLst>
              </p:cNvPr>
              <p:cNvSpPr>
                <a:spLocks/>
              </p:cNvSpPr>
              <p:nvPr/>
            </p:nvSpPr>
            <p:spPr bwMode="auto">
              <a:xfrm>
                <a:off x="6553" y="2786"/>
                <a:ext cx="100" cy="59"/>
              </a:xfrm>
              <a:custGeom>
                <a:avLst/>
                <a:gdLst>
                  <a:gd name="T0" fmla="*/ 123 w 455"/>
                  <a:gd name="T1" fmla="*/ 201 h 268"/>
                  <a:gd name="T2" fmla="*/ 162 w 455"/>
                  <a:gd name="T3" fmla="*/ 211 h 268"/>
                  <a:gd name="T4" fmla="*/ 187 w 455"/>
                  <a:gd name="T5" fmla="*/ 242 h 268"/>
                  <a:gd name="T6" fmla="*/ 150 w 455"/>
                  <a:gd name="T7" fmla="*/ 264 h 268"/>
                  <a:gd name="T8" fmla="*/ 29 w 455"/>
                  <a:gd name="T9" fmla="*/ 240 h 268"/>
                  <a:gd name="T10" fmla="*/ 10 w 455"/>
                  <a:gd name="T11" fmla="*/ 198 h 268"/>
                  <a:gd name="T12" fmla="*/ 71 w 455"/>
                  <a:gd name="T13" fmla="*/ 86 h 268"/>
                  <a:gd name="T14" fmla="*/ 110 w 455"/>
                  <a:gd name="T15" fmla="*/ 73 h 268"/>
                  <a:gd name="T16" fmla="*/ 119 w 455"/>
                  <a:gd name="T17" fmla="*/ 111 h 268"/>
                  <a:gd name="T18" fmla="*/ 99 w 455"/>
                  <a:gd name="T19" fmla="*/ 150 h 268"/>
                  <a:gd name="T20" fmla="*/ 121 w 455"/>
                  <a:gd name="T21" fmla="*/ 141 h 268"/>
                  <a:gd name="T22" fmla="*/ 398 w 455"/>
                  <a:gd name="T23" fmla="*/ 12 h 268"/>
                  <a:gd name="T24" fmla="*/ 447 w 455"/>
                  <a:gd name="T25" fmla="*/ 18 h 268"/>
                  <a:gd name="T26" fmla="*/ 421 w 455"/>
                  <a:gd name="T27" fmla="*/ 61 h 268"/>
                  <a:gd name="T28" fmla="*/ 148 w 455"/>
                  <a:gd name="T29" fmla="*/ 189 h 268"/>
                  <a:gd name="T30" fmla="*/ 123 w 455"/>
                  <a:gd name="T31" fmla="*/ 201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55" h="268">
                    <a:moveTo>
                      <a:pt x="123" y="201"/>
                    </a:moveTo>
                    <a:cubicBezTo>
                      <a:pt x="140" y="205"/>
                      <a:pt x="151" y="208"/>
                      <a:pt x="162" y="211"/>
                    </a:cubicBezTo>
                    <a:cubicBezTo>
                      <a:pt x="178" y="215"/>
                      <a:pt x="188" y="224"/>
                      <a:pt x="187" y="242"/>
                    </a:cubicBezTo>
                    <a:cubicBezTo>
                      <a:pt x="186" y="257"/>
                      <a:pt x="169" y="268"/>
                      <a:pt x="150" y="264"/>
                    </a:cubicBezTo>
                    <a:cubicBezTo>
                      <a:pt x="110" y="256"/>
                      <a:pt x="70" y="248"/>
                      <a:pt x="29" y="240"/>
                    </a:cubicBezTo>
                    <a:cubicBezTo>
                      <a:pt x="9" y="235"/>
                      <a:pt x="0" y="216"/>
                      <a:pt x="10" y="198"/>
                    </a:cubicBezTo>
                    <a:cubicBezTo>
                      <a:pt x="30" y="160"/>
                      <a:pt x="50" y="123"/>
                      <a:pt x="71" y="86"/>
                    </a:cubicBezTo>
                    <a:cubicBezTo>
                      <a:pt x="80" y="70"/>
                      <a:pt x="98" y="65"/>
                      <a:pt x="110" y="73"/>
                    </a:cubicBezTo>
                    <a:cubicBezTo>
                      <a:pt x="125" y="83"/>
                      <a:pt x="127" y="96"/>
                      <a:pt x="119" y="111"/>
                    </a:cubicBezTo>
                    <a:cubicBezTo>
                      <a:pt x="113" y="122"/>
                      <a:pt x="108" y="133"/>
                      <a:pt x="99" y="150"/>
                    </a:cubicBezTo>
                    <a:cubicBezTo>
                      <a:pt x="110" y="146"/>
                      <a:pt x="116" y="144"/>
                      <a:pt x="121" y="141"/>
                    </a:cubicBezTo>
                    <a:cubicBezTo>
                      <a:pt x="214" y="98"/>
                      <a:pt x="306" y="55"/>
                      <a:pt x="398" y="12"/>
                    </a:cubicBezTo>
                    <a:cubicBezTo>
                      <a:pt x="424" y="0"/>
                      <a:pt x="439" y="2"/>
                      <a:pt x="447" y="18"/>
                    </a:cubicBezTo>
                    <a:cubicBezTo>
                      <a:pt x="455" y="35"/>
                      <a:pt x="447" y="49"/>
                      <a:pt x="421" y="61"/>
                    </a:cubicBezTo>
                    <a:cubicBezTo>
                      <a:pt x="330" y="104"/>
                      <a:pt x="239" y="146"/>
                      <a:pt x="148" y="189"/>
                    </a:cubicBezTo>
                    <a:cubicBezTo>
                      <a:pt x="141" y="192"/>
                      <a:pt x="135" y="195"/>
                      <a:pt x="123" y="2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09728" tIns="54864" rIns="109728" bIns="54864" numCol="1" anchor="t" anchorCtr="0" compatLnSpc="1">
                <a:prstTxWarp prst="textNoShape">
                  <a:avLst/>
                </a:prstTxWarp>
              </a:bodyPr>
              <a:lstStyle/>
              <a:p>
                <a:endParaRPr lang="uk-UA" sz="3456"/>
              </a:p>
            </p:txBody>
          </p:sp>
          <p:sp>
            <p:nvSpPr>
              <p:cNvPr id="32" name="Freeform 293">
                <a:extLst>
                  <a:ext uri="{FF2B5EF4-FFF2-40B4-BE49-F238E27FC236}">
                    <a16:creationId xmlns:a16="http://schemas.microsoft.com/office/drawing/2014/main" id="{6BA7BA8E-D6C4-BC8B-AFCD-95770F1EDAE2}"/>
                  </a:ext>
                </a:extLst>
              </p:cNvPr>
              <p:cNvSpPr>
                <a:spLocks/>
              </p:cNvSpPr>
              <p:nvPr/>
            </p:nvSpPr>
            <p:spPr bwMode="auto">
              <a:xfrm>
                <a:off x="6732" y="2786"/>
                <a:ext cx="99" cy="59"/>
              </a:xfrm>
              <a:custGeom>
                <a:avLst/>
                <a:gdLst>
                  <a:gd name="T0" fmla="*/ 330 w 452"/>
                  <a:gd name="T1" fmla="*/ 201 h 268"/>
                  <a:gd name="T2" fmla="*/ 306 w 452"/>
                  <a:gd name="T3" fmla="*/ 189 h 268"/>
                  <a:gd name="T4" fmla="*/ 31 w 452"/>
                  <a:gd name="T5" fmla="*/ 61 h 268"/>
                  <a:gd name="T6" fmla="*/ 17 w 452"/>
                  <a:gd name="T7" fmla="*/ 54 h 268"/>
                  <a:gd name="T8" fmla="*/ 7 w 452"/>
                  <a:gd name="T9" fmla="*/ 17 h 268"/>
                  <a:gd name="T10" fmla="*/ 41 w 452"/>
                  <a:gd name="T11" fmla="*/ 6 h 268"/>
                  <a:gd name="T12" fmla="*/ 128 w 452"/>
                  <a:gd name="T13" fmla="*/ 46 h 268"/>
                  <a:gd name="T14" fmla="*/ 330 w 452"/>
                  <a:gd name="T15" fmla="*/ 140 h 268"/>
                  <a:gd name="T16" fmla="*/ 351 w 452"/>
                  <a:gd name="T17" fmla="*/ 145 h 268"/>
                  <a:gd name="T18" fmla="*/ 333 w 452"/>
                  <a:gd name="T19" fmla="*/ 111 h 268"/>
                  <a:gd name="T20" fmla="*/ 343 w 452"/>
                  <a:gd name="T21" fmla="*/ 73 h 268"/>
                  <a:gd name="T22" fmla="*/ 381 w 452"/>
                  <a:gd name="T23" fmla="*/ 85 h 268"/>
                  <a:gd name="T24" fmla="*/ 443 w 452"/>
                  <a:gd name="T25" fmla="*/ 199 h 268"/>
                  <a:gd name="T26" fmla="*/ 422 w 452"/>
                  <a:gd name="T27" fmla="*/ 240 h 268"/>
                  <a:gd name="T28" fmla="*/ 303 w 452"/>
                  <a:gd name="T29" fmla="*/ 264 h 268"/>
                  <a:gd name="T30" fmla="*/ 266 w 452"/>
                  <a:gd name="T31" fmla="*/ 243 h 268"/>
                  <a:gd name="T32" fmla="*/ 292 w 452"/>
                  <a:gd name="T33" fmla="*/ 211 h 268"/>
                  <a:gd name="T34" fmla="*/ 330 w 452"/>
                  <a:gd name="T35" fmla="*/ 201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52" h="268">
                    <a:moveTo>
                      <a:pt x="330" y="201"/>
                    </a:moveTo>
                    <a:cubicBezTo>
                      <a:pt x="318" y="196"/>
                      <a:pt x="312" y="192"/>
                      <a:pt x="306" y="189"/>
                    </a:cubicBezTo>
                    <a:cubicBezTo>
                      <a:pt x="214" y="146"/>
                      <a:pt x="123" y="104"/>
                      <a:pt x="31" y="61"/>
                    </a:cubicBezTo>
                    <a:cubicBezTo>
                      <a:pt x="26" y="59"/>
                      <a:pt x="21" y="56"/>
                      <a:pt x="17" y="54"/>
                    </a:cubicBezTo>
                    <a:cubicBezTo>
                      <a:pt x="2" y="45"/>
                      <a:pt x="0" y="31"/>
                      <a:pt x="7" y="17"/>
                    </a:cubicBezTo>
                    <a:cubicBezTo>
                      <a:pt x="14" y="4"/>
                      <a:pt x="26" y="0"/>
                      <a:pt x="41" y="6"/>
                    </a:cubicBezTo>
                    <a:cubicBezTo>
                      <a:pt x="70" y="19"/>
                      <a:pt x="99" y="33"/>
                      <a:pt x="128" y="46"/>
                    </a:cubicBezTo>
                    <a:cubicBezTo>
                      <a:pt x="195" y="78"/>
                      <a:pt x="263" y="109"/>
                      <a:pt x="330" y="140"/>
                    </a:cubicBezTo>
                    <a:cubicBezTo>
                      <a:pt x="336" y="143"/>
                      <a:pt x="342" y="145"/>
                      <a:pt x="351" y="145"/>
                    </a:cubicBezTo>
                    <a:cubicBezTo>
                      <a:pt x="345" y="134"/>
                      <a:pt x="339" y="122"/>
                      <a:pt x="333" y="111"/>
                    </a:cubicBezTo>
                    <a:cubicBezTo>
                      <a:pt x="326" y="95"/>
                      <a:pt x="330" y="79"/>
                      <a:pt x="343" y="73"/>
                    </a:cubicBezTo>
                    <a:cubicBezTo>
                      <a:pt x="359" y="66"/>
                      <a:pt x="372" y="70"/>
                      <a:pt x="381" y="85"/>
                    </a:cubicBezTo>
                    <a:cubicBezTo>
                      <a:pt x="402" y="123"/>
                      <a:pt x="423" y="160"/>
                      <a:pt x="443" y="199"/>
                    </a:cubicBezTo>
                    <a:cubicBezTo>
                      <a:pt x="452" y="217"/>
                      <a:pt x="442" y="236"/>
                      <a:pt x="422" y="240"/>
                    </a:cubicBezTo>
                    <a:cubicBezTo>
                      <a:pt x="383" y="248"/>
                      <a:pt x="343" y="256"/>
                      <a:pt x="303" y="264"/>
                    </a:cubicBezTo>
                    <a:cubicBezTo>
                      <a:pt x="284" y="268"/>
                      <a:pt x="269" y="259"/>
                      <a:pt x="266" y="243"/>
                    </a:cubicBezTo>
                    <a:cubicBezTo>
                      <a:pt x="264" y="227"/>
                      <a:pt x="272" y="216"/>
                      <a:pt x="292" y="211"/>
                    </a:cubicBezTo>
                    <a:cubicBezTo>
                      <a:pt x="303" y="208"/>
                      <a:pt x="313" y="205"/>
                      <a:pt x="330" y="2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09728" tIns="54864" rIns="109728" bIns="54864" numCol="1" anchor="t" anchorCtr="0" compatLnSpc="1">
                <a:prstTxWarp prst="textNoShape">
                  <a:avLst/>
                </a:prstTxWarp>
              </a:bodyPr>
              <a:lstStyle/>
              <a:p>
                <a:endParaRPr lang="uk-UA" sz="3456"/>
              </a:p>
            </p:txBody>
          </p:sp>
        </p:grpSp>
        <p:sp>
          <p:nvSpPr>
            <p:cNvPr id="34" name="TextBox 33">
              <a:extLst>
                <a:ext uri="{FF2B5EF4-FFF2-40B4-BE49-F238E27FC236}">
                  <a16:creationId xmlns:a16="http://schemas.microsoft.com/office/drawing/2014/main" id="{C1376ECA-FA36-5B62-E3BB-3EC535606554}"/>
                </a:ext>
              </a:extLst>
            </p:cNvPr>
            <p:cNvSpPr txBox="1"/>
            <p:nvPr/>
          </p:nvSpPr>
          <p:spPr>
            <a:xfrm>
              <a:off x="2044654" y="4259883"/>
              <a:ext cx="867455" cy="363192"/>
            </a:xfrm>
            <a:prstGeom prst="rect">
              <a:avLst/>
            </a:prstGeom>
            <a:noFill/>
          </p:spPr>
          <p:txBody>
            <a:bodyPr wrap="square" lIns="0" tIns="0" rIns="0" bIns="0" rtlCol="0">
              <a:noAutofit/>
            </a:bodyPr>
            <a:lstStyle/>
            <a:p>
              <a:pPr algn="ctr">
                <a:lnSpc>
                  <a:spcPct val="90000"/>
                </a:lnSpc>
              </a:pPr>
              <a:r>
                <a:rPr lang="en-US" sz="1200" dirty="0">
                  <a:solidFill>
                    <a:schemeClr val="tx1">
                      <a:lumMod val="75000"/>
                      <a:lumOff val="25000"/>
                    </a:schemeClr>
                  </a:solidFill>
                </a:rPr>
                <a:t>Trade </a:t>
              </a:r>
              <a:br>
                <a:rPr lang="en-US" sz="1200" dirty="0">
                  <a:solidFill>
                    <a:schemeClr val="tx1">
                      <a:lumMod val="75000"/>
                      <a:lumOff val="25000"/>
                    </a:schemeClr>
                  </a:solidFill>
                </a:rPr>
              </a:br>
              <a:r>
                <a:rPr lang="en-US" sz="1200" dirty="0">
                  <a:solidFill>
                    <a:schemeClr val="tx1">
                      <a:lumMod val="75000"/>
                      <a:lumOff val="25000"/>
                    </a:schemeClr>
                  </a:solidFill>
                </a:rPr>
                <a:t>Processor</a:t>
              </a:r>
            </a:p>
          </p:txBody>
        </p:sp>
      </p:grpSp>
      <p:grpSp>
        <p:nvGrpSpPr>
          <p:cNvPr id="43" name="Group 42">
            <a:extLst>
              <a:ext uri="{FF2B5EF4-FFF2-40B4-BE49-F238E27FC236}">
                <a16:creationId xmlns:a16="http://schemas.microsoft.com/office/drawing/2014/main" id="{23FB88B7-AA3D-8FC5-FA03-66D0038AD898}"/>
              </a:ext>
            </a:extLst>
          </p:cNvPr>
          <p:cNvGrpSpPr/>
          <p:nvPr/>
        </p:nvGrpSpPr>
        <p:grpSpPr>
          <a:xfrm>
            <a:off x="979357" y="5754727"/>
            <a:ext cx="828013" cy="906707"/>
            <a:chOff x="6383838" y="3672597"/>
            <a:chExt cx="828013" cy="906707"/>
          </a:xfrm>
        </p:grpSpPr>
        <p:sp>
          <p:nvSpPr>
            <p:cNvPr id="38" name="Freeform 94">
              <a:extLst>
                <a:ext uri="{FF2B5EF4-FFF2-40B4-BE49-F238E27FC236}">
                  <a16:creationId xmlns:a16="http://schemas.microsoft.com/office/drawing/2014/main" id="{588A8F1D-9BBF-BACD-D056-705B44210B06}"/>
                </a:ext>
              </a:extLst>
            </p:cNvPr>
            <p:cNvSpPr>
              <a:spLocks noEditPoints="1"/>
            </p:cNvSpPr>
            <p:nvPr/>
          </p:nvSpPr>
          <p:spPr bwMode="auto">
            <a:xfrm>
              <a:off x="6544560" y="3672597"/>
              <a:ext cx="506568" cy="504712"/>
            </a:xfrm>
            <a:custGeom>
              <a:avLst/>
              <a:gdLst>
                <a:gd name="T0" fmla="*/ 88 w 176"/>
                <a:gd name="T1" fmla="*/ 0 h 176"/>
                <a:gd name="T2" fmla="*/ 0 w 176"/>
                <a:gd name="T3" fmla="*/ 88 h 176"/>
                <a:gd name="T4" fmla="*/ 88 w 176"/>
                <a:gd name="T5" fmla="*/ 176 h 176"/>
                <a:gd name="T6" fmla="*/ 176 w 176"/>
                <a:gd name="T7" fmla="*/ 88 h 176"/>
                <a:gd name="T8" fmla="*/ 88 w 176"/>
                <a:gd name="T9" fmla="*/ 0 h 176"/>
                <a:gd name="T10" fmla="*/ 88 w 176"/>
                <a:gd name="T11" fmla="*/ 168 h 176"/>
                <a:gd name="T12" fmla="*/ 36 w 176"/>
                <a:gd name="T13" fmla="*/ 149 h 176"/>
                <a:gd name="T14" fmla="*/ 64 w 176"/>
                <a:gd name="T15" fmla="*/ 131 h 176"/>
                <a:gd name="T16" fmla="*/ 77 w 176"/>
                <a:gd name="T17" fmla="*/ 102 h 176"/>
                <a:gd name="T18" fmla="*/ 73 w 176"/>
                <a:gd name="T19" fmla="*/ 95 h 176"/>
                <a:gd name="T20" fmla="*/ 64 w 176"/>
                <a:gd name="T21" fmla="*/ 59 h 176"/>
                <a:gd name="T22" fmla="*/ 84 w 176"/>
                <a:gd name="T23" fmla="*/ 35 h 176"/>
                <a:gd name="T24" fmla="*/ 96 w 176"/>
                <a:gd name="T25" fmla="*/ 33 h 176"/>
                <a:gd name="T26" fmla="*/ 100 w 176"/>
                <a:gd name="T27" fmla="*/ 32 h 176"/>
                <a:gd name="T28" fmla="*/ 116 w 176"/>
                <a:gd name="T29" fmla="*/ 60 h 176"/>
                <a:gd name="T30" fmla="*/ 108 w 176"/>
                <a:gd name="T31" fmla="*/ 94 h 176"/>
                <a:gd name="T32" fmla="*/ 104 w 176"/>
                <a:gd name="T33" fmla="*/ 102 h 176"/>
                <a:gd name="T34" fmla="*/ 102 w 176"/>
                <a:gd name="T35" fmla="*/ 117 h 176"/>
                <a:gd name="T36" fmla="*/ 120 w 176"/>
                <a:gd name="T37" fmla="*/ 133 h 176"/>
                <a:gd name="T38" fmla="*/ 141 w 176"/>
                <a:gd name="T39" fmla="*/ 148 h 176"/>
                <a:gd name="T40" fmla="*/ 88 w 176"/>
                <a:gd name="T41" fmla="*/ 168 h 176"/>
                <a:gd name="T42" fmla="*/ 146 w 176"/>
                <a:gd name="T43" fmla="*/ 143 h 176"/>
                <a:gd name="T44" fmla="*/ 123 w 176"/>
                <a:gd name="T45" fmla="*/ 126 h 176"/>
                <a:gd name="T46" fmla="*/ 110 w 176"/>
                <a:gd name="T47" fmla="*/ 115 h 176"/>
                <a:gd name="T48" fmla="*/ 111 w 176"/>
                <a:gd name="T49" fmla="*/ 105 h 176"/>
                <a:gd name="T50" fmla="*/ 115 w 176"/>
                <a:gd name="T51" fmla="*/ 98 h 176"/>
                <a:gd name="T52" fmla="*/ 124 w 176"/>
                <a:gd name="T53" fmla="*/ 60 h 176"/>
                <a:gd name="T54" fmla="*/ 100 w 176"/>
                <a:gd name="T55" fmla="*/ 24 h 176"/>
                <a:gd name="T56" fmla="*/ 93 w 176"/>
                <a:gd name="T57" fmla="*/ 25 h 176"/>
                <a:gd name="T58" fmla="*/ 84 w 176"/>
                <a:gd name="T59" fmla="*/ 27 h 176"/>
                <a:gd name="T60" fmla="*/ 56 w 176"/>
                <a:gd name="T61" fmla="*/ 59 h 176"/>
                <a:gd name="T62" fmla="*/ 66 w 176"/>
                <a:gd name="T63" fmla="*/ 99 h 176"/>
                <a:gd name="T64" fmla="*/ 69 w 176"/>
                <a:gd name="T65" fmla="*/ 105 h 176"/>
                <a:gd name="T66" fmla="*/ 61 w 176"/>
                <a:gd name="T67" fmla="*/ 124 h 176"/>
                <a:gd name="T68" fmla="*/ 30 w 176"/>
                <a:gd name="T69" fmla="*/ 143 h 176"/>
                <a:gd name="T70" fmla="*/ 8 w 176"/>
                <a:gd name="T71" fmla="*/ 88 h 176"/>
                <a:gd name="T72" fmla="*/ 88 w 176"/>
                <a:gd name="T73" fmla="*/ 8 h 176"/>
                <a:gd name="T74" fmla="*/ 168 w 176"/>
                <a:gd name="T75" fmla="*/ 88 h 176"/>
                <a:gd name="T76" fmla="*/ 146 w 176"/>
                <a:gd name="T77" fmla="*/ 143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76" h="176">
                  <a:moveTo>
                    <a:pt x="88" y="0"/>
                  </a:moveTo>
                  <a:cubicBezTo>
                    <a:pt x="39" y="0"/>
                    <a:pt x="0" y="39"/>
                    <a:pt x="0" y="88"/>
                  </a:cubicBezTo>
                  <a:cubicBezTo>
                    <a:pt x="0" y="137"/>
                    <a:pt x="39" y="176"/>
                    <a:pt x="88" y="176"/>
                  </a:cubicBezTo>
                  <a:cubicBezTo>
                    <a:pt x="137" y="176"/>
                    <a:pt x="176" y="137"/>
                    <a:pt x="176" y="88"/>
                  </a:cubicBezTo>
                  <a:cubicBezTo>
                    <a:pt x="176" y="39"/>
                    <a:pt x="137" y="0"/>
                    <a:pt x="88" y="0"/>
                  </a:cubicBezTo>
                  <a:moveTo>
                    <a:pt x="88" y="168"/>
                  </a:moveTo>
                  <a:cubicBezTo>
                    <a:pt x="68" y="168"/>
                    <a:pt x="50" y="161"/>
                    <a:pt x="36" y="149"/>
                  </a:cubicBezTo>
                  <a:cubicBezTo>
                    <a:pt x="47" y="139"/>
                    <a:pt x="52" y="137"/>
                    <a:pt x="64" y="131"/>
                  </a:cubicBezTo>
                  <a:cubicBezTo>
                    <a:pt x="78" y="125"/>
                    <a:pt x="82" y="114"/>
                    <a:pt x="77" y="102"/>
                  </a:cubicBezTo>
                  <a:cubicBezTo>
                    <a:pt x="76" y="99"/>
                    <a:pt x="74" y="97"/>
                    <a:pt x="73" y="95"/>
                  </a:cubicBezTo>
                  <a:cubicBezTo>
                    <a:pt x="69" y="87"/>
                    <a:pt x="64" y="79"/>
                    <a:pt x="64" y="59"/>
                  </a:cubicBezTo>
                  <a:cubicBezTo>
                    <a:pt x="64" y="35"/>
                    <a:pt x="75" y="35"/>
                    <a:pt x="84" y="35"/>
                  </a:cubicBezTo>
                  <a:cubicBezTo>
                    <a:pt x="90" y="35"/>
                    <a:pt x="93" y="34"/>
                    <a:pt x="96" y="33"/>
                  </a:cubicBezTo>
                  <a:cubicBezTo>
                    <a:pt x="97" y="32"/>
                    <a:pt x="98" y="32"/>
                    <a:pt x="100" y="32"/>
                  </a:cubicBezTo>
                  <a:cubicBezTo>
                    <a:pt x="108" y="32"/>
                    <a:pt x="116" y="39"/>
                    <a:pt x="116" y="60"/>
                  </a:cubicBezTo>
                  <a:cubicBezTo>
                    <a:pt x="116" y="81"/>
                    <a:pt x="113" y="86"/>
                    <a:pt x="108" y="94"/>
                  </a:cubicBezTo>
                  <a:cubicBezTo>
                    <a:pt x="107" y="96"/>
                    <a:pt x="105" y="99"/>
                    <a:pt x="104" y="102"/>
                  </a:cubicBezTo>
                  <a:cubicBezTo>
                    <a:pt x="101" y="107"/>
                    <a:pt x="101" y="112"/>
                    <a:pt x="102" y="117"/>
                  </a:cubicBezTo>
                  <a:cubicBezTo>
                    <a:pt x="105" y="123"/>
                    <a:pt x="110" y="128"/>
                    <a:pt x="120" y="133"/>
                  </a:cubicBezTo>
                  <a:cubicBezTo>
                    <a:pt x="128" y="137"/>
                    <a:pt x="136" y="144"/>
                    <a:pt x="141" y="148"/>
                  </a:cubicBezTo>
                  <a:cubicBezTo>
                    <a:pt x="127" y="160"/>
                    <a:pt x="108" y="168"/>
                    <a:pt x="88" y="168"/>
                  </a:cubicBezTo>
                  <a:moveTo>
                    <a:pt x="146" y="143"/>
                  </a:moveTo>
                  <a:cubicBezTo>
                    <a:pt x="142" y="138"/>
                    <a:pt x="132" y="130"/>
                    <a:pt x="123" y="126"/>
                  </a:cubicBezTo>
                  <a:cubicBezTo>
                    <a:pt x="116" y="122"/>
                    <a:pt x="111" y="118"/>
                    <a:pt x="110" y="115"/>
                  </a:cubicBezTo>
                  <a:cubicBezTo>
                    <a:pt x="109" y="112"/>
                    <a:pt x="109" y="109"/>
                    <a:pt x="111" y="105"/>
                  </a:cubicBezTo>
                  <a:cubicBezTo>
                    <a:pt x="113" y="102"/>
                    <a:pt x="114" y="100"/>
                    <a:pt x="115" y="98"/>
                  </a:cubicBezTo>
                  <a:cubicBezTo>
                    <a:pt x="120" y="89"/>
                    <a:pt x="124" y="83"/>
                    <a:pt x="124" y="60"/>
                  </a:cubicBezTo>
                  <a:cubicBezTo>
                    <a:pt x="124" y="26"/>
                    <a:pt x="104" y="24"/>
                    <a:pt x="100" y="24"/>
                  </a:cubicBezTo>
                  <a:cubicBezTo>
                    <a:pt x="97" y="24"/>
                    <a:pt x="95" y="25"/>
                    <a:pt x="93" y="25"/>
                  </a:cubicBezTo>
                  <a:cubicBezTo>
                    <a:pt x="91" y="26"/>
                    <a:pt x="89" y="27"/>
                    <a:pt x="84" y="27"/>
                  </a:cubicBezTo>
                  <a:cubicBezTo>
                    <a:pt x="75" y="27"/>
                    <a:pt x="56" y="28"/>
                    <a:pt x="56" y="59"/>
                  </a:cubicBezTo>
                  <a:cubicBezTo>
                    <a:pt x="56" y="81"/>
                    <a:pt x="62" y="91"/>
                    <a:pt x="66" y="99"/>
                  </a:cubicBezTo>
                  <a:cubicBezTo>
                    <a:pt x="67" y="101"/>
                    <a:pt x="68" y="103"/>
                    <a:pt x="69" y="105"/>
                  </a:cubicBezTo>
                  <a:cubicBezTo>
                    <a:pt x="73" y="114"/>
                    <a:pt x="70" y="120"/>
                    <a:pt x="61" y="124"/>
                  </a:cubicBezTo>
                  <a:cubicBezTo>
                    <a:pt x="48" y="130"/>
                    <a:pt x="42" y="132"/>
                    <a:pt x="30" y="143"/>
                  </a:cubicBezTo>
                  <a:cubicBezTo>
                    <a:pt x="16" y="129"/>
                    <a:pt x="8" y="109"/>
                    <a:pt x="8" y="88"/>
                  </a:cubicBezTo>
                  <a:cubicBezTo>
                    <a:pt x="8" y="44"/>
                    <a:pt x="44" y="8"/>
                    <a:pt x="88" y="8"/>
                  </a:cubicBezTo>
                  <a:cubicBezTo>
                    <a:pt x="132" y="8"/>
                    <a:pt x="168" y="44"/>
                    <a:pt x="168" y="88"/>
                  </a:cubicBezTo>
                  <a:cubicBezTo>
                    <a:pt x="168" y="109"/>
                    <a:pt x="160" y="128"/>
                    <a:pt x="146" y="143"/>
                  </a:cubicBezTo>
                </a:path>
              </a:pathLst>
            </a:custGeom>
            <a:solidFill>
              <a:schemeClr val="accent1"/>
            </a:solidFill>
            <a:ln>
              <a:noFill/>
            </a:ln>
          </p:spPr>
          <p:txBody>
            <a:bodyPr vert="horz" wrap="square" lIns="109728" tIns="54864" rIns="109728" bIns="54864" numCol="1" anchor="t" anchorCtr="0" compatLnSpc="1">
              <a:prstTxWarp prst="textNoShape">
                <a:avLst/>
              </a:prstTxWarp>
            </a:bodyPr>
            <a:lstStyle/>
            <a:p>
              <a:endParaRPr lang="en-GB" sz="3456"/>
            </a:p>
          </p:txBody>
        </p:sp>
        <p:sp>
          <p:nvSpPr>
            <p:cNvPr id="41" name="TextBox 40">
              <a:extLst>
                <a:ext uri="{FF2B5EF4-FFF2-40B4-BE49-F238E27FC236}">
                  <a16:creationId xmlns:a16="http://schemas.microsoft.com/office/drawing/2014/main" id="{102A5DE4-75EE-A8E2-2A72-C33F71F400CD}"/>
                </a:ext>
              </a:extLst>
            </p:cNvPr>
            <p:cNvSpPr txBox="1"/>
            <p:nvPr/>
          </p:nvSpPr>
          <p:spPr>
            <a:xfrm>
              <a:off x="6383838" y="4259883"/>
              <a:ext cx="828013" cy="319421"/>
            </a:xfrm>
            <a:prstGeom prst="rect">
              <a:avLst/>
            </a:prstGeom>
            <a:noFill/>
          </p:spPr>
          <p:txBody>
            <a:bodyPr wrap="square" lIns="0" tIns="0" rIns="0" bIns="0" rtlCol="0">
              <a:noAutofit/>
            </a:bodyPr>
            <a:lstStyle/>
            <a:p>
              <a:pPr algn="ctr">
                <a:lnSpc>
                  <a:spcPct val="90000"/>
                </a:lnSpc>
              </a:pPr>
              <a:r>
                <a:rPr lang="en-US" sz="1200" dirty="0">
                  <a:solidFill>
                    <a:schemeClr val="tx1">
                      <a:lumMod val="75000"/>
                      <a:lumOff val="25000"/>
                    </a:schemeClr>
                  </a:solidFill>
                </a:rPr>
                <a:t>Operations User</a:t>
              </a:r>
            </a:p>
          </p:txBody>
        </p:sp>
      </p:grpSp>
      <p:grpSp>
        <p:nvGrpSpPr>
          <p:cNvPr id="75" name="Group 74">
            <a:extLst>
              <a:ext uri="{FF2B5EF4-FFF2-40B4-BE49-F238E27FC236}">
                <a16:creationId xmlns:a16="http://schemas.microsoft.com/office/drawing/2014/main" id="{110A30BC-977B-93A6-BE37-E0B275376C04}"/>
              </a:ext>
            </a:extLst>
          </p:cNvPr>
          <p:cNvGrpSpPr/>
          <p:nvPr/>
        </p:nvGrpSpPr>
        <p:grpSpPr>
          <a:xfrm>
            <a:off x="4528830" y="3809388"/>
            <a:ext cx="821795" cy="984312"/>
            <a:chOff x="7551752" y="3639053"/>
            <a:chExt cx="821795" cy="984312"/>
          </a:xfrm>
        </p:grpSpPr>
        <p:grpSp>
          <p:nvGrpSpPr>
            <p:cNvPr id="44" name="Group 43">
              <a:extLst>
                <a:ext uri="{FF2B5EF4-FFF2-40B4-BE49-F238E27FC236}">
                  <a16:creationId xmlns:a16="http://schemas.microsoft.com/office/drawing/2014/main" id="{71124131-0C50-CE90-EFCB-AF6A24E59D65}"/>
                </a:ext>
              </a:extLst>
            </p:cNvPr>
            <p:cNvGrpSpPr/>
            <p:nvPr/>
          </p:nvGrpSpPr>
          <p:grpSpPr>
            <a:xfrm>
              <a:off x="7702616" y="3639053"/>
              <a:ext cx="520066" cy="526192"/>
              <a:chOff x="2155871" y="2709521"/>
              <a:chExt cx="308772" cy="312409"/>
            </a:xfrm>
            <a:solidFill>
              <a:schemeClr val="accent1"/>
            </a:solidFill>
          </p:grpSpPr>
          <p:sp>
            <p:nvSpPr>
              <p:cNvPr id="45" name="Freeform 44">
                <a:extLst>
                  <a:ext uri="{FF2B5EF4-FFF2-40B4-BE49-F238E27FC236}">
                    <a16:creationId xmlns:a16="http://schemas.microsoft.com/office/drawing/2014/main" id="{5D906794-E40F-0E8E-A07F-93BB182F2AB0}"/>
                  </a:ext>
                </a:extLst>
              </p:cNvPr>
              <p:cNvSpPr/>
              <p:nvPr/>
            </p:nvSpPr>
            <p:spPr>
              <a:xfrm>
                <a:off x="2206909" y="2809875"/>
                <a:ext cx="166279" cy="74964"/>
              </a:xfrm>
              <a:custGeom>
                <a:avLst/>
                <a:gdLst>
                  <a:gd name="connsiteX0" fmla="*/ 17915 w 20998"/>
                  <a:gd name="connsiteY0" fmla="*/ 3082 h 20998"/>
                  <a:gd name="connsiteX1" fmla="*/ 10499 w 20998"/>
                  <a:gd name="connsiteY1" fmla="*/ 0 h 20998"/>
                  <a:gd name="connsiteX2" fmla="*/ 3082 w 20998"/>
                  <a:gd name="connsiteY2" fmla="*/ 3082 h 20998"/>
                  <a:gd name="connsiteX3" fmla="*/ 0 w 20998"/>
                  <a:gd name="connsiteY3" fmla="*/ 10499 h 20998"/>
                  <a:gd name="connsiteX4" fmla="*/ 3082 w 20998"/>
                  <a:gd name="connsiteY4" fmla="*/ 17915 h 20998"/>
                  <a:gd name="connsiteX5" fmla="*/ 10499 w 20998"/>
                  <a:gd name="connsiteY5" fmla="*/ 20998 h 20998"/>
                  <a:gd name="connsiteX6" fmla="*/ 17915 w 20998"/>
                  <a:gd name="connsiteY6" fmla="*/ 17915 h 20998"/>
                  <a:gd name="connsiteX7" fmla="*/ 20998 w 20998"/>
                  <a:gd name="connsiteY7" fmla="*/ 10499 h 20998"/>
                  <a:gd name="connsiteX8" fmla="*/ 17915 w 20998"/>
                  <a:gd name="connsiteY8" fmla="*/ 3082 h 20998"/>
                  <a:gd name="connsiteX9" fmla="*/ 16826 w 20998"/>
                  <a:gd name="connsiteY9" fmla="*/ 16826 h 20998"/>
                  <a:gd name="connsiteX10" fmla="*/ 10499 w 20998"/>
                  <a:gd name="connsiteY10" fmla="*/ 19445 h 20998"/>
                  <a:gd name="connsiteX11" fmla="*/ 4172 w 20998"/>
                  <a:gd name="connsiteY11" fmla="*/ 16826 h 20998"/>
                  <a:gd name="connsiteX12" fmla="*/ 1553 w 20998"/>
                  <a:gd name="connsiteY12" fmla="*/ 10499 h 20998"/>
                  <a:gd name="connsiteX13" fmla="*/ 4172 w 20998"/>
                  <a:gd name="connsiteY13" fmla="*/ 4172 h 20998"/>
                  <a:gd name="connsiteX14" fmla="*/ 10499 w 20998"/>
                  <a:gd name="connsiteY14" fmla="*/ 1553 h 20998"/>
                  <a:gd name="connsiteX15" fmla="*/ 19445 w 20998"/>
                  <a:gd name="connsiteY15" fmla="*/ 10499 h 20998"/>
                  <a:gd name="connsiteX16" fmla="*/ 16826 w 20998"/>
                  <a:gd name="connsiteY16" fmla="*/ 16826 h 20998"/>
                  <a:gd name="connsiteX17" fmla="*/ 18796 w 20998"/>
                  <a:gd name="connsiteY17" fmla="*/ 9943 h 20998"/>
                  <a:gd name="connsiteX18" fmla="*/ 10615 w 20998"/>
                  <a:gd name="connsiteY18" fmla="*/ 6513 h 20998"/>
                  <a:gd name="connsiteX19" fmla="*/ 10499 w 20998"/>
                  <a:gd name="connsiteY19" fmla="*/ 6513 h 20998"/>
                  <a:gd name="connsiteX20" fmla="*/ 10384 w 20998"/>
                  <a:gd name="connsiteY20" fmla="*/ 6513 h 20998"/>
                  <a:gd name="connsiteX21" fmla="*/ 2225 w 20998"/>
                  <a:gd name="connsiteY21" fmla="*/ 9943 h 20998"/>
                  <a:gd name="connsiteX22" fmla="*/ 1669 w 20998"/>
                  <a:gd name="connsiteY22" fmla="*/ 10499 h 20998"/>
                  <a:gd name="connsiteX23" fmla="*/ 2225 w 20998"/>
                  <a:gd name="connsiteY23" fmla="*/ 11055 h 20998"/>
                  <a:gd name="connsiteX24" fmla="*/ 10384 w 20998"/>
                  <a:gd name="connsiteY24" fmla="*/ 14485 h 20998"/>
                  <a:gd name="connsiteX25" fmla="*/ 10499 w 20998"/>
                  <a:gd name="connsiteY25" fmla="*/ 14485 h 20998"/>
                  <a:gd name="connsiteX26" fmla="*/ 10638 w 20998"/>
                  <a:gd name="connsiteY26" fmla="*/ 14485 h 20998"/>
                  <a:gd name="connsiteX27" fmla="*/ 18796 w 20998"/>
                  <a:gd name="connsiteY27" fmla="*/ 11055 h 20998"/>
                  <a:gd name="connsiteX28" fmla="*/ 19352 w 20998"/>
                  <a:gd name="connsiteY28" fmla="*/ 10499 h 20998"/>
                  <a:gd name="connsiteX29" fmla="*/ 18796 w 20998"/>
                  <a:gd name="connsiteY29" fmla="*/ 9943 h 20998"/>
                  <a:gd name="connsiteX30" fmla="*/ 12932 w 20998"/>
                  <a:gd name="connsiteY30" fmla="*/ 10499 h 20998"/>
                  <a:gd name="connsiteX31" fmla="*/ 10615 w 20998"/>
                  <a:gd name="connsiteY31" fmla="*/ 12932 h 20998"/>
                  <a:gd name="connsiteX32" fmla="*/ 10499 w 20998"/>
                  <a:gd name="connsiteY32" fmla="*/ 12932 h 20998"/>
                  <a:gd name="connsiteX33" fmla="*/ 10384 w 20998"/>
                  <a:gd name="connsiteY33" fmla="*/ 12932 h 20998"/>
                  <a:gd name="connsiteX34" fmla="*/ 8066 w 20998"/>
                  <a:gd name="connsiteY34" fmla="*/ 10499 h 20998"/>
                  <a:gd name="connsiteX35" fmla="*/ 10384 w 20998"/>
                  <a:gd name="connsiteY35" fmla="*/ 8066 h 20998"/>
                  <a:gd name="connsiteX36" fmla="*/ 10499 w 20998"/>
                  <a:gd name="connsiteY36" fmla="*/ 8066 h 20998"/>
                  <a:gd name="connsiteX37" fmla="*/ 10615 w 20998"/>
                  <a:gd name="connsiteY37" fmla="*/ 8066 h 20998"/>
                  <a:gd name="connsiteX38" fmla="*/ 12932 w 20998"/>
                  <a:gd name="connsiteY38" fmla="*/ 10499 h 20998"/>
                  <a:gd name="connsiteX39" fmla="*/ 6953 w 20998"/>
                  <a:gd name="connsiteY39" fmla="*/ 8715 h 20998"/>
                  <a:gd name="connsiteX40" fmla="*/ 6513 w 20998"/>
                  <a:gd name="connsiteY40" fmla="*/ 10499 h 20998"/>
                  <a:gd name="connsiteX41" fmla="*/ 6953 w 20998"/>
                  <a:gd name="connsiteY41" fmla="*/ 12283 h 20998"/>
                  <a:gd name="connsiteX42" fmla="*/ 3917 w 20998"/>
                  <a:gd name="connsiteY42" fmla="*/ 10499 h 20998"/>
                  <a:gd name="connsiteX43" fmla="*/ 6953 w 20998"/>
                  <a:gd name="connsiteY43" fmla="*/ 8715 h 20998"/>
                  <a:gd name="connsiteX44" fmla="*/ 14068 w 20998"/>
                  <a:gd name="connsiteY44" fmla="*/ 12283 h 20998"/>
                  <a:gd name="connsiteX45" fmla="*/ 14485 w 20998"/>
                  <a:gd name="connsiteY45" fmla="*/ 10499 h 20998"/>
                  <a:gd name="connsiteX46" fmla="*/ 14068 w 20998"/>
                  <a:gd name="connsiteY46" fmla="*/ 8715 h 20998"/>
                  <a:gd name="connsiteX47" fmla="*/ 17104 w 20998"/>
                  <a:gd name="connsiteY47" fmla="*/ 10499 h 20998"/>
                  <a:gd name="connsiteX48" fmla="*/ 14068 w 20998"/>
                  <a:gd name="connsiteY48" fmla="*/ 12283 h 20998"/>
                  <a:gd name="connsiteX0" fmla="*/ 20998 w 21343"/>
                  <a:gd name="connsiteY0" fmla="*/ 10499 h 20998"/>
                  <a:gd name="connsiteX1" fmla="*/ 10499 w 21343"/>
                  <a:gd name="connsiteY1" fmla="*/ 0 h 20998"/>
                  <a:gd name="connsiteX2" fmla="*/ 3082 w 21343"/>
                  <a:gd name="connsiteY2" fmla="*/ 3082 h 20998"/>
                  <a:gd name="connsiteX3" fmla="*/ 0 w 21343"/>
                  <a:gd name="connsiteY3" fmla="*/ 10499 h 20998"/>
                  <a:gd name="connsiteX4" fmla="*/ 3082 w 21343"/>
                  <a:gd name="connsiteY4" fmla="*/ 17915 h 20998"/>
                  <a:gd name="connsiteX5" fmla="*/ 10499 w 21343"/>
                  <a:gd name="connsiteY5" fmla="*/ 20998 h 20998"/>
                  <a:gd name="connsiteX6" fmla="*/ 17915 w 21343"/>
                  <a:gd name="connsiteY6" fmla="*/ 17915 h 20998"/>
                  <a:gd name="connsiteX7" fmla="*/ 20998 w 21343"/>
                  <a:gd name="connsiteY7" fmla="*/ 10499 h 20998"/>
                  <a:gd name="connsiteX8" fmla="*/ 16826 w 21343"/>
                  <a:gd name="connsiteY8" fmla="*/ 16826 h 20998"/>
                  <a:gd name="connsiteX9" fmla="*/ 10499 w 21343"/>
                  <a:gd name="connsiteY9" fmla="*/ 19445 h 20998"/>
                  <a:gd name="connsiteX10" fmla="*/ 4172 w 21343"/>
                  <a:gd name="connsiteY10" fmla="*/ 16826 h 20998"/>
                  <a:gd name="connsiteX11" fmla="*/ 1553 w 21343"/>
                  <a:gd name="connsiteY11" fmla="*/ 10499 h 20998"/>
                  <a:gd name="connsiteX12" fmla="*/ 4172 w 21343"/>
                  <a:gd name="connsiteY12" fmla="*/ 4172 h 20998"/>
                  <a:gd name="connsiteX13" fmla="*/ 10499 w 21343"/>
                  <a:gd name="connsiteY13" fmla="*/ 1553 h 20998"/>
                  <a:gd name="connsiteX14" fmla="*/ 19445 w 21343"/>
                  <a:gd name="connsiteY14" fmla="*/ 10499 h 20998"/>
                  <a:gd name="connsiteX15" fmla="*/ 16826 w 21343"/>
                  <a:gd name="connsiteY15" fmla="*/ 16826 h 20998"/>
                  <a:gd name="connsiteX16" fmla="*/ 18796 w 21343"/>
                  <a:gd name="connsiteY16" fmla="*/ 9943 h 20998"/>
                  <a:gd name="connsiteX17" fmla="*/ 10615 w 21343"/>
                  <a:gd name="connsiteY17" fmla="*/ 6513 h 20998"/>
                  <a:gd name="connsiteX18" fmla="*/ 10499 w 21343"/>
                  <a:gd name="connsiteY18" fmla="*/ 6513 h 20998"/>
                  <a:gd name="connsiteX19" fmla="*/ 10384 w 21343"/>
                  <a:gd name="connsiteY19" fmla="*/ 6513 h 20998"/>
                  <a:gd name="connsiteX20" fmla="*/ 2225 w 21343"/>
                  <a:gd name="connsiteY20" fmla="*/ 9943 h 20998"/>
                  <a:gd name="connsiteX21" fmla="*/ 1669 w 21343"/>
                  <a:gd name="connsiteY21" fmla="*/ 10499 h 20998"/>
                  <a:gd name="connsiteX22" fmla="*/ 2225 w 21343"/>
                  <a:gd name="connsiteY22" fmla="*/ 11055 h 20998"/>
                  <a:gd name="connsiteX23" fmla="*/ 10384 w 21343"/>
                  <a:gd name="connsiteY23" fmla="*/ 14485 h 20998"/>
                  <a:gd name="connsiteX24" fmla="*/ 10499 w 21343"/>
                  <a:gd name="connsiteY24" fmla="*/ 14485 h 20998"/>
                  <a:gd name="connsiteX25" fmla="*/ 10638 w 21343"/>
                  <a:gd name="connsiteY25" fmla="*/ 14485 h 20998"/>
                  <a:gd name="connsiteX26" fmla="*/ 18796 w 21343"/>
                  <a:gd name="connsiteY26" fmla="*/ 11055 h 20998"/>
                  <a:gd name="connsiteX27" fmla="*/ 19352 w 21343"/>
                  <a:gd name="connsiteY27" fmla="*/ 10499 h 20998"/>
                  <a:gd name="connsiteX28" fmla="*/ 18796 w 21343"/>
                  <a:gd name="connsiteY28" fmla="*/ 9943 h 20998"/>
                  <a:gd name="connsiteX29" fmla="*/ 12932 w 21343"/>
                  <a:gd name="connsiteY29" fmla="*/ 10499 h 20998"/>
                  <a:gd name="connsiteX30" fmla="*/ 10615 w 21343"/>
                  <a:gd name="connsiteY30" fmla="*/ 12932 h 20998"/>
                  <a:gd name="connsiteX31" fmla="*/ 10499 w 21343"/>
                  <a:gd name="connsiteY31" fmla="*/ 12932 h 20998"/>
                  <a:gd name="connsiteX32" fmla="*/ 10384 w 21343"/>
                  <a:gd name="connsiteY32" fmla="*/ 12932 h 20998"/>
                  <a:gd name="connsiteX33" fmla="*/ 8066 w 21343"/>
                  <a:gd name="connsiteY33" fmla="*/ 10499 h 20998"/>
                  <a:gd name="connsiteX34" fmla="*/ 10384 w 21343"/>
                  <a:gd name="connsiteY34" fmla="*/ 8066 h 20998"/>
                  <a:gd name="connsiteX35" fmla="*/ 10499 w 21343"/>
                  <a:gd name="connsiteY35" fmla="*/ 8066 h 20998"/>
                  <a:gd name="connsiteX36" fmla="*/ 10615 w 21343"/>
                  <a:gd name="connsiteY36" fmla="*/ 8066 h 20998"/>
                  <a:gd name="connsiteX37" fmla="*/ 12932 w 21343"/>
                  <a:gd name="connsiteY37" fmla="*/ 10499 h 20998"/>
                  <a:gd name="connsiteX38" fmla="*/ 6953 w 21343"/>
                  <a:gd name="connsiteY38" fmla="*/ 8715 h 20998"/>
                  <a:gd name="connsiteX39" fmla="*/ 6513 w 21343"/>
                  <a:gd name="connsiteY39" fmla="*/ 10499 h 20998"/>
                  <a:gd name="connsiteX40" fmla="*/ 6953 w 21343"/>
                  <a:gd name="connsiteY40" fmla="*/ 12283 h 20998"/>
                  <a:gd name="connsiteX41" fmla="*/ 3917 w 21343"/>
                  <a:gd name="connsiteY41" fmla="*/ 10499 h 20998"/>
                  <a:gd name="connsiteX42" fmla="*/ 6953 w 21343"/>
                  <a:gd name="connsiteY42" fmla="*/ 8715 h 20998"/>
                  <a:gd name="connsiteX43" fmla="*/ 14068 w 21343"/>
                  <a:gd name="connsiteY43" fmla="*/ 12283 h 20998"/>
                  <a:gd name="connsiteX44" fmla="*/ 14485 w 21343"/>
                  <a:gd name="connsiteY44" fmla="*/ 10499 h 20998"/>
                  <a:gd name="connsiteX45" fmla="*/ 14068 w 21343"/>
                  <a:gd name="connsiteY45" fmla="*/ 8715 h 20998"/>
                  <a:gd name="connsiteX46" fmla="*/ 17104 w 21343"/>
                  <a:gd name="connsiteY46" fmla="*/ 10499 h 20998"/>
                  <a:gd name="connsiteX47" fmla="*/ 14068 w 21343"/>
                  <a:gd name="connsiteY47" fmla="*/ 12283 h 20998"/>
                  <a:gd name="connsiteX0" fmla="*/ 17915 w 19740"/>
                  <a:gd name="connsiteY0" fmla="*/ 17915 h 20998"/>
                  <a:gd name="connsiteX1" fmla="*/ 10499 w 19740"/>
                  <a:gd name="connsiteY1" fmla="*/ 0 h 20998"/>
                  <a:gd name="connsiteX2" fmla="*/ 3082 w 19740"/>
                  <a:gd name="connsiteY2" fmla="*/ 3082 h 20998"/>
                  <a:gd name="connsiteX3" fmla="*/ 0 w 19740"/>
                  <a:gd name="connsiteY3" fmla="*/ 10499 h 20998"/>
                  <a:gd name="connsiteX4" fmla="*/ 3082 w 19740"/>
                  <a:gd name="connsiteY4" fmla="*/ 17915 h 20998"/>
                  <a:gd name="connsiteX5" fmla="*/ 10499 w 19740"/>
                  <a:gd name="connsiteY5" fmla="*/ 20998 h 20998"/>
                  <a:gd name="connsiteX6" fmla="*/ 17915 w 19740"/>
                  <a:gd name="connsiteY6" fmla="*/ 17915 h 20998"/>
                  <a:gd name="connsiteX7" fmla="*/ 16826 w 19740"/>
                  <a:gd name="connsiteY7" fmla="*/ 16826 h 20998"/>
                  <a:gd name="connsiteX8" fmla="*/ 10499 w 19740"/>
                  <a:gd name="connsiteY8" fmla="*/ 19445 h 20998"/>
                  <a:gd name="connsiteX9" fmla="*/ 4172 w 19740"/>
                  <a:gd name="connsiteY9" fmla="*/ 16826 h 20998"/>
                  <a:gd name="connsiteX10" fmla="*/ 1553 w 19740"/>
                  <a:gd name="connsiteY10" fmla="*/ 10499 h 20998"/>
                  <a:gd name="connsiteX11" fmla="*/ 4172 w 19740"/>
                  <a:gd name="connsiteY11" fmla="*/ 4172 h 20998"/>
                  <a:gd name="connsiteX12" fmla="*/ 10499 w 19740"/>
                  <a:gd name="connsiteY12" fmla="*/ 1553 h 20998"/>
                  <a:gd name="connsiteX13" fmla="*/ 19445 w 19740"/>
                  <a:gd name="connsiteY13" fmla="*/ 10499 h 20998"/>
                  <a:gd name="connsiteX14" fmla="*/ 16826 w 19740"/>
                  <a:gd name="connsiteY14" fmla="*/ 16826 h 20998"/>
                  <a:gd name="connsiteX15" fmla="*/ 18796 w 19740"/>
                  <a:gd name="connsiteY15" fmla="*/ 9943 h 20998"/>
                  <a:gd name="connsiteX16" fmla="*/ 10615 w 19740"/>
                  <a:gd name="connsiteY16" fmla="*/ 6513 h 20998"/>
                  <a:gd name="connsiteX17" fmla="*/ 10499 w 19740"/>
                  <a:gd name="connsiteY17" fmla="*/ 6513 h 20998"/>
                  <a:gd name="connsiteX18" fmla="*/ 10384 w 19740"/>
                  <a:gd name="connsiteY18" fmla="*/ 6513 h 20998"/>
                  <a:gd name="connsiteX19" fmla="*/ 2225 w 19740"/>
                  <a:gd name="connsiteY19" fmla="*/ 9943 h 20998"/>
                  <a:gd name="connsiteX20" fmla="*/ 1669 w 19740"/>
                  <a:gd name="connsiteY20" fmla="*/ 10499 h 20998"/>
                  <a:gd name="connsiteX21" fmla="*/ 2225 w 19740"/>
                  <a:gd name="connsiteY21" fmla="*/ 11055 h 20998"/>
                  <a:gd name="connsiteX22" fmla="*/ 10384 w 19740"/>
                  <a:gd name="connsiteY22" fmla="*/ 14485 h 20998"/>
                  <a:gd name="connsiteX23" fmla="*/ 10499 w 19740"/>
                  <a:gd name="connsiteY23" fmla="*/ 14485 h 20998"/>
                  <a:gd name="connsiteX24" fmla="*/ 10638 w 19740"/>
                  <a:gd name="connsiteY24" fmla="*/ 14485 h 20998"/>
                  <a:gd name="connsiteX25" fmla="*/ 18796 w 19740"/>
                  <a:gd name="connsiteY25" fmla="*/ 11055 h 20998"/>
                  <a:gd name="connsiteX26" fmla="*/ 19352 w 19740"/>
                  <a:gd name="connsiteY26" fmla="*/ 10499 h 20998"/>
                  <a:gd name="connsiteX27" fmla="*/ 18796 w 19740"/>
                  <a:gd name="connsiteY27" fmla="*/ 9943 h 20998"/>
                  <a:gd name="connsiteX28" fmla="*/ 12932 w 19740"/>
                  <a:gd name="connsiteY28" fmla="*/ 10499 h 20998"/>
                  <a:gd name="connsiteX29" fmla="*/ 10615 w 19740"/>
                  <a:gd name="connsiteY29" fmla="*/ 12932 h 20998"/>
                  <a:gd name="connsiteX30" fmla="*/ 10499 w 19740"/>
                  <a:gd name="connsiteY30" fmla="*/ 12932 h 20998"/>
                  <a:gd name="connsiteX31" fmla="*/ 10384 w 19740"/>
                  <a:gd name="connsiteY31" fmla="*/ 12932 h 20998"/>
                  <a:gd name="connsiteX32" fmla="*/ 8066 w 19740"/>
                  <a:gd name="connsiteY32" fmla="*/ 10499 h 20998"/>
                  <a:gd name="connsiteX33" fmla="*/ 10384 w 19740"/>
                  <a:gd name="connsiteY33" fmla="*/ 8066 h 20998"/>
                  <a:gd name="connsiteX34" fmla="*/ 10499 w 19740"/>
                  <a:gd name="connsiteY34" fmla="*/ 8066 h 20998"/>
                  <a:gd name="connsiteX35" fmla="*/ 10615 w 19740"/>
                  <a:gd name="connsiteY35" fmla="*/ 8066 h 20998"/>
                  <a:gd name="connsiteX36" fmla="*/ 12932 w 19740"/>
                  <a:gd name="connsiteY36" fmla="*/ 10499 h 20998"/>
                  <a:gd name="connsiteX37" fmla="*/ 6953 w 19740"/>
                  <a:gd name="connsiteY37" fmla="*/ 8715 h 20998"/>
                  <a:gd name="connsiteX38" fmla="*/ 6513 w 19740"/>
                  <a:gd name="connsiteY38" fmla="*/ 10499 h 20998"/>
                  <a:gd name="connsiteX39" fmla="*/ 6953 w 19740"/>
                  <a:gd name="connsiteY39" fmla="*/ 12283 h 20998"/>
                  <a:gd name="connsiteX40" fmla="*/ 3917 w 19740"/>
                  <a:gd name="connsiteY40" fmla="*/ 10499 h 20998"/>
                  <a:gd name="connsiteX41" fmla="*/ 6953 w 19740"/>
                  <a:gd name="connsiteY41" fmla="*/ 8715 h 20998"/>
                  <a:gd name="connsiteX42" fmla="*/ 14068 w 19740"/>
                  <a:gd name="connsiteY42" fmla="*/ 12283 h 20998"/>
                  <a:gd name="connsiteX43" fmla="*/ 14485 w 19740"/>
                  <a:gd name="connsiteY43" fmla="*/ 10499 h 20998"/>
                  <a:gd name="connsiteX44" fmla="*/ 14068 w 19740"/>
                  <a:gd name="connsiteY44" fmla="*/ 8715 h 20998"/>
                  <a:gd name="connsiteX45" fmla="*/ 17104 w 19740"/>
                  <a:gd name="connsiteY45" fmla="*/ 10499 h 20998"/>
                  <a:gd name="connsiteX46" fmla="*/ 14068 w 19740"/>
                  <a:gd name="connsiteY46" fmla="*/ 12283 h 20998"/>
                  <a:gd name="connsiteX0" fmla="*/ 17915 w 19445"/>
                  <a:gd name="connsiteY0" fmla="*/ 17915 h 20998"/>
                  <a:gd name="connsiteX1" fmla="*/ 10499 w 19445"/>
                  <a:gd name="connsiteY1" fmla="*/ 0 h 20998"/>
                  <a:gd name="connsiteX2" fmla="*/ 3082 w 19445"/>
                  <a:gd name="connsiteY2" fmla="*/ 3082 h 20998"/>
                  <a:gd name="connsiteX3" fmla="*/ 0 w 19445"/>
                  <a:gd name="connsiteY3" fmla="*/ 10499 h 20998"/>
                  <a:gd name="connsiteX4" fmla="*/ 3082 w 19445"/>
                  <a:gd name="connsiteY4" fmla="*/ 17915 h 20998"/>
                  <a:gd name="connsiteX5" fmla="*/ 10499 w 19445"/>
                  <a:gd name="connsiteY5" fmla="*/ 20998 h 20998"/>
                  <a:gd name="connsiteX6" fmla="*/ 17915 w 19445"/>
                  <a:gd name="connsiteY6" fmla="*/ 17915 h 20998"/>
                  <a:gd name="connsiteX7" fmla="*/ 19445 w 19445"/>
                  <a:gd name="connsiteY7" fmla="*/ 10499 h 20998"/>
                  <a:gd name="connsiteX8" fmla="*/ 10499 w 19445"/>
                  <a:gd name="connsiteY8" fmla="*/ 19445 h 20998"/>
                  <a:gd name="connsiteX9" fmla="*/ 4172 w 19445"/>
                  <a:gd name="connsiteY9" fmla="*/ 16826 h 20998"/>
                  <a:gd name="connsiteX10" fmla="*/ 1553 w 19445"/>
                  <a:gd name="connsiteY10" fmla="*/ 10499 h 20998"/>
                  <a:gd name="connsiteX11" fmla="*/ 4172 w 19445"/>
                  <a:gd name="connsiteY11" fmla="*/ 4172 h 20998"/>
                  <a:gd name="connsiteX12" fmla="*/ 10499 w 19445"/>
                  <a:gd name="connsiteY12" fmla="*/ 1553 h 20998"/>
                  <a:gd name="connsiteX13" fmla="*/ 19445 w 19445"/>
                  <a:gd name="connsiteY13" fmla="*/ 10499 h 20998"/>
                  <a:gd name="connsiteX14" fmla="*/ 18796 w 19445"/>
                  <a:gd name="connsiteY14" fmla="*/ 9943 h 20998"/>
                  <a:gd name="connsiteX15" fmla="*/ 10615 w 19445"/>
                  <a:gd name="connsiteY15" fmla="*/ 6513 h 20998"/>
                  <a:gd name="connsiteX16" fmla="*/ 10499 w 19445"/>
                  <a:gd name="connsiteY16" fmla="*/ 6513 h 20998"/>
                  <a:gd name="connsiteX17" fmla="*/ 10384 w 19445"/>
                  <a:gd name="connsiteY17" fmla="*/ 6513 h 20998"/>
                  <a:gd name="connsiteX18" fmla="*/ 2225 w 19445"/>
                  <a:gd name="connsiteY18" fmla="*/ 9943 h 20998"/>
                  <a:gd name="connsiteX19" fmla="*/ 1669 w 19445"/>
                  <a:gd name="connsiteY19" fmla="*/ 10499 h 20998"/>
                  <a:gd name="connsiteX20" fmla="*/ 2225 w 19445"/>
                  <a:gd name="connsiteY20" fmla="*/ 11055 h 20998"/>
                  <a:gd name="connsiteX21" fmla="*/ 10384 w 19445"/>
                  <a:gd name="connsiteY21" fmla="*/ 14485 h 20998"/>
                  <a:gd name="connsiteX22" fmla="*/ 10499 w 19445"/>
                  <a:gd name="connsiteY22" fmla="*/ 14485 h 20998"/>
                  <a:gd name="connsiteX23" fmla="*/ 10638 w 19445"/>
                  <a:gd name="connsiteY23" fmla="*/ 14485 h 20998"/>
                  <a:gd name="connsiteX24" fmla="*/ 18796 w 19445"/>
                  <a:gd name="connsiteY24" fmla="*/ 11055 h 20998"/>
                  <a:gd name="connsiteX25" fmla="*/ 19352 w 19445"/>
                  <a:gd name="connsiteY25" fmla="*/ 10499 h 20998"/>
                  <a:gd name="connsiteX26" fmla="*/ 18796 w 19445"/>
                  <a:gd name="connsiteY26" fmla="*/ 9943 h 20998"/>
                  <a:gd name="connsiteX27" fmla="*/ 12932 w 19445"/>
                  <a:gd name="connsiteY27" fmla="*/ 10499 h 20998"/>
                  <a:gd name="connsiteX28" fmla="*/ 10615 w 19445"/>
                  <a:gd name="connsiteY28" fmla="*/ 12932 h 20998"/>
                  <a:gd name="connsiteX29" fmla="*/ 10499 w 19445"/>
                  <a:gd name="connsiteY29" fmla="*/ 12932 h 20998"/>
                  <a:gd name="connsiteX30" fmla="*/ 10384 w 19445"/>
                  <a:gd name="connsiteY30" fmla="*/ 12932 h 20998"/>
                  <a:gd name="connsiteX31" fmla="*/ 8066 w 19445"/>
                  <a:gd name="connsiteY31" fmla="*/ 10499 h 20998"/>
                  <a:gd name="connsiteX32" fmla="*/ 10384 w 19445"/>
                  <a:gd name="connsiteY32" fmla="*/ 8066 h 20998"/>
                  <a:gd name="connsiteX33" fmla="*/ 10499 w 19445"/>
                  <a:gd name="connsiteY33" fmla="*/ 8066 h 20998"/>
                  <a:gd name="connsiteX34" fmla="*/ 10615 w 19445"/>
                  <a:gd name="connsiteY34" fmla="*/ 8066 h 20998"/>
                  <a:gd name="connsiteX35" fmla="*/ 12932 w 19445"/>
                  <a:gd name="connsiteY35" fmla="*/ 10499 h 20998"/>
                  <a:gd name="connsiteX36" fmla="*/ 6953 w 19445"/>
                  <a:gd name="connsiteY36" fmla="*/ 8715 h 20998"/>
                  <a:gd name="connsiteX37" fmla="*/ 6513 w 19445"/>
                  <a:gd name="connsiteY37" fmla="*/ 10499 h 20998"/>
                  <a:gd name="connsiteX38" fmla="*/ 6953 w 19445"/>
                  <a:gd name="connsiteY38" fmla="*/ 12283 h 20998"/>
                  <a:gd name="connsiteX39" fmla="*/ 3917 w 19445"/>
                  <a:gd name="connsiteY39" fmla="*/ 10499 h 20998"/>
                  <a:gd name="connsiteX40" fmla="*/ 6953 w 19445"/>
                  <a:gd name="connsiteY40" fmla="*/ 8715 h 20998"/>
                  <a:gd name="connsiteX41" fmla="*/ 14068 w 19445"/>
                  <a:gd name="connsiteY41" fmla="*/ 12283 h 20998"/>
                  <a:gd name="connsiteX42" fmla="*/ 14485 w 19445"/>
                  <a:gd name="connsiteY42" fmla="*/ 10499 h 20998"/>
                  <a:gd name="connsiteX43" fmla="*/ 14068 w 19445"/>
                  <a:gd name="connsiteY43" fmla="*/ 8715 h 20998"/>
                  <a:gd name="connsiteX44" fmla="*/ 17104 w 19445"/>
                  <a:gd name="connsiteY44" fmla="*/ 10499 h 20998"/>
                  <a:gd name="connsiteX45" fmla="*/ 14068 w 19445"/>
                  <a:gd name="connsiteY45" fmla="*/ 12283 h 20998"/>
                  <a:gd name="connsiteX0" fmla="*/ 10499 w 19445"/>
                  <a:gd name="connsiteY0" fmla="*/ 20998 h 22056"/>
                  <a:gd name="connsiteX1" fmla="*/ 10499 w 19445"/>
                  <a:gd name="connsiteY1" fmla="*/ 0 h 22056"/>
                  <a:gd name="connsiteX2" fmla="*/ 3082 w 19445"/>
                  <a:gd name="connsiteY2" fmla="*/ 3082 h 22056"/>
                  <a:gd name="connsiteX3" fmla="*/ 0 w 19445"/>
                  <a:gd name="connsiteY3" fmla="*/ 10499 h 22056"/>
                  <a:gd name="connsiteX4" fmla="*/ 3082 w 19445"/>
                  <a:gd name="connsiteY4" fmla="*/ 17915 h 22056"/>
                  <a:gd name="connsiteX5" fmla="*/ 10499 w 19445"/>
                  <a:gd name="connsiteY5" fmla="*/ 20998 h 22056"/>
                  <a:gd name="connsiteX6" fmla="*/ 19445 w 19445"/>
                  <a:gd name="connsiteY6" fmla="*/ 10499 h 22056"/>
                  <a:gd name="connsiteX7" fmla="*/ 10499 w 19445"/>
                  <a:gd name="connsiteY7" fmla="*/ 19445 h 22056"/>
                  <a:gd name="connsiteX8" fmla="*/ 4172 w 19445"/>
                  <a:gd name="connsiteY8" fmla="*/ 16826 h 22056"/>
                  <a:gd name="connsiteX9" fmla="*/ 1553 w 19445"/>
                  <a:gd name="connsiteY9" fmla="*/ 10499 h 22056"/>
                  <a:gd name="connsiteX10" fmla="*/ 4172 w 19445"/>
                  <a:gd name="connsiteY10" fmla="*/ 4172 h 22056"/>
                  <a:gd name="connsiteX11" fmla="*/ 10499 w 19445"/>
                  <a:gd name="connsiteY11" fmla="*/ 1553 h 22056"/>
                  <a:gd name="connsiteX12" fmla="*/ 19445 w 19445"/>
                  <a:gd name="connsiteY12" fmla="*/ 10499 h 22056"/>
                  <a:gd name="connsiteX13" fmla="*/ 18796 w 19445"/>
                  <a:gd name="connsiteY13" fmla="*/ 9943 h 22056"/>
                  <a:gd name="connsiteX14" fmla="*/ 10615 w 19445"/>
                  <a:gd name="connsiteY14" fmla="*/ 6513 h 22056"/>
                  <a:gd name="connsiteX15" fmla="*/ 10499 w 19445"/>
                  <a:gd name="connsiteY15" fmla="*/ 6513 h 22056"/>
                  <a:gd name="connsiteX16" fmla="*/ 10384 w 19445"/>
                  <a:gd name="connsiteY16" fmla="*/ 6513 h 22056"/>
                  <a:gd name="connsiteX17" fmla="*/ 2225 w 19445"/>
                  <a:gd name="connsiteY17" fmla="*/ 9943 h 22056"/>
                  <a:gd name="connsiteX18" fmla="*/ 1669 w 19445"/>
                  <a:gd name="connsiteY18" fmla="*/ 10499 h 22056"/>
                  <a:gd name="connsiteX19" fmla="*/ 2225 w 19445"/>
                  <a:gd name="connsiteY19" fmla="*/ 11055 h 22056"/>
                  <a:gd name="connsiteX20" fmla="*/ 10384 w 19445"/>
                  <a:gd name="connsiteY20" fmla="*/ 14485 h 22056"/>
                  <a:gd name="connsiteX21" fmla="*/ 10499 w 19445"/>
                  <a:gd name="connsiteY21" fmla="*/ 14485 h 22056"/>
                  <a:gd name="connsiteX22" fmla="*/ 10638 w 19445"/>
                  <a:gd name="connsiteY22" fmla="*/ 14485 h 22056"/>
                  <a:gd name="connsiteX23" fmla="*/ 18796 w 19445"/>
                  <a:gd name="connsiteY23" fmla="*/ 11055 h 22056"/>
                  <a:gd name="connsiteX24" fmla="*/ 19352 w 19445"/>
                  <a:gd name="connsiteY24" fmla="*/ 10499 h 22056"/>
                  <a:gd name="connsiteX25" fmla="*/ 18796 w 19445"/>
                  <a:gd name="connsiteY25" fmla="*/ 9943 h 22056"/>
                  <a:gd name="connsiteX26" fmla="*/ 12932 w 19445"/>
                  <a:gd name="connsiteY26" fmla="*/ 10499 h 22056"/>
                  <a:gd name="connsiteX27" fmla="*/ 10615 w 19445"/>
                  <a:gd name="connsiteY27" fmla="*/ 12932 h 22056"/>
                  <a:gd name="connsiteX28" fmla="*/ 10499 w 19445"/>
                  <a:gd name="connsiteY28" fmla="*/ 12932 h 22056"/>
                  <a:gd name="connsiteX29" fmla="*/ 10384 w 19445"/>
                  <a:gd name="connsiteY29" fmla="*/ 12932 h 22056"/>
                  <a:gd name="connsiteX30" fmla="*/ 8066 w 19445"/>
                  <a:gd name="connsiteY30" fmla="*/ 10499 h 22056"/>
                  <a:gd name="connsiteX31" fmla="*/ 10384 w 19445"/>
                  <a:gd name="connsiteY31" fmla="*/ 8066 h 22056"/>
                  <a:gd name="connsiteX32" fmla="*/ 10499 w 19445"/>
                  <a:gd name="connsiteY32" fmla="*/ 8066 h 22056"/>
                  <a:gd name="connsiteX33" fmla="*/ 10615 w 19445"/>
                  <a:gd name="connsiteY33" fmla="*/ 8066 h 22056"/>
                  <a:gd name="connsiteX34" fmla="*/ 12932 w 19445"/>
                  <a:gd name="connsiteY34" fmla="*/ 10499 h 22056"/>
                  <a:gd name="connsiteX35" fmla="*/ 6953 w 19445"/>
                  <a:gd name="connsiteY35" fmla="*/ 8715 h 22056"/>
                  <a:gd name="connsiteX36" fmla="*/ 6513 w 19445"/>
                  <a:gd name="connsiteY36" fmla="*/ 10499 h 22056"/>
                  <a:gd name="connsiteX37" fmla="*/ 6953 w 19445"/>
                  <a:gd name="connsiteY37" fmla="*/ 12283 h 22056"/>
                  <a:gd name="connsiteX38" fmla="*/ 3917 w 19445"/>
                  <a:gd name="connsiteY38" fmla="*/ 10499 h 22056"/>
                  <a:gd name="connsiteX39" fmla="*/ 6953 w 19445"/>
                  <a:gd name="connsiteY39" fmla="*/ 8715 h 22056"/>
                  <a:gd name="connsiteX40" fmla="*/ 14068 w 19445"/>
                  <a:gd name="connsiteY40" fmla="*/ 12283 h 22056"/>
                  <a:gd name="connsiteX41" fmla="*/ 14485 w 19445"/>
                  <a:gd name="connsiteY41" fmla="*/ 10499 h 22056"/>
                  <a:gd name="connsiteX42" fmla="*/ 14068 w 19445"/>
                  <a:gd name="connsiteY42" fmla="*/ 8715 h 22056"/>
                  <a:gd name="connsiteX43" fmla="*/ 17104 w 19445"/>
                  <a:gd name="connsiteY43" fmla="*/ 10499 h 22056"/>
                  <a:gd name="connsiteX44" fmla="*/ 14068 w 19445"/>
                  <a:gd name="connsiteY44" fmla="*/ 12283 h 22056"/>
                  <a:gd name="connsiteX0" fmla="*/ 10499 w 19546"/>
                  <a:gd name="connsiteY0" fmla="*/ 20998 h 22056"/>
                  <a:gd name="connsiteX1" fmla="*/ 10499 w 19546"/>
                  <a:gd name="connsiteY1" fmla="*/ 0 h 22056"/>
                  <a:gd name="connsiteX2" fmla="*/ 3082 w 19546"/>
                  <a:gd name="connsiteY2" fmla="*/ 3082 h 22056"/>
                  <a:gd name="connsiteX3" fmla="*/ 0 w 19546"/>
                  <a:gd name="connsiteY3" fmla="*/ 10499 h 22056"/>
                  <a:gd name="connsiteX4" fmla="*/ 3082 w 19546"/>
                  <a:gd name="connsiteY4" fmla="*/ 17915 h 22056"/>
                  <a:gd name="connsiteX5" fmla="*/ 10499 w 19546"/>
                  <a:gd name="connsiteY5" fmla="*/ 20998 h 22056"/>
                  <a:gd name="connsiteX6" fmla="*/ 19445 w 19546"/>
                  <a:gd name="connsiteY6" fmla="*/ 10499 h 22056"/>
                  <a:gd name="connsiteX7" fmla="*/ 4172 w 19546"/>
                  <a:gd name="connsiteY7" fmla="*/ 16826 h 22056"/>
                  <a:gd name="connsiteX8" fmla="*/ 1553 w 19546"/>
                  <a:gd name="connsiteY8" fmla="*/ 10499 h 22056"/>
                  <a:gd name="connsiteX9" fmla="*/ 4172 w 19546"/>
                  <a:gd name="connsiteY9" fmla="*/ 4172 h 22056"/>
                  <a:gd name="connsiteX10" fmla="*/ 10499 w 19546"/>
                  <a:gd name="connsiteY10" fmla="*/ 1553 h 22056"/>
                  <a:gd name="connsiteX11" fmla="*/ 19445 w 19546"/>
                  <a:gd name="connsiteY11" fmla="*/ 10499 h 22056"/>
                  <a:gd name="connsiteX12" fmla="*/ 18796 w 19546"/>
                  <a:gd name="connsiteY12" fmla="*/ 9943 h 22056"/>
                  <a:gd name="connsiteX13" fmla="*/ 10615 w 19546"/>
                  <a:gd name="connsiteY13" fmla="*/ 6513 h 22056"/>
                  <a:gd name="connsiteX14" fmla="*/ 10499 w 19546"/>
                  <a:gd name="connsiteY14" fmla="*/ 6513 h 22056"/>
                  <a:gd name="connsiteX15" fmla="*/ 10384 w 19546"/>
                  <a:gd name="connsiteY15" fmla="*/ 6513 h 22056"/>
                  <a:gd name="connsiteX16" fmla="*/ 2225 w 19546"/>
                  <a:gd name="connsiteY16" fmla="*/ 9943 h 22056"/>
                  <a:gd name="connsiteX17" fmla="*/ 1669 w 19546"/>
                  <a:gd name="connsiteY17" fmla="*/ 10499 h 22056"/>
                  <a:gd name="connsiteX18" fmla="*/ 2225 w 19546"/>
                  <a:gd name="connsiteY18" fmla="*/ 11055 h 22056"/>
                  <a:gd name="connsiteX19" fmla="*/ 10384 w 19546"/>
                  <a:gd name="connsiteY19" fmla="*/ 14485 h 22056"/>
                  <a:gd name="connsiteX20" fmla="*/ 10499 w 19546"/>
                  <a:gd name="connsiteY20" fmla="*/ 14485 h 22056"/>
                  <a:gd name="connsiteX21" fmla="*/ 10638 w 19546"/>
                  <a:gd name="connsiteY21" fmla="*/ 14485 h 22056"/>
                  <a:gd name="connsiteX22" fmla="*/ 18796 w 19546"/>
                  <a:gd name="connsiteY22" fmla="*/ 11055 h 22056"/>
                  <a:gd name="connsiteX23" fmla="*/ 19352 w 19546"/>
                  <a:gd name="connsiteY23" fmla="*/ 10499 h 22056"/>
                  <a:gd name="connsiteX24" fmla="*/ 18796 w 19546"/>
                  <a:gd name="connsiteY24" fmla="*/ 9943 h 22056"/>
                  <a:gd name="connsiteX25" fmla="*/ 12932 w 19546"/>
                  <a:gd name="connsiteY25" fmla="*/ 10499 h 22056"/>
                  <a:gd name="connsiteX26" fmla="*/ 10615 w 19546"/>
                  <a:gd name="connsiteY26" fmla="*/ 12932 h 22056"/>
                  <a:gd name="connsiteX27" fmla="*/ 10499 w 19546"/>
                  <a:gd name="connsiteY27" fmla="*/ 12932 h 22056"/>
                  <a:gd name="connsiteX28" fmla="*/ 10384 w 19546"/>
                  <a:gd name="connsiteY28" fmla="*/ 12932 h 22056"/>
                  <a:gd name="connsiteX29" fmla="*/ 8066 w 19546"/>
                  <a:gd name="connsiteY29" fmla="*/ 10499 h 22056"/>
                  <a:gd name="connsiteX30" fmla="*/ 10384 w 19546"/>
                  <a:gd name="connsiteY30" fmla="*/ 8066 h 22056"/>
                  <a:gd name="connsiteX31" fmla="*/ 10499 w 19546"/>
                  <a:gd name="connsiteY31" fmla="*/ 8066 h 22056"/>
                  <a:gd name="connsiteX32" fmla="*/ 10615 w 19546"/>
                  <a:gd name="connsiteY32" fmla="*/ 8066 h 22056"/>
                  <a:gd name="connsiteX33" fmla="*/ 12932 w 19546"/>
                  <a:gd name="connsiteY33" fmla="*/ 10499 h 22056"/>
                  <a:gd name="connsiteX34" fmla="*/ 6953 w 19546"/>
                  <a:gd name="connsiteY34" fmla="*/ 8715 h 22056"/>
                  <a:gd name="connsiteX35" fmla="*/ 6513 w 19546"/>
                  <a:gd name="connsiteY35" fmla="*/ 10499 h 22056"/>
                  <a:gd name="connsiteX36" fmla="*/ 6953 w 19546"/>
                  <a:gd name="connsiteY36" fmla="*/ 12283 h 22056"/>
                  <a:gd name="connsiteX37" fmla="*/ 3917 w 19546"/>
                  <a:gd name="connsiteY37" fmla="*/ 10499 h 22056"/>
                  <a:gd name="connsiteX38" fmla="*/ 6953 w 19546"/>
                  <a:gd name="connsiteY38" fmla="*/ 8715 h 22056"/>
                  <a:gd name="connsiteX39" fmla="*/ 14068 w 19546"/>
                  <a:gd name="connsiteY39" fmla="*/ 12283 h 22056"/>
                  <a:gd name="connsiteX40" fmla="*/ 14485 w 19546"/>
                  <a:gd name="connsiteY40" fmla="*/ 10499 h 22056"/>
                  <a:gd name="connsiteX41" fmla="*/ 14068 w 19546"/>
                  <a:gd name="connsiteY41" fmla="*/ 8715 h 22056"/>
                  <a:gd name="connsiteX42" fmla="*/ 17104 w 19546"/>
                  <a:gd name="connsiteY42" fmla="*/ 10499 h 22056"/>
                  <a:gd name="connsiteX43" fmla="*/ 14068 w 19546"/>
                  <a:gd name="connsiteY43" fmla="*/ 12283 h 22056"/>
                  <a:gd name="connsiteX0" fmla="*/ 3082 w 19546"/>
                  <a:gd name="connsiteY0" fmla="*/ 17915 h 17915"/>
                  <a:gd name="connsiteX1" fmla="*/ 10499 w 19546"/>
                  <a:gd name="connsiteY1" fmla="*/ 0 h 17915"/>
                  <a:gd name="connsiteX2" fmla="*/ 3082 w 19546"/>
                  <a:gd name="connsiteY2" fmla="*/ 3082 h 17915"/>
                  <a:gd name="connsiteX3" fmla="*/ 0 w 19546"/>
                  <a:gd name="connsiteY3" fmla="*/ 10499 h 17915"/>
                  <a:gd name="connsiteX4" fmla="*/ 3082 w 19546"/>
                  <a:gd name="connsiteY4" fmla="*/ 17915 h 17915"/>
                  <a:gd name="connsiteX5" fmla="*/ 19445 w 19546"/>
                  <a:gd name="connsiteY5" fmla="*/ 10499 h 17915"/>
                  <a:gd name="connsiteX6" fmla="*/ 4172 w 19546"/>
                  <a:gd name="connsiteY6" fmla="*/ 16826 h 17915"/>
                  <a:gd name="connsiteX7" fmla="*/ 1553 w 19546"/>
                  <a:gd name="connsiteY7" fmla="*/ 10499 h 17915"/>
                  <a:gd name="connsiteX8" fmla="*/ 4172 w 19546"/>
                  <a:gd name="connsiteY8" fmla="*/ 4172 h 17915"/>
                  <a:gd name="connsiteX9" fmla="*/ 10499 w 19546"/>
                  <a:gd name="connsiteY9" fmla="*/ 1553 h 17915"/>
                  <a:gd name="connsiteX10" fmla="*/ 19445 w 19546"/>
                  <a:gd name="connsiteY10" fmla="*/ 10499 h 17915"/>
                  <a:gd name="connsiteX11" fmla="*/ 18796 w 19546"/>
                  <a:gd name="connsiteY11" fmla="*/ 9943 h 17915"/>
                  <a:gd name="connsiteX12" fmla="*/ 10615 w 19546"/>
                  <a:gd name="connsiteY12" fmla="*/ 6513 h 17915"/>
                  <a:gd name="connsiteX13" fmla="*/ 10499 w 19546"/>
                  <a:gd name="connsiteY13" fmla="*/ 6513 h 17915"/>
                  <a:gd name="connsiteX14" fmla="*/ 10384 w 19546"/>
                  <a:gd name="connsiteY14" fmla="*/ 6513 h 17915"/>
                  <a:gd name="connsiteX15" fmla="*/ 2225 w 19546"/>
                  <a:gd name="connsiteY15" fmla="*/ 9943 h 17915"/>
                  <a:gd name="connsiteX16" fmla="*/ 1669 w 19546"/>
                  <a:gd name="connsiteY16" fmla="*/ 10499 h 17915"/>
                  <a:gd name="connsiteX17" fmla="*/ 2225 w 19546"/>
                  <a:gd name="connsiteY17" fmla="*/ 11055 h 17915"/>
                  <a:gd name="connsiteX18" fmla="*/ 10384 w 19546"/>
                  <a:gd name="connsiteY18" fmla="*/ 14485 h 17915"/>
                  <a:gd name="connsiteX19" fmla="*/ 10499 w 19546"/>
                  <a:gd name="connsiteY19" fmla="*/ 14485 h 17915"/>
                  <a:gd name="connsiteX20" fmla="*/ 10638 w 19546"/>
                  <a:gd name="connsiteY20" fmla="*/ 14485 h 17915"/>
                  <a:gd name="connsiteX21" fmla="*/ 18796 w 19546"/>
                  <a:gd name="connsiteY21" fmla="*/ 11055 h 17915"/>
                  <a:gd name="connsiteX22" fmla="*/ 19352 w 19546"/>
                  <a:gd name="connsiteY22" fmla="*/ 10499 h 17915"/>
                  <a:gd name="connsiteX23" fmla="*/ 18796 w 19546"/>
                  <a:gd name="connsiteY23" fmla="*/ 9943 h 17915"/>
                  <a:gd name="connsiteX24" fmla="*/ 12932 w 19546"/>
                  <a:gd name="connsiteY24" fmla="*/ 10499 h 17915"/>
                  <a:gd name="connsiteX25" fmla="*/ 10615 w 19546"/>
                  <a:gd name="connsiteY25" fmla="*/ 12932 h 17915"/>
                  <a:gd name="connsiteX26" fmla="*/ 10499 w 19546"/>
                  <a:gd name="connsiteY26" fmla="*/ 12932 h 17915"/>
                  <a:gd name="connsiteX27" fmla="*/ 10384 w 19546"/>
                  <a:gd name="connsiteY27" fmla="*/ 12932 h 17915"/>
                  <a:gd name="connsiteX28" fmla="*/ 8066 w 19546"/>
                  <a:gd name="connsiteY28" fmla="*/ 10499 h 17915"/>
                  <a:gd name="connsiteX29" fmla="*/ 10384 w 19546"/>
                  <a:gd name="connsiteY29" fmla="*/ 8066 h 17915"/>
                  <a:gd name="connsiteX30" fmla="*/ 10499 w 19546"/>
                  <a:gd name="connsiteY30" fmla="*/ 8066 h 17915"/>
                  <a:gd name="connsiteX31" fmla="*/ 10615 w 19546"/>
                  <a:gd name="connsiteY31" fmla="*/ 8066 h 17915"/>
                  <a:gd name="connsiteX32" fmla="*/ 12932 w 19546"/>
                  <a:gd name="connsiteY32" fmla="*/ 10499 h 17915"/>
                  <a:gd name="connsiteX33" fmla="*/ 6953 w 19546"/>
                  <a:gd name="connsiteY33" fmla="*/ 8715 h 17915"/>
                  <a:gd name="connsiteX34" fmla="*/ 6513 w 19546"/>
                  <a:gd name="connsiteY34" fmla="*/ 10499 h 17915"/>
                  <a:gd name="connsiteX35" fmla="*/ 6953 w 19546"/>
                  <a:gd name="connsiteY35" fmla="*/ 12283 h 17915"/>
                  <a:gd name="connsiteX36" fmla="*/ 3917 w 19546"/>
                  <a:gd name="connsiteY36" fmla="*/ 10499 h 17915"/>
                  <a:gd name="connsiteX37" fmla="*/ 6953 w 19546"/>
                  <a:gd name="connsiteY37" fmla="*/ 8715 h 17915"/>
                  <a:gd name="connsiteX38" fmla="*/ 14068 w 19546"/>
                  <a:gd name="connsiteY38" fmla="*/ 12283 h 17915"/>
                  <a:gd name="connsiteX39" fmla="*/ 14485 w 19546"/>
                  <a:gd name="connsiteY39" fmla="*/ 10499 h 17915"/>
                  <a:gd name="connsiteX40" fmla="*/ 14068 w 19546"/>
                  <a:gd name="connsiteY40" fmla="*/ 8715 h 17915"/>
                  <a:gd name="connsiteX41" fmla="*/ 17104 w 19546"/>
                  <a:gd name="connsiteY41" fmla="*/ 10499 h 17915"/>
                  <a:gd name="connsiteX42" fmla="*/ 14068 w 19546"/>
                  <a:gd name="connsiteY42" fmla="*/ 12283 h 17915"/>
                  <a:gd name="connsiteX0" fmla="*/ 3082 w 19630"/>
                  <a:gd name="connsiteY0" fmla="*/ 17915 h 17915"/>
                  <a:gd name="connsiteX1" fmla="*/ 10499 w 19630"/>
                  <a:gd name="connsiteY1" fmla="*/ 0 h 17915"/>
                  <a:gd name="connsiteX2" fmla="*/ 3082 w 19630"/>
                  <a:gd name="connsiteY2" fmla="*/ 3082 h 17915"/>
                  <a:gd name="connsiteX3" fmla="*/ 0 w 19630"/>
                  <a:gd name="connsiteY3" fmla="*/ 10499 h 17915"/>
                  <a:gd name="connsiteX4" fmla="*/ 3082 w 19630"/>
                  <a:gd name="connsiteY4" fmla="*/ 17915 h 17915"/>
                  <a:gd name="connsiteX5" fmla="*/ 19445 w 19630"/>
                  <a:gd name="connsiteY5" fmla="*/ 10499 h 17915"/>
                  <a:gd name="connsiteX6" fmla="*/ 1553 w 19630"/>
                  <a:gd name="connsiteY6" fmla="*/ 10499 h 17915"/>
                  <a:gd name="connsiteX7" fmla="*/ 4172 w 19630"/>
                  <a:gd name="connsiteY7" fmla="*/ 4172 h 17915"/>
                  <a:gd name="connsiteX8" fmla="*/ 10499 w 19630"/>
                  <a:gd name="connsiteY8" fmla="*/ 1553 h 17915"/>
                  <a:gd name="connsiteX9" fmla="*/ 19445 w 19630"/>
                  <a:gd name="connsiteY9" fmla="*/ 10499 h 17915"/>
                  <a:gd name="connsiteX10" fmla="*/ 18796 w 19630"/>
                  <a:gd name="connsiteY10" fmla="*/ 9943 h 17915"/>
                  <a:gd name="connsiteX11" fmla="*/ 10615 w 19630"/>
                  <a:gd name="connsiteY11" fmla="*/ 6513 h 17915"/>
                  <a:gd name="connsiteX12" fmla="*/ 10499 w 19630"/>
                  <a:gd name="connsiteY12" fmla="*/ 6513 h 17915"/>
                  <a:gd name="connsiteX13" fmla="*/ 10384 w 19630"/>
                  <a:gd name="connsiteY13" fmla="*/ 6513 h 17915"/>
                  <a:gd name="connsiteX14" fmla="*/ 2225 w 19630"/>
                  <a:gd name="connsiteY14" fmla="*/ 9943 h 17915"/>
                  <a:gd name="connsiteX15" fmla="*/ 1669 w 19630"/>
                  <a:gd name="connsiteY15" fmla="*/ 10499 h 17915"/>
                  <a:gd name="connsiteX16" fmla="*/ 2225 w 19630"/>
                  <a:gd name="connsiteY16" fmla="*/ 11055 h 17915"/>
                  <a:gd name="connsiteX17" fmla="*/ 10384 w 19630"/>
                  <a:gd name="connsiteY17" fmla="*/ 14485 h 17915"/>
                  <a:gd name="connsiteX18" fmla="*/ 10499 w 19630"/>
                  <a:gd name="connsiteY18" fmla="*/ 14485 h 17915"/>
                  <a:gd name="connsiteX19" fmla="*/ 10638 w 19630"/>
                  <a:gd name="connsiteY19" fmla="*/ 14485 h 17915"/>
                  <a:gd name="connsiteX20" fmla="*/ 18796 w 19630"/>
                  <a:gd name="connsiteY20" fmla="*/ 11055 h 17915"/>
                  <a:gd name="connsiteX21" fmla="*/ 19352 w 19630"/>
                  <a:gd name="connsiteY21" fmla="*/ 10499 h 17915"/>
                  <a:gd name="connsiteX22" fmla="*/ 18796 w 19630"/>
                  <a:gd name="connsiteY22" fmla="*/ 9943 h 17915"/>
                  <a:gd name="connsiteX23" fmla="*/ 12932 w 19630"/>
                  <a:gd name="connsiteY23" fmla="*/ 10499 h 17915"/>
                  <a:gd name="connsiteX24" fmla="*/ 10615 w 19630"/>
                  <a:gd name="connsiteY24" fmla="*/ 12932 h 17915"/>
                  <a:gd name="connsiteX25" fmla="*/ 10499 w 19630"/>
                  <a:gd name="connsiteY25" fmla="*/ 12932 h 17915"/>
                  <a:gd name="connsiteX26" fmla="*/ 10384 w 19630"/>
                  <a:gd name="connsiteY26" fmla="*/ 12932 h 17915"/>
                  <a:gd name="connsiteX27" fmla="*/ 8066 w 19630"/>
                  <a:gd name="connsiteY27" fmla="*/ 10499 h 17915"/>
                  <a:gd name="connsiteX28" fmla="*/ 10384 w 19630"/>
                  <a:gd name="connsiteY28" fmla="*/ 8066 h 17915"/>
                  <a:gd name="connsiteX29" fmla="*/ 10499 w 19630"/>
                  <a:gd name="connsiteY29" fmla="*/ 8066 h 17915"/>
                  <a:gd name="connsiteX30" fmla="*/ 10615 w 19630"/>
                  <a:gd name="connsiteY30" fmla="*/ 8066 h 17915"/>
                  <a:gd name="connsiteX31" fmla="*/ 12932 w 19630"/>
                  <a:gd name="connsiteY31" fmla="*/ 10499 h 17915"/>
                  <a:gd name="connsiteX32" fmla="*/ 6953 w 19630"/>
                  <a:gd name="connsiteY32" fmla="*/ 8715 h 17915"/>
                  <a:gd name="connsiteX33" fmla="*/ 6513 w 19630"/>
                  <a:gd name="connsiteY33" fmla="*/ 10499 h 17915"/>
                  <a:gd name="connsiteX34" fmla="*/ 6953 w 19630"/>
                  <a:gd name="connsiteY34" fmla="*/ 12283 h 17915"/>
                  <a:gd name="connsiteX35" fmla="*/ 3917 w 19630"/>
                  <a:gd name="connsiteY35" fmla="*/ 10499 h 17915"/>
                  <a:gd name="connsiteX36" fmla="*/ 6953 w 19630"/>
                  <a:gd name="connsiteY36" fmla="*/ 8715 h 17915"/>
                  <a:gd name="connsiteX37" fmla="*/ 14068 w 19630"/>
                  <a:gd name="connsiteY37" fmla="*/ 12283 h 17915"/>
                  <a:gd name="connsiteX38" fmla="*/ 14485 w 19630"/>
                  <a:gd name="connsiteY38" fmla="*/ 10499 h 17915"/>
                  <a:gd name="connsiteX39" fmla="*/ 14068 w 19630"/>
                  <a:gd name="connsiteY39" fmla="*/ 8715 h 17915"/>
                  <a:gd name="connsiteX40" fmla="*/ 17104 w 19630"/>
                  <a:gd name="connsiteY40" fmla="*/ 10499 h 17915"/>
                  <a:gd name="connsiteX41" fmla="*/ 14068 w 19630"/>
                  <a:gd name="connsiteY41" fmla="*/ 12283 h 17915"/>
                  <a:gd name="connsiteX0" fmla="*/ 345 w 19975"/>
                  <a:gd name="connsiteY0" fmla="*/ 10499 h 14485"/>
                  <a:gd name="connsiteX1" fmla="*/ 10844 w 19975"/>
                  <a:gd name="connsiteY1" fmla="*/ 0 h 14485"/>
                  <a:gd name="connsiteX2" fmla="*/ 3427 w 19975"/>
                  <a:gd name="connsiteY2" fmla="*/ 3082 h 14485"/>
                  <a:gd name="connsiteX3" fmla="*/ 345 w 19975"/>
                  <a:gd name="connsiteY3" fmla="*/ 10499 h 14485"/>
                  <a:gd name="connsiteX4" fmla="*/ 19790 w 19975"/>
                  <a:gd name="connsiteY4" fmla="*/ 10499 h 14485"/>
                  <a:gd name="connsiteX5" fmla="*/ 1898 w 19975"/>
                  <a:gd name="connsiteY5" fmla="*/ 10499 h 14485"/>
                  <a:gd name="connsiteX6" fmla="*/ 4517 w 19975"/>
                  <a:gd name="connsiteY6" fmla="*/ 4172 h 14485"/>
                  <a:gd name="connsiteX7" fmla="*/ 10844 w 19975"/>
                  <a:gd name="connsiteY7" fmla="*/ 1553 h 14485"/>
                  <a:gd name="connsiteX8" fmla="*/ 19790 w 19975"/>
                  <a:gd name="connsiteY8" fmla="*/ 10499 h 14485"/>
                  <a:gd name="connsiteX9" fmla="*/ 19141 w 19975"/>
                  <a:gd name="connsiteY9" fmla="*/ 9943 h 14485"/>
                  <a:gd name="connsiteX10" fmla="*/ 10960 w 19975"/>
                  <a:gd name="connsiteY10" fmla="*/ 6513 h 14485"/>
                  <a:gd name="connsiteX11" fmla="*/ 10844 w 19975"/>
                  <a:gd name="connsiteY11" fmla="*/ 6513 h 14485"/>
                  <a:gd name="connsiteX12" fmla="*/ 10729 w 19975"/>
                  <a:gd name="connsiteY12" fmla="*/ 6513 h 14485"/>
                  <a:gd name="connsiteX13" fmla="*/ 2570 w 19975"/>
                  <a:gd name="connsiteY13" fmla="*/ 9943 h 14485"/>
                  <a:gd name="connsiteX14" fmla="*/ 2014 w 19975"/>
                  <a:gd name="connsiteY14" fmla="*/ 10499 h 14485"/>
                  <a:gd name="connsiteX15" fmla="*/ 2570 w 19975"/>
                  <a:gd name="connsiteY15" fmla="*/ 11055 h 14485"/>
                  <a:gd name="connsiteX16" fmla="*/ 10729 w 19975"/>
                  <a:gd name="connsiteY16" fmla="*/ 14485 h 14485"/>
                  <a:gd name="connsiteX17" fmla="*/ 10844 w 19975"/>
                  <a:gd name="connsiteY17" fmla="*/ 14485 h 14485"/>
                  <a:gd name="connsiteX18" fmla="*/ 10983 w 19975"/>
                  <a:gd name="connsiteY18" fmla="*/ 14485 h 14485"/>
                  <a:gd name="connsiteX19" fmla="*/ 19141 w 19975"/>
                  <a:gd name="connsiteY19" fmla="*/ 11055 h 14485"/>
                  <a:gd name="connsiteX20" fmla="*/ 19697 w 19975"/>
                  <a:gd name="connsiteY20" fmla="*/ 10499 h 14485"/>
                  <a:gd name="connsiteX21" fmla="*/ 19141 w 19975"/>
                  <a:gd name="connsiteY21" fmla="*/ 9943 h 14485"/>
                  <a:gd name="connsiteX22" fmla="*/ 13277 w 19975"/>
                  <a:gd name="connsiteY22" fmla="*/ 10499 h 14485"/>
                  <a:gd name="connsiteX23" fmla="*/ 10960 w 19975"/>
                  <a:gd name="connsiteY23" fmla="*/ 12932 h 14485"/>
                  <a:gd name="connsiteX24" fmla="*/ 10844 w 19975"/>
                  <a:gd name="connsiteY24" fmla="*/ 12932 h 14485"/>
                  <a:gd name="connsiteX25" fmla="*/ 10729 w 19975"/>
                  <a:gd name="connsiteY25" fmla="*/ 12932 h 14485"/>
                  <a:gd name="connsiteX26" fmla="*/ 8411 w 19975"/>
                  <a:gd name="connsiteY26" fmla="*/ 10499 h 14485"/>
                  <a:gd name="connsiteX27" fmla="*/ 10729 w 19975"/>
                  <a:gd name="connsiteY27" fmla="*/ 8066 h 14485"/>
                  <a:gd name="connsiteX28" fmla="*/ 10844 w 19975"/>
                  <a:gd name="connsiteY28" fmla="*/ 8066 h 14485"/>
                  <a:gd name="connsiteX29" fmla="*/ 10960 w 19975"/>
                  <a:gd name="connsiteY29" fmla="*/ 8066 h 14485"/>
                  <a:gd name="connsiteX30" fmla="*/ 13277 w 19975"/>
                  <a:gd name="connsiteY30" fmla="*/ 10499 h 14485"/>
                  <a:gd name="connsiteX31" fmla="*/ 7298 w 19975"/>
                  <a:gd name="connsiteY31" fmla="*/ 8715 h 14485"/>
                  <a:gd name="connsiteX32" fmla="*/ 6858 w 19975"/>
                  <a:gd name="connsiteY32" fmla="*/ 10499 h 14485"/>
                  <a:gd name="connsiteX33" fmla="*/ 7298 w 19975"/>
                  <a:gd name="connsiteY33" fmla="*/ 12283 h 14485"/>
                  <a:gd name="connsiteX34" fmla="*/ 4262 w 19975"/>
                  <a:gd name="connsiteY34" fmla="*/ 10499 h 14485"/>
                  <a:gd name="connsiteX35" fmla="*/ 7298 w 19975"/>
                  <a:gd name="connsiteY35" fmla="*/ 8715 h 14485"/>
                  <a:gd name="connsiteX36" fmla="*/ 14413 w 19975"/>
                  <a:gd name="connsiteY36" fmla="*/ 12283 h 14485"/>
                  <a:gd name="connsiteX37" fmla="*/ 14830 w 19975"/>
                  <a:gd name="connsiteY37" fmla="*/ 10499 h 14485"/>
                  <a:gd name="connsiteX38" fmla="*/ 14413 w 19975"/>
                  <a:gd name="connsiteY38" fmla="*/ 8715 h 14485"/>
                  <a:gd name="connsiteX39" fmla="*/ 17449 w 19975"/>
                  <a:gd name="connsiteY39" fmla="*/ 10499 h 14485"/>
                  <a:gd name="connsiteX40" fmla="*/ 14413 w 19975"/>
                  <a:gd name="connsiteY40" fmla="*/ 12283 h 14485"/>
                  <a:gd name="connsiteX0" fmla="*/ 345 w 19891"/>
                  <a:gd name="connsiteY0" fmla="*/ 10499 h 14485"/>
                  <a:gd name="connsiteX1" fmla="*/ 10844 w 19891"/>
                  <a:gd name="connsiteY1" fmla="*/ 0 h 14485"/>
                  <a:gd name="connsiteX2" fmla="*/ 3427 w 19891"/>
                  <a:gd name="connsiteY2" fmla="*/ 3082 h 14485"/>
                  <a:gd name="connsiteX3" fmla="*/ 345 w 19891"/>
                  <a:gd name="connsiteY3" fmla="*/ 10499 h 14485"/>
                  <a:gd name="connsiteX4" fmla="*/ 19790 w 19891"/>
                  <a:gd name="connsiteY4" fmla="*/ 10499 h 14485"/>
                  <a:gd name="connsiteX5" fmla="*/ 4517 w 19891"/>
                  <a:gd name="connsiteY5" fmla="*/ 4172 h 14485"/>
                  <a:gd name="connsiteX6" fmla="*/ 10844 w 19891"/>
                  <a:gd name="connsiteY6" fmla="*/ 1553 h 14485"/>
                  <a:gd name="connsiteX7" fmla="*/ 19790 w 19891"/>
                  <a:gd name="connsiteY7" fmla="*/ 10499 h 14485"/>
                  <a:gd name="connsiteX8" fmla="*/ 19141 w 19891"/>
                  <a:gd name="connsiteY8" fmla="*/ 9943 h 14485"/>
                  <a:gd name="connsiteX9" fmla="*/ 10960 w 19891"/>
                  <a:gd name="connsiteY9" fmla="*/ 6513 h 14485"/>
                  <a:gd name="connsiteX10" fmla="*/ 10844 w 19891"/>
                  <a:gd name="connsiteY10" fmla="*/ 6513 h 14485"/>
                  <a:gd name="connsiteX11" fmla="*/ 10729 w 19891"/>
                  <a:gd name="connsiteY11" fmla="*/ 6513 h 14485"/>
                  <a:gd name="connsiteX12" fmla="*/ 2570 w 19891"/>
                  <a:gd name="connsiteY12" fmla="*/ 9943 h 14485"/>
                  <a:gd name="connsiteX13" fmla="*/ 2014 w 19891"/>
                  <a:gd name="connsiteY13" fmla="*/ 10499 h 14485"/>
                  <a:gd name="connsiteX14" fmla="*/ 2570 w 19891"/>
                  <a:gd name="connsiteY14" fmla="*/ 11055 h 14485"/>
                  <a:gd name="connsiteX15" fmla="*/ 10729 w 19891"/>
                  <a:gd name="connsiteY15" fmla="*/ 14485 h 14485"/>
                  <a:gd name="connsiteX16" fmla="*/ 10844 w 19891"/>
                  <a:gd name="connsiteY16" fmla="*/ 14485 h 14485"/>
                  <a:gd name="connsiteX17" fmla="*/ 10983 w 19891"/>
                  <a:gd name="connsiteY17" fmla="*/ 14485 h 14485"/>
                  <a:gd name="connsiteX18" fmla="*/ 19141 w 19891"/>
                  <a:gd name="connsiteY18" fmla="*/ 11055 h 14485"/>
                  <a:gd name="connsiteX19" fmla="*/ 19697 w 19891"/>
                  <a:gd name="connsiteY19" fmla="*/ 10499 h 14485"/>
                  <a:gd name="connsiteX20" fmla="*/ 19141 w 19891"/>
                  <a:gd name="connsiteY20" fmla="*/ 9943 h 14485"/>
                  <a:gd name="connsiteX21" fmla="*/ 13277 w 19891"/>
                  <a:gd name="connsiteY21" fmla="*/ 10499 h 14485"/>
                  <a:gd name="connsiteX22" fmla="*/ 10960 w 19891"/>
                  <a:gd name="connsiteY22" fmla="*/ 12932 h 14485"/>
                  <a:gd name="connsiteX23" fmla="*/ 10844 w 19891"/>
                  <a:gd name="connsiteY23" fmla="*/ 12932 h 14485"/>
                  <a:gd name="connsiteX24" fmla="*/ 10729 w 19891"/>
                  <a:gd name="connsiteY24" fmla="*/ 12932 h 14485"/>
                  <a:gd name="connsiteX25" fmla="*/ 8411 w 19891"/>
                  <a:gd name="connsiteY25" fmla="*/ 10499 h 14485"/>
                  <a:gd name="connsiteX26" fmla="*/ 10729 w 19891"/>
                  <a:gd name="connsiteY26" fmla="*/ 8066 h 14485"/>
                  <a:gd name="connsiteX27" fmla="*/ 10844 w 19891"/>
                  <a:gd name="connsiteY27" fmla="*/ 8066 h 14485"/>
                  <a:gd name="connsiteX28" fmla="*/ 10960 w 19891"/>
                  <a:gd name="connsiteY28" fmla="*/ 8066 h 14485"/>
                  <a:gd name="connsiteX29" fmla="*/ 13277 w 19891"/>
                  <a:gd name="connsiteY29" fmla="*/ 10499 h 14485"/>
                  <a:gd name="connsiteX30" fmla="*/ 7298 w 19891"/>
                  <a:gd name="connsiteY30" fmla="*/ 8715 h 14485"/>
                  <a:gd name="connsiteX31" fmla="*/ 6858 w 19891"/>
                  <a:gd name="connsiteY31" fmla="*/ 10499 h 14485"/>
                  <a:gd name="connsiteX32" fmla="*/ 7298 w 19891"/>
                  <a:gd name="connsiteY32" fmla="*/ 12283 h 14485"/>
                  <a:gd name="connsiteX33" fmla="*/ 4262 w 19891"/>
                  <a:gd name="connsiteY33" fmla="*/ 10499 h 14485"/>
                  <a:gd name="connsiteX34" fmla="*/ 7298 w 19891"/>
                  <a:gd name="connsiteY34" fmla="*/ 8715 h 14485"/>
                  <a:gd name="connsiteX35" fmla="*/ 14413 w 19891"/>
                  <a:gd name="connsiteY35" fmla="*/ 12283 h 14485"/>
                  <a:gd name="connsiteX36" fmla="*/ 14830 w 19891"/>
                  <a:gd name="connsiteY36" fmla="*/ 10499 h 14485"/>
                  <a:gd name="connsiteX37" fmla="*/ 14413 w 19891"/>
                  <a:gd name="connsiteY37" fmla="*/ 8715 h 14485"/>
                  <a:gd name="connsiteX38" fmla="*/ 17449 w 19891"/>
                  <a:gd name="connsiteY38" fmla="*/ 10499 h 14485"/>
                  <a:gd name="connsiteX39" fmla="*/ 14413 w 19891"/>
                  <a:gd name="connsiteY39" fmla="*/ 12283 h 14485"/>
                  <a:gd name="connsiteX0" fmla="*/ 345 w 19790"/>
                  <a:gd name="connsiteY0" fmla="*/ 10499 h 14485"/>
                  <a:gd name="connsiteX1" fmla="*/ 10844 w 19790"/>
                  <a:gd name="connsiteY1" fmla="*/ 0 h 14485"/>
                  <a:gd name="connsiteX2" fmla="*/ 3427 w 19790"/>
                  <a:gd name="connsiteY2" fmla="*/ 3082 h 14485"/>
                  <a:gd name="connsiteX3" fmla="*/ 345 w 19790"/>
                  <a:gd name="connsiteY3" fmla="*/ 10499 h 14485"/>
                  <a:gd name="connsiteX4" fmla="*/ 19790 w 19790"/>
                  <a:gd name="connsiteY4" fmla="*/ 10499 h 14485"/>
                  <a:gd name="connsiteX5" fmla="*/ 10844 w 19790"/>
                  <a:gd name="connsiteY5" fmla="*/ 1553 h 14485"/>
                  <a:gd name="connsiteX6" fmla="*/ 19790 w 19790"/>
                  <a:gd name="connsiteY6" fmla="*/ 10499 h 14485"/>
                  <a:gd name="connsiteX7" fmla="*/ 19141 w 19790"/>
                  <a:gd name="connsiteY7" fmla="*/ 9943 h 14485"/>
                  <a:gd name="connsiteX8" fmla="*/ 10960 w 19790"/>
                  <a:gd name="connsiteY8" fmla="*/ 6513 h 14485"/>
                  <a:gd name="connsiteX9" fmla="*/ 10844 w 19790"/>
                  <a:gd name="connsiteY9" fmla="*/ 6513 h 14485"/>
                  <a:gd name="connsiteX10" fmla="*/ 10729 w 19790"/>
                  <a:gd name="connsiteY10" fmla="*/ 6513 h 14485"/>
                  <a:gd name="connsiteX11" fmla="*/ 2570 w 19790"/>
                  <a:gd name="connsiteY11" fmla="*/ 9943 h 14485"/>
                  <a:gd name="connsiteX12" fmla="*/ 2014 w 19790"/>
                  <a:gd name="connsiteY12" fmla="*/ 10499 h 14485"/>
                  <a:gd name="connsiteX13" fmla="*/ 2570 w 19790"/>
                  <a:gd name="connsiteY13" fmla="*/ 11055 h 14485"/>
                  <a:gd name="connsiteX14" fmla="*/ 10729 w 19790"/>
                  <a:gd name="connsiteY14" fmla="*/ 14485 h 14485"/>
                  <a:gd name="connsiteX15" fmla="*/ 10844 w 19790"/>
                  <a:gd name="connsiteY15" fmla="*/ 14485 h 14485"/>
                  <a:gd name="connsiteX16" fmla="*/ 10983 w 19790"/>
                  <a:gd name="connsiteY16" fmla="*/ 14485 h 14485"/>
                  <a:gd name="connsiteX17" fmla="*/ 19141 w 19790"/>
                  <a:gd name="connsiteY17" fmla="*/ 11055 h 14485"/>
                  <a:gd name="connsiteX18" fmla="*/ 19697 w 19790"/>
                  <a:gd name="connsiteY18" fmla="*/ 10499 h 14485"/>
                  <a:gd name="connsiteX19" fmla="*/ 19141 w 19790"/>
                  <a:gd name="connsiteY19" fmla="*/ 9943 h 14485"/>
                  <a:gd name="connsiteX20" fmla="*/ 13277 w 19790"/>
                  <a:gd name="connsiteY20" fmla="*/ 10499 h 14485"/>
                  <a:gd name="connsiteX21" fmla="*/ 10960 w 19790"/>
                  <a:gd name="connsiteY21" fmla="*/ 12932 h 14485"/>
                  <a:gd name="connsiteX22" fmla="*/ 10844 w 19790"/>
                  <a:gd name="connsiteY22" fmla="*/ 12932 h 14485"/>
                  <a:gd name="connsiteX23" fmla="*/ 10729 w 19790"/>
                  <a:gd name="connsiteY23" fmla="*/ 12932 h 14485"/>
                  <a:gd name="connsiteX24" fmla="*/ 8411 w 19790"/>
                  <a:gd name="connsiteY24" fmla="*/ 10499 h 14485"/>
                  <a:gd name="connsiteX25" fmla="*/ 10729 w 19790"/>
                  <a:gd name="connsiteY25" fmla="*/ 8066 h 14485"/>
                  <a:gd name="connsiteX26" fmla="*/ 10844 w 19790"/>
                  <a:gd name="connsiteY26" fmla="*/ 8066 h 14485"/>
                  <a:gd name="connsiteX27" fmla="*/ 10960 w 19790"/>
                  <a:gd name="connsiteY27" fmla="*/ 8066 h 14485"/>
                  <a:gd name="connsiteX28" fmla="*/ 13277 w 19790"/>
                  <a:gd name="connsiteY28" fmla="*/ 10499 h 14485"/>
                  <a:gd name="connsiteX29" fmla="*/ 7298 w 19790"/>
                  <a:gd name="connsiteY29" fmla="*/ 8715 h 14485"/>
                  <a:gd name="connsiteX30" fmla="*/ 6858 w 19790"/>
                  <a:gd name="connsiteY30" fmla="*/ 10499 h 14485"/>
                  <a:gd name="connsiteX31" fmla="*/ 7298 w 19790"/>
                  <a:gd name="connsiteY31" fmla="*/ 12283 h 14485"/>
                  <a:gd name="connsiteX32" fmla="*/ 4262 w 19790"/>
                  <a:gd name="connsiteY32" fmla="*/ 10499 h 14485"/>
                  <a:gd name="connsiteX33" fmla="*/ 7298 w 19790"/>
                  <a:gd name="connsiteY33" fmla="*/ 8715 h 14485"/>
                  <a:gd name="connsiteX34" fmla="*/ 14413 w 19790"/>
                  <a:gd name="connsiteY34" fmla="*/ 12283 h 14485"/>
                  <a:gd name="connsiteX35" fmla="*/ 14830 w 19790"/>
                  <a:gd name="connsiteY35" fmla="*/ 10499 h 14485"/>
                  <a:gd name="connsiteX36" fmla="*/ 14413 w 19790"/>
                  <a:gd name="connsiteY36" fmla="*/ 8715 h 14485"/>
                  <a:gd name="connsiteX37" fmla="*/ 17449 w 19790"/>
                  <a:gd name="connsiteY37" fmla="*/ 10499 h 14485"/>
                  <a:gd name="connsiteX38" fmla="*/ 14413 w 19790"/>
                  <a:gd name="connsiteY38" fmla="*/ 12283 h 14485"/>
                  <a:gd name="connsiteX0" fmla="*/ 0 w 19445"/>
                  <a:gd name="connsiteY0" fmla="*/ 10499 h 14485"/>
                  <a:gd name="connsiteX1" fmla="*/ 10499 w 19445"/>
                  <a:gd name="connsiteY1" fmla="*/ 0 h 14485"/>
                  <a:gd name="connsiteX2" fmla="*/ 0 w 19445"/>
                  <a:gd name="connsiteY2" fmla="*/ 10499 h 14485"/>
                  <a:gd name="connsiteX3" fmla="*/ 19445 w 19445"/>
                  <a:gd name="connsiteY3" fmla="*/ 10499 h 14485"/>
                  <a:gd name="connsiteX4" fmla="*/ 10499 w 19445"/>
                  <a:gd name="connsiteY4" fmla="*/ 1553 h 14485"/>
                  <a:gd name="connsiteX5" fmla="*/ 19445 w 19445"/>
                  <a:gd name="connsiteY5" fmla="*/ 10499 h 14485"/>
                  <a:gd name="connsiteX6" fmla="*/ 18796 w 19445"/>
                  <a:gd name="connsiteY6" fmla="*/ 9943 h 14485"/>
                  <a:gd name="connsiteX7" fmla="*/ 10615 w 19445"/>
                  <a:gd name="connsiteY7" fmla="*/ 6513 h 14485"/>
                  <a:gd name="connsiteX8" fmla="*/ 10499 w 19445"/>
                  <a:gd name="connsiteY8" fmla="*/ 6513 h 14485"/>
                  <a:gd name="connsiteX9" fmla="*/ 10384 w 19445"/>
                  <a:gd name="connsiteY9" fmla="*/ 6513 h 14485"/>
                  <a:gd name="connsiteX10" fmla="*/ 2225 w 19445"/>
                  <a:gd name="connsiteY10" fmla="*/ 9943 h 14485"/>
                  <a:gd name="connsiteX11" fmla="*/ 1669 w 19445"/>
                  <a:gd name="connsiteY11" fmla="*/ 10499 h 14485"/>
                  <a:gd name="connsiteX12" fmla="*/ 2225 w 19445"/>
                  <a:gd name="connsiteY12" fmla="*/ 11055 h 14485"/>
                  <a:gd name="connsiteX13" fmla="*/ 10384 w 19445"/>
                  <a:gd name="connsiteY13" fmla="*/ 14485 h 14485"/>
                  <a:gd name="connsiteX14" fmla="*/ 10499 w 19445"/>
                  <a:gd name="connsiteY14" fmla="*/ 14485 h 14485"/>
                  <a:gd name="connsiteX15" fmla="*/ 10638 w 19445"/>
                  <a:gd name="connsiteY15" fmla="*/ 14485 h 14485"/>
                  <a:gd name="connsiteX16" fmla="*/ 18796 w 19445"/>
                  <a:gd name="connsiteY16" fmla="*/ 11055 h 14485"/>
                  <a:gd name="connsiteX17" fmla="*/ 19352 w 19445"/>
                  <a:gd name="connsiteY17" fmla="*/ 10499 h 14485"/>
                  <a:gd name="connsiteX18" fmla="*/ 18796 w 19445"/>
                  <a:gd name="connsiteY18" fmla="*/ 9943 h 14485"/>
                  <a:gd name="connsiteX19" fmla="*/ 12932 w 19445"/>
                  <a:gd name="connsiteY19" fmla="*/ 10499 h 14485"/>
                  <a:gd name="connsiteX20" fmla="*/ 10615 w 19445"/>
                  <a:gd name="connsiteY20" fmla="*/ 12932 h 14485"/>
                  <a:gd name="connsiteX21" fmla="*/ 10499 w 19445"/>
                  <a:gd name="connsiteY21" fmla="*/ 12932 h 14485"/>
                  <a:gd name="connsiteX22" fmla="*/ 10384 w 19445"/>
                  <a:gd name="connsiteY22" fmla="*/ 12932 h 14485"/>
                  <a:gd name="connsiteX23" fmla="*/ 8066 w 19445"/>
                  <a:gd name="connsiteY23" fmla="*/ 10499 h 14485"/>
                  <a:gd name="connsiteX24" fmla="*/ 10384 w 19445"/>
                  <a:gd name="connsiteY24" fmla="*/ 8066 h 14485"/>
                  <a:gd name="connsiteX25" fmla="*/ 10499 w 19445"/>
                  <a:gd name="connsiteY25" fmla="*/ 8066 h 14485"/>
                  <a:gd name="connsiteX26" fmla="*/ 10615 w 19445"/>
                  <a:gd name="connsiteY26" fmla="*/ 8066 h 14485"/>
                  <a:gd name="connsiteX27" fmla="*/ 12932 w 19445"/>
                  <a:gd name="connsiteY27" fmla="*/ 10499 h 14485"/>
                  <a:gd name="connsiteX28" fmla="*/ 6953 w 19445"/>
                  <a:gd name="connsiteY28" fmla="*/ 8715 h 14485"/>
                  <a:gd name="connsiteX29" fmla="*/ 6513 w 19445"/>
                  <a:gd name="connsiteY29" fmla="*/ 10499 h 14485"/>
                  <a:gd name="connsiteX30" fmla="*/ 6953 w 19445"/>
                  <a:gd name="connsiteY30" fmla="*/ 12283 h 14485"/>
                  <a:gd name="connsiteX31" fmla="*/ 3917 w 19445"/>
                  <a:gd name="connsiteY31" fmla="*/ 10499 h 14485"/>
                  <a:gd name="connsiteX32" fmla="*/ 6953 w 19445"/>
                  <a:gd name="connsiteY32" fmla="*/ 8715 h 14485"/>
                  <a:gd name="connsiteX33" fmla="*/ 14068 w 19445"/>
                  <a:gd name="connsiteY33" fmla="*/ 12283 h 14485"/>
                  <a:gd name="connsiteX34" fmla="*/ 14485 w 19445"/>
                  <a:gd name="connsiteY34" fmla="*/ 10499 h 14485"/>
                  <a:gd name="connsiteX35" fmla="*/ 14068 w 19445"/>
                  <a:gd name="connsiteY35" fmla="*/ 8715 h 14485"/>
                  <a:gd name="connsiteX36" fmla="*/ 17104 w 19445"/>
                  <a:gd name="connsiteY36" fmla="*/ 10499 h 14485"/>
                  <a:gd name="connsiteX37" fmla="*/ 14068 w 19445"/>
                  <a:gd name="connsiteY37" fmla="*/ 12283 h 14485"/>
                  <a:gd name="connsiteX0" fmla="*/ 0 w 19352"/>
                  <a:gd name="connsiteY0" fmla="*/ 10499 h 14485"/>
                  <a:gd name="connsiteX1" fmla="*/ 10499 w 19352"/>
                  <a:gd name="connsiteY1" fmla="*/ 0 h 14485"/>
                  <a:gd name="connsiteX2" fmla="*/ 0 w 19352"/>
                  <a:gd name="connsiteY2" fmla="*/ 10499 h 14485"/>
                  <a:gd name="connsiteX3" fmla="*/ 18796 w 19352"/>
                  <a:gd name="connsiteY3" fmla="*/ 9943 h 14485"/>
                  <a:gd name="connsiteX4" fmla="*/ 10615 w 19352"/>
                  <a:gd name="connsiteY4" fmla="*/ 6513 h 14485"/>
                  <a:gd name="connsiteX5" fmla="*/ 10499 w 19352"/>
                  <a:gd name="connsiteY5" fmla="*/ 6513 h 14485"/>
                  <a:gd name="connsiteX6" fmla="*/ 10384 w 19352"/>
                  <a:gd name="connsiteY6" fmla="*/ 6513 h 14485"/>
                  <a:gd name="connsiteX7" fmla="*/ 2225 w 19352"/>
                  <a:gd name="connsiteY7" fmla="*/ 9943 h 14485"/>
                  <a:gd name="connsiteX8" fmla="*/ 1669 w 19352"/>
                  <a:gd name="connsiteY8" fmla="*/ 10499 h 14485"/>
                  <a:gd name="connsiteX9" fmla="*/ 2225 w 19352"/>
                  <a:gd name="connsiteY9" fmla="*/ 11055 h 14485"/>
                  <a:gd name="connsiteX10" fmla="*/ 10384 w 19352"/>
                  <a:gd name="connsiteY10" fmla="*/ 14485 h 14485"/>
                  <a:gd name="connsiteX11" fmla="*/ 10499 w 19352"/>
                  <a:gd name="connsiteY11" fmla="*/ 14485 h 14485"/>
                  <a:gd name="connsiteX12" fmla="*/ 10638 w 19352"/>
                  <a:gd name="connsiteY12" fmla="*/ 14485 h 14485"/>
                  <a:gd name="connsiteX13" fmla="*/ 18796 w 19352"/>
                  <a:gd name="connsiteY13" fmla="*/ 11055 h 14485"/>
                  <a:gd name="connsiteX14" fmla="*/ 19352 w 19352"/>
                  <a:gd name="connsiteY14" fmla="*/ 10499 h 14485"/>
                  <a:gd name="connsiteX15" fmla="*/ 18796 w 19352"/>
                  <a:gd name="connsiteY15" fmla="*/ 9943 h 14485"/>
                  <a:gd name="connsiteX16" fmla="*/ 12932 w 19352"/>
                  <a:gd name="connsiteY16" fmla="*/ 10499 h 14485"/>
                  <a:gd name="connsiteX17" fmla="*/ 10615 w 19352"/>
                  <a:gd name="connsiteY17" fmla="*/ 12932 h 14485"/>
                  <a:gd name="connsiteX18" fmla="*/ 10499 w 19352"/>
                  <a:gd name="connsiteY18" fmla="*/ 12932 h 14485"/>
                  <a:gd name="connsiteX19" fmla="*/ 10384 w 19352"/>
                  <a:gd name="connsiteY19" fmla="*/ 12932 h 14485"/>
                  <a:gd name="connsiteX20" fmla="*/ 8066 w 19352"/>
                  <a:gd name="connsiteY20" fmla="*/ 10499 h 14485"/>
                  <a:gd name="connsiteX21" fmla="*/ 10384 w 19352"/>
                  <a:gd name="connsiteY21" fmla="*/ 8066 h 14485"/>
                  <a:gd name="connsiteX22" fmla="*/ 10499 w 19352"/>
                  <a:gd name="connsiteY22" fmla="*/ 8066 h 14485"/>
                  <a:gd name="connsiteX23" fmla="*/ 10615 w 19352"/>
                  <a:gd name="connsiteY23" fmla="*/ 8066 h 14485"/>
                  <a:gd name="connsiteX24" fmla="*/ 12932 w 19352"/>
                  <a:gd name="connsiteY24" fmla="*/ 10499 h 14485"/>
                  <a:gd name="connsiteX25" fmla="*/ 6953 w 19352"/>
                  <a:gd name="connsiteY25" fmla="*/ 8715 h 14485"/>
                  <a:gd name="connsiteX26" fmla="*/ 6513 w 19352"/>
                  <a:gd name="connsiteY26" fmla="*/ 10499 h 14485"/>
                  <a:gd name="connsiteX27" fmla="*/ 6953 w 19352"/>
                  <a:gd name="connsiteY27" fmla="*/ 12283 h 14485"/>
                  <a:gd name="connsiteX28" fmla="*/ 3917 w 19352"/>
                  <a:gd name="connsiteY28" fmla="*/ 10499 h 14485"/>
                  <a:gd name="connsiteX29" fmla="*/ 6953 w 19352"/>
                  <a:gd name="connsiteY29" fmla="*/ 8715 h 14485"/>
                  <a:gd name="connsiteX30" fmla="*/ 14068 w 19352"/>
                  <a:gd name="connsiteY30" fmla="*/ 12283 h 14485"/>
                  <a:gd name="connsiteX31" fmla="*/ 14485 w 19352"/>
                  <a:gd name="connsiteY31" fmla="*/ 10499 h 14485"/>
                  <a:gd name="connsiteX32" fmla="*/ 14068 w 19352"/>
                  <a:gd name="connsiteY32" fmla="*/ 8715 h 14485"/>
                  <a:gd name="connsiteX33" fmla="*/ 17104 w 19352"/>
                  <a:gd name="connsiteY33" fmla="*/ 10499 h 14485"/>
                  <a:gd name="connsiteX34" fmla="*/ 14068 w 19352"/>
                  <a:gd name="connsiteY34" fmla="*/ 12283 h 14485"/>
                  <a:gd name="connsiteX0" fmla="*/ 17127 w 17683"/>
                  <a:gd name="connsiteY0" fmla="*/ 3430 h 7972"/>
                  <a:gd name="connsiteX1" fmla="*/ 8946 w 17683"/>
                  <a:gd name="connsiteY1" fmla="*/ 0 h 7972"/>
                  <a:gd name="connsiteX2" fmla="*/ 8830 w 17683"/>
                  <a:gd name="connsiteY2" fmla="*/ 0 h 7972"/>
                  <a:gd name="connsiteX3" fmla="*/ 8715 w 17683"/>
                  <a:gd name="connsiteY3" fmla="*/ 0 h 7972"/>
                  <a:gd name="connsiteX4" fmla="*/ 556 w 17683"/>
                  <a:gd name="connsiteY4" fmla="*/ 3430 h 7972"/>
                  <a:gd name="connsiteX5" fmla="*/ 0 w 17683"/>
                  <a:gd name="connsiteY5" fmla="*/ 3986 h 7972"/>
                  <a:gd name="connsiteX6" fmla="*/ 556 w 17683"/>
                  <a:gd name="connsiteY6" fmla="*/ 4542 h 7972"/>
                  <a:gd name="connsiteX7" fmla="*/ 8715 w 17683"/>
                  <a:gd name="connsiteY7" fmla="*/ 7972 h 7972"/>
                  <a:gd name="connsiteX8" fmla="*/ 8830 w 17683"/>
                  <a:gd name="connsiteY8" fmla="*/ 7972 h 7972"/>
                  <a:gd name="connsiteX9" fmla="*/ 8969 w 17683"/>
                  <a:gd name="connsiteY9" fmla="*/ 7972 h 7972"/>
                  <a:gd name="connsiteX10" fmla="*/ 17127 w 17683"/>
                  <a:gd name="connsiteY10" fmla="*/ 4542 h 7972"/>
                  <a:gd name="connsiteX11" fmla="*/ 17683 w 17683"/>
                  <a:gd name="connsiteY11" fmla="*/ 3986 h 7972"/>
                  <a:gd name="connsiteX12" fmla="*/ 17127 w 17683"/>
                  <a:gd name="connsiteY12" fmla="*/ 3430 h 7972"/>
                  <a:gd name="connsiteX13" fmla="*/ 11263 w 17683"/>
                  <a:gd name="connsiteY13" fmla="*/ 3986 h 7972"/>
                  <a:gd name="connsiteX14" fmla="*/ 8946 w 17683"/>
                  <a:gd name="connsiteY14" fmla="*/ 6419 h 7972"/>
                  <a:gd name="connsiteX15" fmla="*/ 8830 w 17683"/>
                  <a:gd name="connsiteY15" fmla="*/ 6419 h 7972"/>
                  <a:gd name="connsiteX16" fmla="*/ 8715 w 17683"/>
                  <a:gd name="connsiteY16" fmla="*/ 6419 h 7972"/>
                  <a:gd name="connsiteX17" fmla="*/ 6397 w 17683"/>
                  <a:gd name="connsiteY17" fmla="*/ 3986 h 7972"/>
                  <a:gd name="connsiteX18" fmla="*/ 8715 w 17683"/>
                  <a:gd name="connsiteY18" fmla="*/ 1553 h 7972"/>
                  <a:gd name="connsiteX19" fmla="*/ 8830 w 17683"/>
                  <a:gd name="connsiteY19" fmla="*/ 1553 h 7972"/>
                  <a:gd name="connsiteX20" fmla="*/ 8946 w 17683"/>
                  <a:gd name="connsiteY20" fmla="*/ 1553 h 7972"/>
                  <a:gd name="connsiteX21" fmla="*/ 11263 w 17683"/>
                  <a:gd name="connsiteY21" fmla="*/ 3986 h 7972"/>
                  <a:gd name="connsiteX22" fmla="*/ 5284 w 17683"/>
                  <a:gd name="connsiteY22" fmla="*/ 2202 h 7972"/>
                  <a:gd name="connsiteX23" fmla="*/ 4844 w 17683"/>
                  <a:gd name="connsiteY23" fmla="*/ 3986 h 7972"/>
                  <a:gd name="connsiteX24" fmla="*/ 5284 w 17683"/>
                  <a:gd name="connsiteY24" fmla="*/ 5770 h 7972"/>
                  <a:gd name="connsiteX25" fmla="*/ 2248 w 17683"/>
                  <a:gd name="connsiteY25" fmla="*/ 3986 h 7972"/>
                  <a:gd name="connsiteX26" fmla="*/ 5284 w 17683"/>
                  <a:gd name="connsiteY26" fmla="*/ 2202 h 7972"/>
                  <a:gd name="connsiteX27" fmla="*/ 12399 w 17683"/>
                  <a:gd name="connsiteY27" fmla="*/ 5770 h 7972"/>
                  <a:gd name="connsiteX28" fmla="*/ 12816 w 17683"/>
                  <a:gd name="connsiteY28" fmla="*/ 3986 h 7972"/>
                  <a:gd name="connsiteX29" fmla="*/ 12399 w 17683"/>
                  <a:gd name="connsiteY29" fmla="*/ 2202 h 7972"/>
                  <a:gd name="connsiteX30" fmla="*/ 15435 w 17683"/>
                  <a:gd name="connsiteY30" fmla="*/ 3986 h 7972"/>
                  <a:gd name="connsiteX31" fmla="*/ 12399 w 17683"/>
                  <a:gd name="connsiteY31" fmla="*/ 5770 h 7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7683" h="7972">
                    <a:moveTo>
                      <a:pt x="17127" y="3430"/>
                    </a:moveTo>
                    <a:cubicBezTo>
                      <a:pt x="14925" y="1252"/>
                      <a:pt x="12051" y="23"/>
                      <a:pt x="8946" y="0"/>
                    </a:cubicBezTo>
                    <a:lnTo>
                      <a:pt x="8830" y="0"/>
                    </a:lnTo>
                    <a:lnTo>
                      <a:pt x="8715" y="0"/>
                    </a:lnTo>
                    <a:cubicBezTo>
                      <a:pt x="5632" y="23"/>
                      <a:pt x="2735" y="1252"/>
                      <a:pt x="556" y="3430"/>
                    </a:cubicBezTo>
                    <a:lnTo>
                      <a:pt x="0" y="3986"/>
                    </a:lnTo>
                    <a:lnTo>
                      <a:pt x="556" y="4542"/>
                    </a:lnTo>
                    <a:cubicBezTo>
                      <a:pt x="2735" y="6721"/>
                      <a:pt x="5632" y="7926"/>
                      <a:pt x="8715" y="7972"/>
                    </a:cubicBezTo>
                    <a:lnTo>
                      <a:pt x="8830" y="7972"/>
                    </a:lnTo>
                    <a:lnTo>
                      <a:pt x="8969" y="7972"/>
                    </a:lnTo>
                    <a:cubicBezTo>
                      <a:pt x="12051" y="7926"/>
                      <a:pt x="14948" y="6721"/>
                      <a:pt x="17127" y="4542"/>
                    </a:cubicBezTo>
                    <a:lnTo>
                      <a:pt x="17683" y="3986"/>
                    </a:lnTo>
                    <a:lnTo>
                      <a:pt x="17127" y="3430"/>
                    </a:lnTo>
                    <a:close/>
                    <a:moveTo>
                      <a:pt x="11263" y="3986"/>
                    </a:moveTo>
                    <a:cubicBezTo>
                      <a:pt x="11263" y="5283"/>
                      <a:pt x="10244" y="6350"/>
                      <a:pt x="8946" y="6419"/>
                    </a:cubicBezTo>
                    <a:lnTo>
                      <a:pt x="8830" y="6419"/>
                    </a:lnTo>
                    <a:lnTo>
                      <a:pt x="8715" y="6419"/>
                    </a:lnTo>
                    <a:cubicBezTo>
                      <a:pt x="7440" y="6350"/>
                      <a:pt x="6397" y="5283"/>
                      <a:pt x="6397" y="3986"/>
                    </a:cubicBezTo>
                    <a:cubicBezTo>
                      <a:pt x="6397" y="2688"/>
                      <a:pt x="7440" y="1623"/>
                      <a:pt x="8715" y="1553"/>
                    </a:cubicBezTo>
                    <a:lnTo>
                      <a:pt x="8830" y="1553"/>
                    </a:lnTo>
                    <a:lnTo>
                      <a:pt x="8946" y="1553"/>
                    </a:lnTo>
                    <a:cubicBezTo>
                      <a:pt x="10244" y="1623"/>
                      <a:pt x="11263" y="2688"/>
                      <a:pt x="11263" y="3986"/>
                    </a:cubicBezTo>
                    <a:close/>
                    <a:moveTo>
                      <a:pt x="5284" y="2202"/>
                    </a:moveTo>
                    <a:cubicBezTo>
                      <a:pt x="5006" y="2735"/>
                      <a:pt x="4844" y="3337"/>
                      <a:pt x="4844" y="3986"/>
                    </a:cubicBezTo>
                    <a:cubicBezTo>
                      <a:pt x="4844" y="4634"/>
                      <a:pt x="5006" y="5237"/>
                      <a:pt x="5284" y="5770"/>
                    </a:cubicBezTo>
                    <a:cubicBezTo>
                      <a:pt x="4172" y="5353"/>
                      <a:pt x="3152" y="4751"/>
                      <a:pt x="2248" y="3986"/>
                    </a:cubicBezTo>
                    <a:cubicBezTo>
                      <a:pt x="3152" y="3199"/>
                      <a:pt x="4172" y="2596"/>
                      <a:pt x="5284" y="2202"/>
                    </a:cubicBezTo>
                    <a:close/>
                    <a:moveTo>
                      <a:pt x="12399" y="5770"/>
                    </a:moveTo>
                    <a:cubicBezTo>
                      <a:pt x="12677" y="5237"/>
                      <a:pt x="12816" y="4634"/>
                      <a:pt x="12816" y="3986"/>
                    </a:cubicBezTo>
                    <a:cubicBezTo>
                      <a:pt x="12816" y="3337"/>
                      <a:pt x="12677" y="2735"/>
                      <a:pt x="12399" y="2202"/>
                    </a:cubicBezTo>
                    <a:cubicBezTo>
                      <a:pt x="13489" y="2596"/>
                      <a:pt x="14508" y="3199"/>
                      <a:pt x="15435" y="3986"/>
                    </a:cubicBezTo>
                    <a:cubicBezTo>
                      <a:pt x="14508" y="4751"/>
                      <a:pt x="13489" y="5353"/>
                      <a:pt x="12399" y="5770"/>
                    </a:cubicBezTo>
                    <a:close/>
                  </a:path>
                </a:pathLst>
              </a:custGeom>
              <a:grpFill/>
              <a:ln cap="flat">
                <a:noFill/>
                <a:prstDash val="solid"/>
              </a:ln>
            </p:spPr>
            <p:txBody>
              <a:bodyPr vert="horz" wrap="none" lIns="108000" tIns="54000" rIns="108000" bIns="54000" anchor="ctr" anchorCtr="1" compatLnSpc="0"/>
              <a:lstStyle/>
              <a:p>
                <a:pPr hangingPunct="0"/>
                <a:endParaRPr lang="x-none" sz="2160">
                  <a:latin typeface="Arial" pitchFamily="18"/>
                  <a:ea typeface="Arial Unicode MS" pitchFamily="2"/>
                  <a:cs typeface="Arial Unicode MS" pitchFamily="2"/>
                </a:endParaRPr>
              </a:p>
            </p:txBody>
          </p:sp>
          <p:sp>
            <p:nvSpPr>
              <p:cNvPr id="46" name="Freeform 350">
                <a:extLst>
                  <a:ext uri="{FF2B5EF4-FFF2-40B4-BE49-F238E27FC236}">
                    <a16:creationId xmlns:a16="http://schemas.microsoft.com/office/drawing/2014/main" id="{1ED227E6-7B7E-9D31-A246-7E1F637E5D71}"/>
                  </a:ext>
                </a:extLst>
              </p:cNvPr>
              <p:cNvSpPr>
                <a:spLocks noEditPoints="1"/>
              </p:cNvSpPr>
              <p:nvPr/>
            </p:nvSpPr>
            <p:spPr bwMode="auto">
              <a:xfrm>
                <a:off x="2155871" y="2709521"/>
                <a:ext cx="308772" cy="312409"/>
              </a:xfrm>
              <a:custGeom>
                <a:avLst/>
                <a:gdLst>
                  <a:gd name="T0" fmla="*/ 558 w 795"/>
                  <a:gd name="T1" fmla="*/ 589 h 800"/>
                  <a:gd name="T2" fmla="*/ 100 w 795"/>
                  <a:gd name="T3" fmla="*/ 545 h 800"/>
                  <a:gd name="T4" fmla="*/ 124 w 795"/>
                  <a:gd name="T5" fmla="*/ 124 h 800"/>
                  <a:gd name="T6" fmla="*/ 543 w 795"/>
                  <a:gd name="T7" fmla="*/ 97 h 800"/>
                  <a:gd name="T8" fmla="*/ 593 w 795"/>
                  <a:gd name="T9" fmla="*/ 553 h 800"/>
                  <a:gd name="T10" fmla="*/ 609 w 795"/>
                  <a:gd name="T11" fmla="*/ 570 h 800"/>
                  <a:gd name="T12" fmla="*/ 778 w 795"/>
                  <a:gd name="T13" fmla="*/ 738 h 800"/>
                  <a:gd name="T14" fmla="*/ 792 w 795"/>
                  <a:gd name="T15" fmla="*/ 755 h 800"/>
                  <a:gd name="T16" fmla="*/ 790 w 795"/>
                  <a:gd name="T17" fmla="*/ 787 h 800"/>
                  <a:gd name="T18" fmla="*/ 757 w 795"/>
                  <a:gd name="T19" fmla="*/ 792 h 800"/>
                  <a:gd name="T20" fmla="*/ 740 w 795"/>
                  <a:gd name="T21" fmla="*/ 778 h 800"/>
                  <a:gd name="T22" fmla="*/ 572 w 795"/>
                  <a:gd name="T23" fmla="*/ 610 h 800"/>
                  <a:gd name="T24" fmla="*/ 558 w 795"/>
                  <a:gd name="T25" fmla="*/ 589 h 800"/>
                  <a:gd name="T26" fmla="*/ 348 w 795"/>
                  <a:gd name="T27" fmla="*/ 611 h 800"/>
                  <a:gd name="T28" fmla="*/ 612 w 795"/>
                  <a:gd name="T29" fmla="*/ 349 h 800"/>
                  <a:gd name="T30" fmla="*/ 349 w 795"/>
                  <a:gd name="T31" fmla="*/ 85 h 800"/>
                  <a:gd name="T32" fmla="*/ 86 w 795"/>
                  <a:gd name="T33" fmla="*/ 348 h 800"/>
                  <a:gd name="T34" fmla="*/ 348 w 795"/>
                  <a:gd name="T35" fmla="*/ 611 h 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95" h="800">
                    <a:moveTo>
                      <a:pt x="558" y="589"/>
                    </a:moveTo>
                    <a:cubicBezTo>
                      <a:pt x="389" y="720"/>
                      <a:pt x="192" y="664"/>
                      <a:pt x="100" y="545"/>
                    </a:cubicBezTo>
                    <a:cubicBezTo>
                      <a:pt x="0" y="417"/>
                      <a:pt x="10" y="239"/>
                      <a:pt x="124" y="124"/>
                    </a:cubicBezTo>
                    <a:cubicBezTo>
                      <a:pt x="236" y="11"/>
                      <a:pt x="414" y="0"/>
                      <a:pt x="543" y="97"/>
                    </a:cubicBezTo>
                    <a:cubicBezTo>
                      <a:pt x="658" y="184"/>
                      <a:pt x="726" y="383"/>
                      <a:pt x="593" y="553"/>
                    </a:cubicBezTo>
                    <a:cubicBezTo>
                      <a:pt x="599" y="559"/>
                      <a:pt x="604" y="565"/>
                      <a:pt x="609" y="570"/>
                    </a:cubicBezTo>
                    <a:cubicBezTo>
                      <a:pt x="665" y="626"/>
                      <a:pt x="722" y="682"/>
                      <a:pt x="778" y="738"/>
                    </a:cubicBezTo>
                    <a:cubicBezTo>
                      <a:pt x="783" y="744"/>
                      <a:pt x="791" y="749"/>
                      <a:pt x="792" y="755"/>
                    </a:cubicBezTo>
                    <a:cubicBezTo>
                      <a:pt x="794" y="765"/>
                      <a:pt x="795" y="779"/>
                      <a:pt x="790" y="787"/>
                    </a:cubicBezTo>
                    <a:cubicBezTo>
                      <a:pt x="783" y="799"/>
                      <a:pt x="769" y="800"/>
                      <a:pt x="757" y="792"/>
                    </a:cubicBezTo>
                    <a:cubicBezTo>
                      <a:pt x="751" y="789"/>
                      <a:pt x="745" y="783"/>
                      <a:pt x="740" y="778"/>
                    </a:cubicBezTo>
                    <a:cubicBezTo>
                      <a:pt x="684" y="722"/>
                      <a:pt x="628" y="666"/>
                      <a:pt x="572" y="610"/>
                    </a:cubicBezTo>
                    <a:cubicBezTo>
                      <a:pt x="567" y="604"/>
                      <a:pt x="563" y="597"/>
                      <a:pt x="558" y="589"/>
                    </a:cubicBezTo>
                    <a:close/>
                    <a:moveTo>
                      <a:pt x="348" y="611"/>
                    </a:moveTo>
                    <a:cubicBezTo>
                      <a:pt x="494" y="611"/>
                      <a:pt x="612" y="493"/>
                      <a:pt x="612" y="349"/>
                    </a:cubicBezTo>
                    <a:cubicBezTo>
                      <a:pt x="612" y="204"/>
                      <a:pt x="494" y="85"/>
                      <a:pt x="349" y="85"/>
                    </a:cubicBezTo>
                    <a:cubicBezTo>
                      <a:pt x="205" y="84"/>
                      <a:pt x="86" y="203"/>
                      <a:pt x="86" y="348"/>
                    </a:cubicBezTo>
                    <a:cubicBezTo>
                      <a:pt x="85" y="493"/>
                      <a:pt x="204" y="611"/>
                      <a:pt x="348" y="6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09728" tIns="54864" rIns="109728" bIns="54864" numCol="1" anchor="t" anchorCtr="0" compatLnSpc="1">
                <a:prstTxWarp prst="textNoShape">
                  <a:avLst/>
                </a:prstTxWarp>
              </a:bodyPr>
              <a:lstStyle/>
              <a:p>
                <a:endParaRPr lang="uk-UA" sz="3456"/>
              </a:p>
            </p:txBody>
          </p:sp>
        </p:grpSp>
        <p:sp>
          <p:nvSpPr>
            <p:cNvPr id="49" name="TextBox 48">
              <a:extLst>
                <a:ext uri="{FF2B5EF4-FFF2-40B4-BE49-F238E27FC236}">
                  <a16:creationId xmlns:a16="http://schemas.microsoft.com/office/drawing/2014/main" id="{F934BAC4-D247-EF59-3DCA-3CEAF5CECB37}"/>
                </a:ext>
              </a:extLst>
            </p:cNvPr>
            <p:cNvSpPr txBox="1"/>
            <p:nvPr/>
          </p:nvSpPr>
          <p:spPr>
            <a:xfrm>
              <a:off x="7551752" y="4260173"/>
              <a:ext cx="821795" cy="363192"/>
            </a:xfrm>
            <a:prstGeom prst="rect">
              <a:avLst/>
            </a:prstGeom>
            <a:noFill/>
          </p:spPr>
          <p:txBody>
            <a:bodyPr wrap="square" lIns="0" tIns="0" rIns="0" bIns="0" rtlCol="0">
              <a:noAutofit/>
            </a:bodyPr>
            <a:lstStyle/>
            <a:p>
              <a:pPr algn="ctr">
                <a:lnSpc>
                  <a:spcPct val="90000"/>
                </a:lnSpc>
              </a:pPr>
              <a:r>
                <a:rPr lang="en-US" sz="1200" dirty="0">
                  <a:solidFill>
                    <a:schemeClr val="tx1">
                      <a:lumMod val="75000"/>
                      <a:lumOff val="25000"/>
                    </a:schemeClr>
                  </a:solidFill>
                </a:rPr>
                <a:t>Response Analyzer</a:t>
              </a:r>
            </a:p>
          </p:txBody>
        </p:sp>
      </p:grpSp>
      <p:grpSp>
        <p:nvGrpSpPr>
          <p:cNvPr id="69" name="Group 68">
            <a:extLst>
              <a:ext uri="{FF2B5EF4-FFF2-40B4-BE49-F238E27FC236}">
                <a16:creationId xmlns:a16="http://schemas.microsoft.com/office/drawing/2014/main" id="{4A31B33B-B9A4-CDCA-1DCA-0B54D3C19D2A}"/>
              </a:ext>
            </a:extLst>
          </p:cNvPr>
          <p:cNvGrpSpPr/>
          <p:nvPr/>
        </p:nvGrpSpPr>
        <p:grpSpPr>
          <a:xfrm>
            <a:off x="6342489" y="2973720"/>
            <a:ext cx="867455" cy="976493"/>
            <a:chOff x="13960118" y="2536242"/>
            <a:chExt cx="867455" cy="976493"/>
          </a:xfrm>
        </p:grpSpPr>
        <p:grpSp>
          <p:nvGrpSpPr>
            <p:cNvPr id="51" name="Group 816">
              <a:extLst>
                <a:ext uri="{FF2B5EF4-FFF2-40B4-BE49-F238E27FC236}">
                  <a16:creationId xmlns:a16="http://schemas.microsoft.com/office/drawing/2014/main" id="{5CC4FCB7-1E31-ED47-0A10-86DFD101D3BE}"/>
                </a:ext>
              </a:extLst>
            </p:cNvPr>
            <p:cNvGrpSpPr>
              <a:grpSpLocks noChangeAspect="1"/>
            </p:cNvGrpSpPr>
            <p:nvPr/>
          </p:nvGrpSpPr>
          <p:grpSpPr bwMode="auto">
            <a:xfrm>
              <a:off x="14135466" y="2536242"/>
              <a:ext cx="516758" cy="518400"/>
              <a:chOff x="3717" y="1731"/>
              <a:chExt cx="314" cy="315"/>
            </a:xfrm>
            <a:solidFill>
              <a:schemeClr val="accent1"/>
            </a:solidFill>
          </p:grpSpPr>
          <p:sp>
            <p:nvSpPr>
              <p:cNvPr id="52" name="Freeform 817">
                <a:extLst>
                  <a:ext uri="{FF2B5EF4-FFF2-40B4-BE49-F238E27FC236}">
                    <a16:creationId xmlns:a16="http://schemas.microsoft.com/office/drawing/2014/main" id="{4B90B9AA-43D3-8695-5F1A-4BDDC5496C93}"/>
                  </a:ext>
                </a:extLst>
              </p:cNvPr>
              <p:cNvSpPr>
                <a:spLocks noEditPoints="1"/>
              </p:cNvSpPr>
              <p:nvPr/>
            </p:nvSpPr>
            <p:spPr bwMode="auto">
              <a:xfrm>
                <a:off x="3854" y="1731"/>
                <a:ext cx="40" cy="59"/>
              </a:xfrm>
              <a:custGeom>
                <a:avLst/>
                <a:gdLst>
                  <a:gd name="T0" fmla="*/ 137 w 254"/>
                  <a:gd name="T1" fmla="*/ 0 h 379"/>
                  <a:gd name="T2" fmla="*/ 231 w 254"/>
                  <a:gd name="T3" fmla="*/ 56 h 379"/>
                  <a:gd name="T4" fmla="*/ 253 w 254"/>
                  <a:gd name="T5" fmla="*/ 94 h 379"/>
                  <a:gd name="T6" fmla="*/ 254 w 254"/>
                  <a:gd name="T7" fmla="*/ 192 h 379"/>
                  <a:gd name="T8" fmla="*/ 231 w 254"/>
                  <a:gd name="T9" fmla="*/ 230 h 379"/>
                  <a:gd name="T10" fmla="*/ 173 w 254"/>
                  <a:gd name="T11" fmla="*/ 263 h 379"/>
                  <a:gd name="T12" fmla="*/ 158 w 254"/>
                  <a:gd name="T13" fmla="*/ 288 h 379"/>
                  <a:gd name="T14" fmla="*/ 158 w 254"/>
                  <a:gd name="T15" fmla="*/ 379 h 379"/>
                  <a:gd name="T16" fmla="*/ 95 w 254"/>
                  <a:gd name="T17" fmla="*/ 379 h 379"/>
                  <a:gd name="T18" fmla="*/ 96 w 254"/>
                  <a:gd name="T19" fmla="*/ 296 h 379"/>
                  <a:gd name="T20" fmla="*/ 75 w 254"/>
                  <a:gd name="T21" fmla="*/ 260 h 379"/>
                  <a:gd name="T22" fmla="*/ 21 w 254"/>
                  <a:gd name="T23" fmla="*/ 229 h 379"/>
                  <a:gd name="T24" fmla="*/ 0 w 254"/>
                  <a:gd name="T25" fmla="*/ 193 h 379"/>
                  <a:gd name="T26" fmla="*/ 0 w 254"/>
                  <a:gd name="T27" fmla="*/ 92 h 379"/>
                  <a:gd name="T28" fmla="*/ 21 w 254"/>
                  <a:gd name="T29" fmla="*/ 57 h 379"/>
                  <a:gd name="T30" fmla="*/ 117 w 254"/>
                  <a:gd name="T31" fmla="*/ 0 h 379"/>
                  <a:gd name="T32" fmla="*/ 137 w 254"/>
                  <a:gd name="T33" fmla="*/ 0 h 379"/>
                  <a:gd name="T34" fmla="*/ 65 w 254"/>
                  <a:gd name="T35" fmla="*/ 143 h 379"/>
                  <a:gd name="T36" fmla="*/ 95 w 254"/>
                  <a:gd name="T37" fmla="*/ 200 h 379"/>
                  <a:gd name="T38" fmla="*/ 158 w 254"/>
                  <a:gd name="T39" fmla="*/ 200 h 379"/>
                  <a:gd name="T40" fmla="*/ 192 w 254"/>
                  <a:gd name="T41" fmla="*/ 142 h 379"/>
                  <a:gd name="T42" fmla="*/ 160 w 254"/>
                  <a:gd name="T43" fmla="*/ 87 h 379"/>
                  <a:gd name="T44" fmla="*/ 94 w 254"/>
                  <a:gd name="T45" fmla="*/ 86 h 379"/>
                  <a:gd name="T46" fmla="*/ 65 w 254"/>
                  <a:gd name="T47" fmla="*/ 143 h 3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54" h="379">
                    <a:moveTo>
                      <a:pt x="137" y="0"/>
                    </a:moveTo>
                    <a:cubicBezTo>
                      <a:pt x="168" y="19"/>
                      <a:pt x="199" y="38"/>
                      <a:pt x="231" y="56"/>
                    </a:cubicBezTo>
                    <a:cubicBezTo>
                      <a:pt x="246" y="65"/>
                      <a:pt x="254" y="76"/>
                      <a:pt x="253" y="94"/>
                    </a:cubicBezTo>
                    <a:cubicBezTo>
                      <a:pt x="253" y="126"/>
                      <a:pt x="253" y="159"/>
                      <a:pt x="254" y="192"/>
                    </a:cubicBezTo>
                    <a:cubicBezTo>
                      <a:pt x="254" y="209"/>
                      <a:pt x="246" y="221"/>
                      <a:pt x="231" y="230"/>
                    </a:cubicBezTo>
                    <a:cubicBezTo>
                      <a:pt x="211" y="240"/>
                      <a:pt x="192" y="253"/>
                      <a:pt x="173" y="263"/>
                    </a:cubicBezTo>
                    <a:cubicBezTo>
                      <a:pt x="162" y="269"/>
                      <a:pt x="157" y="276"/>
                      <a:pt x="158" y="288"/>
                    </a:cubicBezTo>
                    <a:cubicBezTo>
                      <a:pt x="159" y="318"/>
                      <a:pt x="158" y="348"/>
                      <a:pt x="158" y="379"/>
                    </a:cubicBezTo>
                    <a:cubicBezTo>
                      <a:pt x="137" y="379"/>
                      <a:pt x="117" y="379"/>
                      <a:pt x="95" y="379"/>
                    </a:cubicBezTo>
                    <a:cubicBezTo>
                      <a:pt x="95" y="351"/>
                      <a:pt x="94" y="324"/>
                      <a:pt x="96" y="296"/>
                    </a:cubicBezTo>
                    <a:cubicBezTo>
                      <a:pt x="97" y="279"/>
                      <a:pt x="92" y="267"/>
                      <a:pt x="75" y="260"/>
                    </a:cubicBezTo>
                    <a:cubicBezTo>
                      <a:pt x="56" y="251"/>
                      <a:pt x="39" y="239"/>
                      <a:pt x="21" y="229"/>
                    </a:cubicBezTo>
                    <a:cubicBezTo>
                      <a:pt x="7" y="221"/>
                      <a:pt x="0" y="210"/>
                      <a:pt x="0" y="193"/>
                    </a:cubicBezTo>
                    <a:cubicBezTo>
                      <a:pt x="0" y="160"/>
                      <a:pt x="0" y="126"/>
                      <a:pt x="0" y="92"/>
                    </a:cubicBezTo>
                    <a:cubicBezTo>
                      <a:pt x="0" y="76"/>
                      <a:pt x="7" y="65"/>
                      <a:pt x="21" y="57"/>
                    </a:cubicBezTo>
                    <a:cubicBezTo>
                      <a:pt x="53" y="38"/>
                      <a:pt x="85" y="19"/>
                      <a:pt x="117" y="0"/>
                    </a:cubicBezTo>
                    <a:cubicBezTo>
                      <a:pt x="123" y="0"/>
                      <a:pt x="130" y="0"/>
                      <a:pt x="137" y="0"/>
                    </a:cubicBezTo>
                    <a:close/>
                    <a:moveTo>
                      <a:pt x="65" y="143"/>
                    </a:moveTo>
                    <a:cubicBezTo>
                      <a:pt x="55" y="172"/>
                      <a:pt x="72" y="186"/>
                      <a:pt x="95" y="200"/>
                    </a:cubicBezTo>
                    <a:cubicBezTo>
                      <a:pt x="118" y="214"/>
                      <a:pt x="134" y="214"/>
                      <a:pt x="158" y="200"/>
                    </a:cubicBezTo>
                    <a:cubicBezTo>
                      <a:pt x="183" y="186"/>
                      <a:pt x="192" y="171"/>
                      <a:pt x="192" y="142"/>
                    </a:cubicBezTo>
                    <a:cubicBezTo>
                      <a:pt x="191" y="115"/>
                      <a:pt x="183" y="100"/>
                      <a:pt x="160" y="87"/>
                    </a:cubicBezTo>
                    <a:cubicBezTo>
                      <a:pt x="136" y="72"/>
                      <a:pt x="119" y="71"/>
                      <a:pt x="94" y="86"/>
                    </a:cubicBezTo>
                    <a:cubicBezTo>
                      <a:pt x="72" y="101"/>
                      <a:pt x="55" y="113"/>
                      <a:pt x="65" y="1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09728" tIns="54864" rIns="109728" bIns="54864" numCol="1" anchor="t" anchorCtr="0" compatLnSpc="1">
                <a:prstTxWarp prst="textNoShape">
                  <a:avLst/>
                </a:prstTxWarp>
              </a:bodyPr>
              <a:lstStyle/>
              <a:p>
                <a:endParaRPr lang="uk-UA" sz="3456"/>
              </a:p>
            </p:txBody>
          </p:sp>
          <p:sp>
            <p:nvSpPr>
              <p:cNvPr id="53" name="Freeform 818">
                <a:extLst>
                  <a:ext uri="{FF2B5EF4-FFF2-40B4-BE49-F238E27FC236}">
                    <a16:creationId xmlns:a16="http://schemas.microsoft.com/office/drawing/2014/main" id="{0BEBD958-4908-35BC-B34F-9323BB38C721}"/>
                  </a:ext>
                </a:extLst>
              </p:cNvPr>
              <p:cNvSpPr>
                <a:spLocks noEditPoints="1"/>
              </p:cNvSpPr>
              <p:nvPr/>
            </p:nvSpPr>
            <p:spPr bwMode="auto">
              <a:xfrm>
                <a:off x="3786" y="1800"/>
                <a:ext cx="176" cy="177"/>
              </a:xfrm>
              <a:custGeom>
                <a:avLst/>
                <a:gdLst>
                  <a:gd name="T0" fmla="*/ 346 w 1142"/>
                  <a:gd name="T1" fmla="*/ 963 h 1141"/>
                  <a:gd name="T2" fmla="*/ 190 w 1142"/>
                  <a:gd name="T3" fmla="*/ 995 h 1141"/>
                  <a:gd name="T4" fmla="*/ 144 w 1142"/>
                  <a:gd name="T5" fmla="*/ 826 h 1141"/>
                  <a:gd name="T6" fmla="*/ 158 w 1142"/>
                  <a:gd name="T7" fmla="*/ 749 h 1141"/>
                  <a:gd name="T8" fmla="*/ 91 w 1142"/>
                  <a:gd name="T9" fmla="*/ 692 h 1141"/>
                  <a:gd name="T10" fmla="*/ 1 w 1142"/>
                  <a:gd name="T11" fmla="*/ 536 h 1141"/>
                  <a:gd name="T12" fmla="*/ 134 w 1142"/>
                  <a:gd name="T13" fmla="*/ 449 h 1141"/>
                  <a:gd name="T14" fmla="*/ 171 w 1142"/>
                  <a:gd name="T15" fmla="*/ 343 h 1141"/>
                  <a:gd name="T16" fmla="*/ 143 w 1142"/>
                  <a:gd name="T17" fmla="*/ 192 h 1141"/>
                  <a:gd name="T18" fmla="*/ 314 w 1142"/>
                  <a:gd name="T19" fmla="*/ 142 h 1141"/>
                  <a:gd name="T20" fmla="*/ 394 w 1142"/>
                  <a:gd name="T21" fmla="*/ 156 h 1141"/>
                  <a:gd name="T22" fmla="*/ 449 w 1142"/>
                  <a:gd name="T23" fmla="*/ 90 h 1141"/>
                  <a:gd name="T24" fmla="*/ 604 w 1142"/>
                  <a:gd name="T25" fmla="*/ 0 h 1141"/>
                  <a:gd name="T26" fmla="*/ 692 w 1142"/>
                  <a:gd name="T27" fmla="*/ 134 h 1141"/>
                  <a:gd name="T28" fmla="*/ 798 w 1142"/>
                  <a:gd name="T29" fmla="*/ 171 h 1141"/>
                  <a:gd name="T30" fmla="*/ 949 w 1142"/>
                  <a:gd name="T31" fmla="*/ 143 h 1141"/>
                  <a:gd name="T32" fmla="*/ 998 w 1142"/>
                  <a:gd name="T33" fmla="*/ 314 h 1141"/>
                  <a:gd name="T34" fmla="*/ 987 w 1142"/>
                  <a:gd name="T35" fmla="*/ 398 h 1141"/>
                  <a:gd name="T36" fmla="*/ 1052 w 1142"/>
                  <a:gd name="T37" fmla="*/ 449 h 1141"/>
                  <a:gd name="T38" fmla="*/ 1141 w 1142"/>
                  <a:gd name="T39" fmla="*/ 605 h 1141"/>
                  <a:gd name="T40" fmla="*/ 1007 w 1142"/>
                  <a:gd name="T41" fmla="*/ 692 h 1141"/>
                  <a:gd name="T42" fmla="*/ 971 w 1142"/>
                  <a:gd name="T43" fmla="*/ 798 h 1141"/>
                  <a:gd name="T44" fmla="*/ 997 w 1142"/>
                  <a:gd name="T45" fmla="*/ 949 h 1141"/>
                  <a:gd name="T46" fmla="*/ 825 w 1142"/>
                  <a:gd name="T47" fmla="*/ 996 h 1141"/>
                  <a:gd name="T48" fmla="*/ 692 w 1142"/>
                  <a:gd name="T49" fmla="*/ 1006 h 1141"/>
                  <a:gd name="T50" fmla="*/ 604 w 1142"/>
                  <a:gd name="T51" fmla="*/ 1140 h 1141"/>
                  <a:gd name="T52" fmla="*/ 449 w 1142"/>
                  <a:gd name="T53" fmla="*/ 1050 h 1141"/>
                  <a:gd name="T54" fmla="*/ 629 w 1142"/>
                  <a:gd name="T55" fmla="*/ 1016 h 1141"/>
                  <a:gd name="T56" fmla="*/ 660 w 1142"/>
                  <a:gd name="T57" fmla="*/ 947 h 1141"/>
                  <a:gd name="T58" fmla="*/ 822 w 1142"/>
                  <a:gd name="T59" fmla="*/ 904 h 1141"/>
                  <a:gd name="T60" fmla="*/ 908 w 1142"/>
                  <a:gd name="T61" fmla="*/ 949 h 1141"/>
                  <a:gd name="T62" fmla="*/ 949 w 1142"/>
                  <a:gd name="T63" fmla="*/ 867 h 1141"/>
                  <a:gd name="T64" fmla="*/ 898 w 1142"/>
                  <a:gd name="T65" fmla="*/ 776 h 1141"/>
                  <a:gd name="T66" fmla="*/ 984 w 1142"/>
                  <a:gd name="T67" fmla="*/ 628 h 1141"/>
                  <a:gd name="T68" fmla="*/ 1077 w 1142"/>
                  <a:gd name="T69" fmla="*/ 601 h 1141"/>
                  <a:gd name="T70" fmla="*/ 1049 w 1142"/>
                  <a:gd name="T71" fmla="*/ 512 h 1141"/>
                  <a:gd name="T72" fmla="*/ 948 w 1142"/>
                  <a:gd name="T73" fmla="*/ 485 h 1141"/>
                  <a:gd name="T74" fmla="*/ 903 w 1142"/>
                  <a:gd name="T75" fmla="*/ 320 h 1141"/>
                  <a:gd name="T76" fmla="*/ 950 w 1142"/>
                  <a:gd name="T77" fmla="*/ 233 h 1141"/>
                  <a:gd name="T78" fmla="*/ 867 w 1142"/>
                  <a:gd name="T79" fmla="*/ 192 h 1141"/>
                  <a:gd name="T80" fmla="*/ 776 w 1142"/>
                  <a:gd name="T81" fmla="*/ 242 h 1141"/>
                  <a:gd name="T82" fmla="*/ 629 w 1142"/>
                  <a:gd name="T83" fmla="*/ 157 h 1141"/>
                  <a:gd name="T84" fmla="*/ 603 w 1142"/>
                  <a:gd name="T85" fmla="*/ 64 h 1141"/>
                  <a:gd name="T86" fmla="*/ 513 w 1142"/>
                  <a:gd name="T87" fmla="*/ 92 h 1141"/>
                  <a:gd name="T88" fmla="*/ 485 w 1142"/>
                  <a:gd name="T89" fmla="*/ 193 h 1141"/>
                  <a:gd name="T90" fmla="*/ 320 w 1142"/>
                  <a:gd name="T91" fmla="*/ 237 h 1141"/>
                  <a:gd name="T92" fmla="*/ 234 w 1142"/>
                  <a:gd name="T93" fmla="*/ 191 h 1141"/>
                  <a:gd name="T94" fmla="*/ 192 w 1142"/>
                  <a:gd name="T95" fmla="*/ 274 h 1141"/>
                  <a:gd name="T96" fmla="*/ 243 w 1142"/>
                  <a:gd name="T97" fmla="*/ 365 h 1141"/>
                  <a:gd name="T98" fmla="*/ 158 w 1142"/>
                  <a:gd name="T99" fmla="*/ 512 h 1141"/>
                  <a:gd name="T100" fmla="*/ 64 w 1142"/>
                  <a:gd name="T101" fmla="*/ 540 h 1141"/>
                  <a:gd name="T102" fmla="*/ 93 w 1142"/>
                  <a:gd name="T103" fmla="*/ 628 h 1141"/>
                  <a:gd name="T104" fmla="*/ 194 w 1142"/>
                  <a:gd name="T105" fmla="*/ 657 h 1141"/>
                  <a:gd name="T106" fmla="*/ 237 w 1142"/>
                  <a:gd name="T107" fmla="*/ 822 h 1141"/>
                  <a:gd name="T108" fmla="*/ 192 w 1142"/>
                  <a:gd name="T109" fmla="*/ 907 h 1141"/>
                  <a:gd name="T110" fmla="*/ 274 w 1142"/>
                  <a:gd name="T111" fmla="*/ 949 h 1141"/>
                  <a:gd name="T112" fmla="*/ 365 w 1142"/>
                  <a:gd name="T113" fmla="*/ 898 h 1141"/>
                  <a:gd name="T114" fmla="*/ 513 w 1142"/>
                  <a:gd name="T115" fmla="*/ 983 h 1141"/>
                  <a:gd name="T116" fmla="*/ 537 w 1142"/>
                  <a:gd name="T117" fmla="*/ 1076 h 1141"/>
                  <a:gd name="T118" fmla="*/ 629 w 1142"/>
                  <a:gd name="T119" fmla="*/ 1048 h 1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142" h="1141">
                    <a:moveTo>
                      <a:pt x="449" y="1006"/>
                    </a:moveTo>
                    <a:cubicBezTo>
                      <a:pt x="415" y="992"/>
                      <a:pt x="382" y="978"/>
                      <a:pt x="346" y="963"/>
                    </a:cubicBezTo>
                    <a:cubicBezTo>
                      <a:pt x="338" y="973"/>
                      <a:pt x="328" y="984"/>
                      <a:pt x="317" y="995"/>
                    </a:cubicBezTo>
                    <a:cubicBezTo>
                      <a:pt x="280" y="1032"/>
                      <a:pt x="228" y="1032"/>
                      <a:pt x="190" y="995"/>
                    </a:cubicBezTo>
                    <a:cubicBezTo>
                      <a:pt x="175" y="980"/>
                      <a:pt x="159" y="965"/>
                      <a:pt x="144" y="949"/>
                    </a:cubicBezTo>
                    <a:cubicBezTo>
                      <a:pt x="110" y="913"/>
                      <a:pt x="110" y="861"/>
                      <a:pt x="144" y="826"/>
                    </a:cubicBezTo>
                    <a:cubicBezTo>
                      <a:pt x="155" y="814"/>
                      <a:pt x="172" y="804"/>
                      <a:pt x="175" y="791"/>
                    </a:cubicBezTo>
                    <a:cubicBezTo>
                      <a:pt x="177" y="779"/>
                      <a:pt x="164" y="763"/>
                      <a:pt x="158" y="749"/>
                    </a:cubicBezTo>
                    <a:cubicBezTo>
                      <a:pt x="150" y="731"/>
                      <a:pt x="144" y="712"/>
                      <a:pt x="136" y="692"/>
                    </a:cubicBezTo>
                    <a:cubicBezTo>
                      <a:pt x="122" y="692"/>
                      <a:pt x="106" y="692"/>
                      <a:pt x="91" y="692"/>
                    </a:cubicBezTo>
                    <a:cubicBezTo>
                      <a:pt x="40" y="691"/>
                      <a:pt x="2" y="654"/>
                      <a:pt x="1" y="603"/>
                    </a:cubicBezTo>
                    <a:cubicBezTo>
                      <a:pt x="0" y="581"/>
                      <a:pt x="0" y="558"/>
                      <a:pt x="1" y="536"/>
                    </a:cubicBezTo>
                    <a:cubicBezTo>
                      <a:pt x="2" y="486"/>
                      <a:pt x="40" y="449"/>
                      <a:pt x="90" y="449"/>
                    </a:cubicBezTo>
                    <a:cubicBezTo>
                      <a:pt x="105" y="449"/>
                      <a:pt x="120" y="449"/>
                      <a:pt x="134" y="449"/>
                    </a:cubicBezTo>
                    <a:cubicBezTo>
                      <a:pt x="148" y="417"/>
                      <a:pt x="162" y="386"/>
                      <a:pt x="175" y="356"/>
                    </a:cubicBezTo>
                    <a:cubicBezTo>
                      <a:pt x="176" y="352"/>
                      <a:pt x="174" y="346"/>
                      <a:pt x="171" y="343"/>
                    </a:cubicBezTo>
                    <a:cubicBezTo>
                      <a:pt x="163" y="333"/>
                      <a:pt x="152" y="324"/>
                      <a:pt x="143" y="314"/>
                    </a:cubicBezTo>
                    <a:cubicBezTo>
                      <a:pt x="110" y="279"/>
                      <a:pt x="110" y="227"/>
                      <a:pt x="143" y="192"/>
                    </a:cubicBezTo>
                    <a:cubicBezTo>
                      <a:pt x="159" y="175"/>
                      <a:pt x="176" y="159"/>
                      <a:pt x="192" y="143"/>
                    </a:cubicBezTo>
                    <a:cubicBezTo>
                      <a:pt x="227" y="110"/>
                      <a:pt x="279" y="110"/>
                      <a:pt x="314" y="142"/>
                    </a:cubicBezTo>
                    <a:cubicBezTo>
                      <a:pt x="326" y="153"/>
                      <a:pt x="337" y="172"/>
                      <a:pt x="350" y="174"/>
                    </a:cubicBezTo>
                    <a:cubicBezTo>
                      <a:pt x="363" y="177"/>
                      <a:pt x="379" y="162"/>
                      <a:pt x="394" y="156"/>
                    </a:cubicBezTo>
                    <a:cubicBezTo>
                      <a:pt x="412" y="149"/>
                      <a:pt x="430" y="143"/>
                      <a:pt x="449" y="136"/>
                    </a:cubicBezTo>
                    <a:cubicBezTo>
                      <a:pt x="449" y="121"/>
                      <a:pt x="449" y="105"/>
                      <a:pt x="449" y="90"/>
                    </a:cubicBezTo>
                    <a:cubicBezTo>
                      <a:pt x="450" y="39"/>
                      <a:pt x="487" y="1"/>
                      <a:pt x="538" y="0"/>
                    </a:cubicBezTo>
                    <a:cubicBezTo>
                      <a:pt x="560" y="0"/>
                      <a:pt x="582" y="0"/>
                      <a:pt x="604" y="0"/>
                    </a:cubicBezTo>
                    <a:cubicBezTo>
                      <a:pt x="654" y="1"/>
                      <a:pt x="692" y="39"/>
                      <a:pt x="692" y="90"/>
                    </a:cubicBezTo>
                    <a:cubicBezTo>
                      <a:pt x="692" y="105"/>
                      <a:pt x="692" y="120"/>
                      <a:pt x="692" y="134"/>
                    </a:cubicBezTo>
                    <a:cubicBezTo>
                      <a:pt x="724" y="148"/>
                      <a:pt x="754" y="161"/>
                      <a:pt x="784" y="174"/>
                    </a:cubicBezTo>
                    <a:cubicBezTo>
                      <a:pt x="788" y="175"/>
                      <a:pt x="795" y="173"/>
                      <a:pt x="798" y="171"/>
                    </a:cubicBezTo>
                    <a:cubicBezTo>
                      <a:pt x="808" y="162"/>
                      <a:pt x="817" y="152"/>
                      <a:pt x="826" y="143"/>
                    </a:cubicBezTo>
                    <a:cubicBezTo>
                      <a:pt x="862" y="110"/>
                      <a:pt x="914" y="109"/>
                      <a:pt x="949" y="143"/>
                    </a:cubicBezTo>
                    <a:cubicBezTo>
                      <a:pt x="966" y="159"/>
                      <a:pt x="982" y="175"/>
                      <a:pt x="998" y="192"/>
                    </a:cubicBezTo>
                    <a:cubicBezTo>
                      <a:pt x="1031" y="227"/>
                      <a:pt x="1031" y="279"/>
                      <a:pt x="998" y="314"/>
                    </a:cubicBezTo>
                    <a:cubicBezTo>
                      <a:pt x="987" y="326"/>
                      <a:pt x="974" y="336"/>
                      <a:pt x="963" y="347"/>
                    </a:cubicBezTo>
                    <a:cubicBezTo>
                      <a:pt x="972" y="366"/>
                      <a:pt x="980" y="382"/>
                      <a:pt x="987" y="398"/>
                    </a:cubicBezTo>
                    <a:cubicBezTo>
                      <a:pt x="993" y="414"/>
                      <a:pt x="999" y="431"/>
                      <a:pt x="1005" y="449"/>
                    </a:cubicBezTo>
                    <a:cubicBezTo>
                      <a:pt x="1020" y="449"/>
                      <a:pt x="1036" y="449"/>
                      <a:pt x="1052" y="449"/>
                    </a:cubicBezTo>
                    <a:cubicBezTo>
                      <a:pt x="1100" y="449"/>
                      <a:pt x="1138" y="486"/>
                      <a:pt x="1140" y="534"/>
                    </a:cubicBezTo>
                    <a:cubicBezTo>
                      <a:pt x="1142" y="558"/>
                      <a:pt x="1141" y="582"/>
                      <a:pt x="1141" y="605"/>
                    </a:cubicBezTo>
                    <a:cubicBezTo>
                      <a:pt x="1139" y="655"/>
                      <a:pt x="1100" y="691"/>
                      <a:pt x="1051" y="692"/>
                    </a:cubicBezTo>
                    <a:cubicBezTo>
                      <a:pt x="1035" y="692"/>
                      <a:pt x="1020" y="692"/>
                      <a:pt x="1007" y="692"/>
                    </a:cubicBezTo>
                    <a:cubicBezTo>
                      <a:pt x="993" y="724"/>
                      <a:pt x="980" y="754"/>
                      <a:pt x="967" y="784"/>
                    </a:cubicBezTo>
                    <a:cubicBezTo>
                      <a:pt x="966" y="788"/>
                      <a:pt x="968" y="795"/>
                      <a:pt x="971" y="798"/>
                    </a:cubicBezTo>
                    <a:cubicBezTo>
                      <a:pt x="979" y="808"/>
                      <a:pt x="989" y="816"/>
                      <a:pt x="998" y="826"/>
                    </a:cubicBezTo>
                    <a:cubicBezTo>
                      <a:pt x="1031" y="861"/>
                      <a:pt x="1031" y="914"/>
                      <a:pt x="997" y="949"/>
                    </a:cubicBezTo>
                    <a:cubicBezTo>
                      <a:pt x="982" y="965"/>
                      <a:pt x="966" y="981"/>
                      <a:pt x="950" y="997"/>
                    </a:cubicBezTo>
                    <a:cubicBezTo>
                      <a:pt x="914" y="1031"/>
                      <a:pt x="861" y="1031"/>
                      <a:pt x="825" y="996"/>
                    </a:cubicBezTo>
                    <a:cubicBezTo>
                      <a:pt x="814" y="985"/>
                      <a:pt x="804" y="973"/>
                      <a:pt x="795" y="963"/>
                    </a:cubicBezTo>
                    <a:cubicBezTo>
                      <a:pt x="759" y="978"/>
                      <a:pt x="726" y="992"/>
                      <a:pt x="692" y="1006"/>
                    </a:cubicBezTo>
                    <a:cubicBezTo>
                      <a:pt x="692" y="1020"/>
                      <a:pt x="692" y="1035"/>
                      <a:pt x="692" y="1050"/>
                    </a:cubicBezTo>
                    <a:cubicBezTo>
                      <a:pt x="692" y="1100"/>
                      <a:pt x="655" y="1139"/>
                      <a:pt x="604" y="1140"/>
                    </a:cubicBezTo>
                    <a:cubicBezTo>
                      <a:pt x="582" y="1141"/>
                      <a:pt x="559" y="1141"/>
                      <a:pt x="537" y="1140"/>
                    </a:cubicBezTo>
                    <a:cubicBezTo>
                      <a:pt x="486" y="1138"/>
                      <a:pt x="450" y="1100"/>
                      <a:pt x="449" y="1050"/>
                    </a:cubicBezTo>
                    <a:cubicBezTo>
                      <a:pt x="449" y="1034"/>
                      <a:pt x="449" y="1019"/>
                      <a:pt x="449" y="1006"/>
                    </a:cubicBezTo>
                    <a:close/>
                    <a:moveTo>
                      <a:pt x="629" y="1016"/>
                    </a:moveTo>
                    <a:cubicBezTo>
                      <a:pt x="629" y="1007"/>
                      <a:pt x="628" y="997"/>
                      <a:pt x="629" y="987"/>
                    </a:cubicBezTo>
                    <a:cubicBezTo>
                      <a:pt x="629" y="962"/>
                      <a:pt x="635" y="953"/>
                      <a:pt x="660" y="947"/>
                    </a:cubicBezTo>
                    <a:cubicBezTo>
                      <a:pt x="701" y="937"/>
                      <a:pt x="740" y="921"/>
                      <a:pt x="776" y="898"/>
                    </a:cubicBezTo>
                    <a:cubicBezTo>
                      <a:pt x="794" y="887"/>
                      <a:pt x="806" y="888"/>
                      <a:pt x="822" y="904"/>
                    </a:cubicBezTo>
                    <a:cubicBezTo>
                      <a:pt x="838" y="919"/>
                      <a:pt x="852" y="934"/>
                      <a:pt x="868" y="949"/>
                    </a:cubicBezTo>
                    <a:cubicBezTo>
                      <a:pt x="881" y="962"/>
                      <a:pt x="894" y="962"/>
                      <a:pt x="908" y="949"/>
                    </a:cubicBezTo>
                    <a:cubicBezTo>
                      <a:pt x="922" y="936"/>
                      <a:pt x="936" y="922"/>
                      <a:pt x="949" y="908"/>
                    </a:cubicBezTo>
                    <a:cubicBezTo>
                      <a:pt x="963" y="893"/>
                      <a:pt x="963" y="881"/>
                      <a:pt x="949" y="867"/>
                    </a:cubicBezTo>
                    <a:cubicBezTo>
                      <a:pt x="934" y="851"/>
                      <a:pt x="919" y="836"/>
                      <a:pt x="904" y="821"/>
                    </a:cubicBezTo>
                    <a:cubicBezTo>
                      <a:pt x="889" y="806"/>
                      <a:pt x="887" y="794"/>
                      <a:pt x="898" y="776"/>
                    </a:cubicBezTo>
                    <a:cubicBezTo>
                      <a:pt x="921" y="739"/>
                      <a:pt x="938" y="699"/>
                      <a:pt x="948" y="657"/>
                    </a:cubicBezTo>
                    <a:cubicBezTo>
                      <a:pt x="953" y="636"/>
                      <a:pt x="963" y="628"/>
                      <a:pt x="984" y="628"/>
                    </a:cubicBezTo>
                    <a:cubicBezTo>
                      <a:pt x="1006" y="628"/>
                      <a:pt x="1028" y="628"/>
                      <a:pt x="1050" y="628"/>
                    </a:cubicBezTo>
                    <a:cubicBezTo>
                      <a:pt x="1067" y="628"/>
                      <a:pt x="1077" y="619"/>
                      <a:pt x="1077" y="601"/>
                    </a:cubicBezTo>
                    <a:cubicBezTo>
                      <a:pt x="1077" y="581"/>
                      <a:pt x="1077" y="560"/>
                      <a:pt x="1077" y="540"/>
                    </a:cubicBezTo>
                    <a:cubicBezTo>
                      <a:pt x="1077" y="522"/>
                      <a:pt x="1067" y="513"/>
                      <a:pt x="1049" y="512"/>
                    </a:cubicBezTo>
                    <a:cubicBezTo>
                      <a:pt x="1027" y="512"/>
                      <a:pt x="1006" y="513"/>
                      <a:pt x="985" y="512"/>
                    </a:cubicBezTo>
                    <a:cubicBezTo>
                      <a:pt x="963" y="512"/>
                      <a:pt x="953" y="505"/>
                      <a:pt x="948" y="485"/>
                    </a:cubicBezTo>
                    <a:cubicBezTo>
                      <a:pt x="938" y="442"/>
                      <a:pt x="921" y="401"/>
                      <a:pt x="898" y="364"/>
                    </a:cubicBezTo>
                    <a:cubicBezTo>
                      <a:pt x="887" y="347"/>
                      <a:pt x="889" y="334"/>
                      <a:pt x="903" y="320"/>
                    </a:cubicBezTo>
                    <a:cubicBezTo>
                      <a:pt x="919" y="304"/>
                      <a:pt x="935" y="289"/>
                      <a:pt x="950" y="273"/>
                    </a:cubicBezTo>
                    <a:cubicBezTo>
                      <a:pt x="963" y="260"/>
                      <a:pt x="963" y="247"/>
                      <a:pt x="950" y="233"/>
                    </a:cubicBezTo>
                    <a:cubicBezTo>
                      <a:pt x="936" y="219"/>
                      <a:pt x="922" y="205"/>
                      <a:pt x="908" y="191"/>
                    </a:cubicBezTo>
                    <a:cubicBezTo>
                      <a:pt x="894" y="178"/>
                      <a:pt x="881" y="178"/>
                      <a:pt x="867" y="192"/>
                    </a:cubicBezTo>
                    <a:cubicBezTo>
                      <a:pt x="852" y="207"/>
                      <a:pt x="837" y="222"/>
                      <a:pt x="822" y="237"/>
                    </a:cubicBezTo>
                    <a:cubicBezTo>
                      <a:pt x="807" y="252"/>
                      <a:pt x="794" y="254"/>
                      <a:pt x="776" y="242"/>
                    </a:cubicBezTo>
                    <a:cubicBezTo>
                      <a:pt x="739" y="219"/>
                      <a:pt x="699" y="203"/>
                      <a:pt x="657" y="193"/>
                    </a:cubicBezTo>
                    <a:cubicBezTo>
                      <a:pt x="637" y="188"/>
                      <a:pt x="629" y="178"/>
                      <a:pt x="629" y="157"/>
                    </a:cubicBezTo>
                    <a:cubicBezTo>
                      <a:pt x="628" y="135"/>
                      <a:pt x="629" y="112"/>
                      <a:pt x="628" y="90"/>
                    </a:cubicBezTo>
                    <a:cubicBezTo>
                      <a:pt x="628" y="74"/>
                      <a:pt x="619" y="64"/>
                      <a:pt x="603" y="64"/>
                    </a:cubicBezTo>
                    <a:cubicBezTo>
                      <a:pt x="582" y="63"/>
                      <a:pt x="561" y="63"/>
                      <a:pt x="541" y="64"/>
                    </a:cubicBezTo>
                    <a:cubicBezTo>
                      <a:pt x="522" y="65"/>
                      <a:pt x="513" y="74"/>
                      <a:pt x="513" y="92"/>
                    </a:cubicBezTo>
                    <a:cubicBezTo>
                      <a:pt x="513" y="114"/>
                      <a:pt x="513" y="136"/>
                      <a:pt x="513" y="158"/>
                    </a:cubicBezTo>
                    <a:cubicBezTo>
                      <a:pt x="512" y="178"/>
                      <a:pt x="504" y="188"/>
                      <a:pt x="485" y="193"/>
                    </a:cubicBezTo>
                    <a:cubicBezTo>
                      <a:pt x="442" y="203"/>
                      <a:pt x="402" y="220"/>
                      <a:pt x="364" y="243"/>
                    </a:cubicBezTo>
                    <a:cubicBezTo>
                      <a:pt x="347" y="253"/>
                      <a:pt x="335" y="252"/>
                      <a:pt x="320" y="237"/>
                    </a:cubicBezTo>
                    <a:cubicBezTo>
                      <a:pt x="305" y="222"/>
                      <a:pt x="289" y="206"/>
                      <a:pt x="274" y="191"/>
                    </a:cubicBezTo>
                    <a:cubicBezTo>
                      <a:pt x="260" y="178"/>
                      <a:pt x="247" y="178"/>
                      <a:pt x="234" y="191"/>
                    </a:cubicBezTo>
                    <a:cubicBezTo>
                      <a:pt x="220" y="205"/>
                      <a:pt x="206" y="219"/>
                      <a:pt x="192" y="233"/>
                    </a:cubicBezTo>
                    <a:cubicBezTo>
                      <a:pt x="178" y="247"/>
                      <a:pt x="178" y="260"/>
                      <a:pt x="192" y="274"/>
                    </a:cubicBezTo>
                    <a:cubicBezTo>
                      <a:pt x="207" y="289"/>
                      <a:pt x="223" y="304"/>
                      <a:pt x="238" y="319"/>
                    </a:cubicBezTo>
                    <a:cubicBezTo>
                      <a:pt x="252" y="334"/>
                      <a:pt x="254" y="347"/>
                      <a:pt x="243" y="365"/>
                    </a:cubicBezTo>
                    <a:cubicBezTo>
                      <a:pt x="220" y="402"/>
                      <a:pt x="204" y="442"/>
                      <a:pt x="193" y="484"/>
                    </a:cubicBezTo>
                    <a:cubicBezTo>
                      <a:pt x="188" y="504"/>
                      <a:pt x="178" y="512"/>
                      <a:pt x="158" y="512"/>
                    </a:cubicBezTo>
                    <a:cubicBezTo>
                      <a:pt x="136" y="513"/>
                      <a:pt x="114" y="512"/>
                      <a:pt x="92" y="513"/>
                    </a:cubicBezTo>
                    <a:cubicBezTo>
                      <a:pt x="74" y="513"/>
                      <a:pt x="65" y="522"/>
                      <a:pt x="64" y="540"/>
                    </a:cubicBezTo>
                    <a:cubicBezTo>
                      <a:pt x="64" y="560"/>
                      <a:pt x="64" y="580"/>
                      <a:pt x="64" y="600"/>
                    </a:cubicBezTo>
                    <a:cubicBezTo>
                      <a:pt x="65" y="619"/>
                      <a:pt x="74" y="628"/>
                      <a:pt x="93" y="628"/>
                    </a:cubicBezTo>
                    <a:cubicBezTo>
                      <a:pt x="114" y="628"/>
                      <a:pt x="134" y="628"/>
                      <a:pt x="155" y="628"/>
                    </a:cubicBezTo>
                    <a:cubicBezTo>
                      <a:pt x="179" y="628"/>
                      <a:pt x="188" y="635"/>
                      <a:pt x="194" y="657"/>
                    </a:cubicBezTo>
                    <a:cubicBezTo>
                      <a:pt x="204" y="699"/>
                      <a:pt x="220" y="739"/>
                      <a:pt x="243" y="775"/>
                    </a:cubicBezTo>
                    <a:cubicBezTo>
                      <a:pt x="254" y="794"/>
                      <a:pt x="252" y="806"/>
                      <a:pt x="237" y="822"/>
                    </a:cubicBezTo>
                    <a:cubicBezTo>
                      <a:pt x="222" y="837"/>
                      <a:pt x="206" y="852"/>
                      <a:pt x="192" y="867"/>
                    </a:cubicBezTo>
                    <a:cubicBezTo>
                      <a:pt x="179" y="881"/>
                      <a:pt x="178" y="894"/>
                      <a:pt x="192" y="907"/>
                    </a:cubicBezTo>
                    <a:cubicBezTo>
                      <a:pt x="205" y="921"/>
                      <a:pt x="219" y="935"/>
                      <a:pt x="233" y="949"/>
                    </a:cubicBezTo>
                    <a:cubicBezTo>
                      <a:pt x="248" y="963"/>
                      <a:pt x="260" y="963"/>
                      <a:pt x="274" y="949"/>
                    </a:cubicBezTo>
                    <a:cubicBezTo>
                      <a:pt x="290" y="934"/>
                      <a:pt x="305" y="918"/>
                      <a:pt x="320" y="903"/>
                    </a:cubicBezTo>
                    <a:cubicBezTo>
                      <a:pt x="335" y="888"/>
                      <a:pt x="347" y="887"/>
                      <a:pt x="365" y="898"/>
                    </a:cubicBezTo>
                    <a:cubicBezTo>
                      <a:pt x="402" y="921"/>
                      <a:pt x="442" y="937"/>
                      <a:pt x="484" y="947"/>
                    </a:cubicBezTo>
                    <a:cubicBezTo>
                      <a:pt x="505" y="953"/>
                      <a:pt x="513" y="963"/>
                      <a:pt x="513" y="983"/>
                    </a:cubicBezTo>
                    <a:cubicBezTo>
                      <a:pt x="513" y="1005"/>
                      <a:pt x="513" y="1027"/>
                      <a:pt x="513" y="1049"/>
                    </a:cubicBezTo>
                    <a:cubicBezTo>
                      <a:pt x="513" y="1066"/>
                      <a:pt x="521" y="1075"/>
                      <a:pt x="537" y="1076"/>
                    </a:cubicBezTo>
                    <a:cubicBezTo>
                      <a:pt x="559" y="1077"/>
                      <a:pt x="582" y="1077"/>
                      <a:pt x="604" y="1076"/>
                    </a:cubicBezTo>
                    <a:cubicBezTo>
                      <a:pt x="621" y="1075"/>
                      <a:pt x="628" y="1066"/>
                      <a:pt x="629" y="1048"/>
                    </a:cubicBezTo>
                    <a:cubicBezTo>
                      <a:pt x="629" y="1037"/>
                      <a:pt x="629" y="1027"/>
                      <a:pt x="629" y="10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09728" tIns="54864" rIns="109728" bIns="54864" numCol="1" anchor="t" anchorCtr="0" compatLnSpc="1">
                <a:prstTxWarp prst="textNoShape">
                  <a:avLst/>
                </a:prstTxWarp>
              </a:bodyPr>
              <a:lstStyle/>
              <a:p>
                <a:endParaRPr lang="uk-UA" sz="3456"/>
              </a:p>
            </p:txBody>
          </p:sp>
          <p:sp>
            <p:nvSpPr>
              <p:cNvPr id="54" name="Freeform 819">
                <a:extLst>
                  <a:ext uri="{FF2B5EF4-FFF2-40B4-BE49-F238E27FC236}">
                    <a16:creationId xmlns:a16="http://schemas.microsoft.com/office/drawing/2014/main" id="{C365BB14-358B-DF52-D985-ABB553AD7046}"/>
                  </a:ext>
                </a:extLst>
              </p:cNvPr>
              <p:cNvSpPr>
                <a:spLocks noEditPoints="1"/>
              </p:cNvSpPr>
              <p:nvPr/>
            </p:nvSpPr>
            <p:spPr bwMode="auto">
              <a:xfrm>
                <a:off x="3717" y="1866"/>
                <a:ext cx="59" cy="44"/>
              </a:xfrm>
              <a:custGeom>
                <a:avLst/>
                <a:gdLst>
                  <a:gd name="T0" fmla="*/ 251 w 379"/>
                  <a:gd name="T1" fmla="*/ 175 h 288"/>
                  <a:gd name="T2" fmla="*/ 207 w 379"/>
                  <a:gd name="T3" fmla="*/ 245 h 288"/>
                  <a:gd name="T4" fmla="*/ 146 w 379"/>
                  <a:gd name="T5" fmla="*/ 280 h 288"/>
                  <a:gd name="T6" fmla="*/ 108 w 379"/>
                  <a:gd name="T7" fmla="*/ 281 h 288"/>
                  <a:gd name="T8" fmla="*/ 19 w 379"/>
                  <a:gd name="T9" fmla="*/ 229 h 288"/>
                  <a:gd name="T10" fmla="*/ 0 w 379"/>
                  <a:gd name="T11" fmla="*/ 196 h 288"/>
                  <a:gd name="T12" fmla="*/ 0 w 379"/>
                  <a:gd name="T13" fmla="*/ 93 h 288"/>
                  <a:gd name="T14" fmla="*/ 19 w 379"/>
                  <a:gd name="T15" fmla="*/ 60 h 288"/>
                  <a:gd name="T16" fmla="*/ 108 w 379"/>
                  <a:gd name="T17" fmla="*/ 8 h 288"/>
                  <a:gd name="T18" fmla="*/ 146 w 379"/>
                  <a:gd name="T19" fmla="*/ 8 h 288"/>
                  <a:gd name="T20" fmla="*/ 227 w 379"/>
                  <a:gd name="T21" fmla="*/ 55 h 288"/>
                  <a:gd name="T22" fmla="*/ 253 w 379"/>
                  <a:gd name="T23" fmla="*/ 100 h 288"/>
                  <a:gd name="T24" fmla="*/ 254 w 379"/>
                  <a:gd name="T25" fmla="*/ 113 h 288"/>
                  <a:gd name="T26" fmla="*/ 379 w 379"/>
                  <a:gd name="T27" fmla="*/ 113 h 288"/>
                  <a:gd name="T28" fmla="*/ 379 w 379"/>
                  <a:gd name="T29" fmla="*/ 175 h 288"/>
                  <a:gd name="T30" fmla="*/ 251 w 379"/>
                  <a:gd name="T31" fmla="*/ 175 h 288"/>
                  <a:gd name="T32" fmla="*/ 65 w 379"/>
                  <a:gd name="T33" fmla="*/ 144 h 288"/>
                  <a:gd name="T34" fmla="*/ 95 w 379"/>
                  <a:gd name="T35" fmla="*/ 202 h 288"/>
                  <a:gd name="T36" fmla="*/ 158 w 379"/>
                  <a:gd name="T37" fmla="*/ 201 h 288"/>
                  <a:gd name="T38" fmla="*/ 191 w 379"/>
                  <a:gd name="T39" fmla="*/ 145 h 288"/>
                  <a:gd name="T40" fmla="*/ 157 w 379"/>
                  <a:gd name="T41" fmla="*/ 86 h 288"/>
                  <a:gd name="T42" fmla="*/ 96 w 379"/>
                  <a:gd name="T43" fmla="*/ 87 h 288"/>
                  <a:gd name="T44" fmla="*/ 65 w 379"/>
                  <a:gd name="T45" fmla="*/ 14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79" h="288">
                    <a:moveTo>
                      <a:pt x="251" y="175"/>
                    </a:moveTo>
                    <a:cubicBezTo>
                      <a:pt x="264" y="217"/>
                      <a:pt x="234" y="230"/>
                      <a:pt x="207" y="245"/>
                    </a:cubicBezTo>
                    <a:cubicBezTo>
                      <a:pt x="186" y="256"/>
                      <a:pt x="166" y="268"/>
                      <a:pt x="146" y="280"/>
                    </a:cubicBezTo>
                    <a:cubicBezTo>
                      <a:pt x="133" y="288"/>
                      <a:pt x="120" y="288"/>
                      <a:pt x="108" y="281"/>
                    </a:cubicBezTo>
                    <a:cubicBezTo>
                      <a:pt x="78" y="263"/>
                      <a:pt x="48" y="246"/>
                      <a:pt x="19" y="229"/>
                    </a:cubicBezTo>
                    <a:cubicBezTo>
                      <a:pt x="6" y="221"/>
                      <a:pt x="0" y="211"/>
                      <a:pt x="0" y="196"/>
                    </a:cubicBezTo>
                    <a:cubicBezTo>
                      <a:pt x="0" y="161"/>
                      <a:pt x="0" y="127"/>
                      <a:pt x="0" y="93"/>
                    </a:cubicBezTo>
                    <a:cubicBezTo>
                      <a:pt x="0" y="78"/>
                      <a:pt x="6" y="67"/>
                      <a:pt x="19" y="60"/>
                    </a:cubicBezTo>
                    <a:cubicBezTo>
                      <a:pt x="49" y="42"/>
                      <a:pt x="78" y="25"/>
                      <a:pt x="108" y="8"/>
                    </a:cubicBezTo>
                    <a:cubicBezTo>
                      <a:pt x="121" y="0"/>
                      <a:pt x="133" y="0"/>
                      <a:pt x="146" y="8"/>
                    </a:cubicBezTo>
                    <a:cubicBezTo>
                      <a:pt x="173" y="24"/>
                      <a:pt x="200" y="40"/>
                      <a:pt x="227" y="55"/>
                    </a:cubicBezTo>
                    <a:cubicBezTo>
                      <a:pt x="246" y="65"/>
                      <a:pt x="256" y="79"/>
                      <a:pt x="253" y="100"/>
                    </a:cubicBezTo>
                    <a:cubicBezTo>
                      <a:pt x="253" y="104"/>
                      <a:pt x="254" y="107"/>
                      <a:pt x="254" y="113"/>
                    </a:cubicBezTo>
                    <a:cubicBezTo>
                      <a:pt x="296" y="113"/>
                      <a:pt x="337" y="113"/>
                      <a:pt x="379" y="113"/>
                    </a:cubicBezTo>
                    <a:cubicBezTo>
                      <a:pt x="379" y="134"/>
                      <a:pt x="379" y="153"/>
                      <a:pt x="379" y="175"/>
                    </a:cubicBezTo>
                    <a:cubicBezTo>
                      <a:pt x="337" y="175"/>
                      <a:pt x="296" y="175"/>
                      <a:pt x="251" y="175"/>
                    </a:cubicBezTo>
                    <a:close/>
                    <a:moveTo>
                      <a:pt x="65" y="144"/>
                    </a:moveTo>
                    <a:cubicBezTo>
                      <a:pt x="55" y="174"/>
                      <a:pt x="73" y="187"/>
                      <a:pt x="95" y="202"/>
                    </a:cubicBezTo>
                    <a:cubicBezTo>
                      <a:pt x="119" y="216"/>
                      <a:pt x="135" y="214"/>
                      <a:pt x="158" y="201"/>
                    </a:cubicBezTo>
                    <a:cubicBezTo>
                      <a:pt x="182" y="187"/>
                      <a:pt x="191" y="173"/>
                      <a:pt x="191" y="145"/>
                    </a:cubicBezTo>
                    <a:cubicBezTo>
                      <a:pt x="191" y="116"/>
                      <a:pt x="182" y="100"/>
                      <a:pt x="157" y="86"/>
                    </a:cubicBezTo>
                    <a:cubicBezTo>
                      <a:pt x="134" y="74"/>
                      <a:pt x="118" y="73"/>
                      <a:pt x="96" y="87"/>
                    </a:cubicBezTo>
                    <a:cubicBezTo>
                      <a:pt x="73" y="101"/>
                      <a:pt x="55" y="114"/>
                      <a:pt x="65" y="14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09728" tIns="54864" rIns="109728" bIns="54864" numCol="1" anchor="t" anchorCtr="0" compatLnSpc="1">
                <a:prstTxWarp prst="textNoShape">
                  <a:avLst/>
                </a:prstTxWarp>
              </a:bodyPr>
              <a:lstStyle/>
              <a:p>
                <a:endParaRPr lang="uk-UA" sz="3456"/>
              </a:p>
            </p:txBody>
          </p:sp>
          <p:sp>
            <p:nvSpPr>
              <p:cNvPr id="55" name="Freeform 820">
                <a:extLst>
                  <a:ext uri="{FF2B5EF4-FFF2-40B4-BE49-F238E27FC236}">
                    <a16:creationId xmlns:a16="http://schemas.microsoft.com/office/drawing/2014/main" id="{4BBD9DC6-F090-25FE-8217-94910DB394F8}"/>
                  </a:ext>
                </a:extLst>
              </p:cNvPr>
              <p:cNvSpPr>
                <a:spLocks noEditPoints="1"/>
              </p:cNvSpPr>
              <p:nvPr/>
            </p:nvSpPr>
            <p:spPr bwMode="auto">
              <a:xfrm>
                <a:off x="3972" y="1866"/>
                <a:ext cx="59" cy="44"/>
              </a:xfrm>
              <a:custGeom>
                <a:avLst/>
                <a:gdLst>
                  <a:gd name="T0" fmla="*/ 125 w 379"/>
                  <a:gd name="T1" fmla="*/ 175 h 288"/>
                  <a:gd name="T2" fmla="*/ 0 w 379"/>
                  <a:gd name="T3" fmla="*/ 175 h 288"/>
                  <a:gd name="T4" fmla="*/ 0 w 379"/>
                  <a:gd name="T5" fmla="*/ 113 h 288"/>
                  <a:gd name="T6" fmla="*/ 121 w 379"/>
                  <a:gd name="T7" fmla="*/ 113 h 288"/>
                  <a:gd name="T8" fmla="*/ 125 w 379"/>
                  <a:gd name="T9" fmla="*/ 109 h 288"/>
                  <a:gd name="T10" fmla="*/ 163 w 379"/>
                  <a:gd name="T11" fmla="*/ 48 h 288"/>
                  <a:gd name="T12" fmla="*/ 230 w 379"/>
                  <a:gd name="T13" fmla="*/ 9 h 288"/>
                  <a:gd name="T14" fmla="*/ 273 w 379"/>
                  <a:gd name="T15" fmla="*/ 9 h 288"/>
                  <a:gd name="T16" fmla="*/ 359 w 379"/>
                  <a:gd name="T17" fmla="*/ 59 h 288"/>
                  <a:gd name="T18" fmla="*/ 379 w 379"/>
                  <a:gd name="T19" fmla="*/ 93 h 288"/>
                  <a:gd name="T20" fmla="*/ 379 w 379"/>
                  <a:gd name="T21" fmla="*/ 195 h 288"/>
                  <a:gd name="T22" fmla="*/ 359 w 379"/>
                  <a:gd name="T23" fmla="*/ 229 h 288"/>
                  <a:gd name="T24" fmla="*/ 272 w 379"/>
                  <a:gd name="T25" fmla="*/ 280 h 288"/>
                  <a:gd name="T26" fmla="*/ 232 w 379"/>
                  <a:gd name="T27" fmla="*/ 280 h 288"/>
                  <a:gd name="T28" fmla="*/ 152 w 379"/>
                  <a:gd name="T29" fmla="*/ 234 h 288"/>
                  <a:gd name="T30" fmla="*/ 125 w 379"/>
                  <a:gd name="T31" fmla="*/ 188 h 288"/>
                  <a:gd name="T32" fmla="*/ 125 w 379"/>
                  <a:gd name="T33" fmla="*/ 175 h 288"/>
                  <a:gd name="T34" fmla="*/ 313 w 379"/>
                  <a:gd name="T35" fmla="*/ 144 h 288"/>
                  <a:gd name="T36" fmla="*/ 284 w 379"/>
                  <a:gd name="T37" fmla="*/ 87 h 288"/>
                  <a:gd name="T38" fmla="*/ 220 w 379"/>
                  <a:gd name="T39" fmla="*/ 87 h 288"/>
                  <a:gd name="T40" fmla="*/ 188 w 379"/>
                  <a:gd name="T41" fmla="*/ 144 h 288"/>
                  <a:gd name="T42" fmla="*/ 221 w 379"/>
                  <a:gd name="T43" fmla="*/ 201 h 288"/>
                  <a:gd name="T44" fmla="*/ 283 w 379"/>
                  <a:gd name="T45" fmla="*/ 201 h 288"/>
                  <a:gd name="T46" fmla="*/ 313 w 379"/>
                  <a:gd name="T47" fmla="*/ 14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79" h="288">
                    <a:moveTo>
                      <a:pt x="125" y="175"/>
                    </a:moveTo>
                    <a:cubicBezTo>
                      <a:pt x="82" y="175"/>
                      <a:pt x="41" y="175"/>
                      <a:pt x="0" y="175"/>
                    </a:cubicBezTo>
                    <a:cubicBezTo>
                      <a:pt x="0" y="154"/>
                      <a:pt x="0" y="135"/>
                      <a:pt x="0" y="113"/>
                    </a:cubicBezTo>
                    <a:cubicBezTo>
                      <a:pt x="41" y="113"/>
                      <a:pt x="82" y="113"/>
                      <a:pt x="121" y="113"/>
                    </a:cubicBezTo>
                    <a:cubicBezTo>
                      <a:pt x="123" y="111"/>
                      <a:pt x="125" y="110"/>
                      <a:pt x="125" y="109"/>
                    </a:cubicBezTo>
                    <a:cubicBezTo>
                      <a:pt x="120" y="78"/>
                      <a:pt x="137" y="61"/>
                      <a:pt x="163" y="48"/>
                    </a:cubicBezTo>
                    <a:cubicBezTo>
                      <a:pt x="186" y="37"/>
                      <a:pt x="208" y="23"/>
                      <a:pt x="230" y="9"/>
                    </a:cubicBezTo>
                    <a:cubicBezTo>
                      <a:pt x="245" y="0"/>
                      <a:pt x="258" y="0"/>
                      <a:pt x="273" y="9"/>
                    </a:cubicBezTo>
                    <a:cubicBezTo>
                      <a:pt x="301" y="26"/>
                      <a:pt x="330" y="43"/>
                      <a:pt x="359" y="59"/>
                    </a:cubicBezTo>
                    <a:cubicBezTo>
                      <a:pt x="372" y="67"/>
                      <a:pt x="379" y="78"/>
                      <a:pt x="379" y="93"/>
                    </a:cubicBezTo>
                    <a:cubicBezTo>
                      <a:pt x="378" y="127"/>
                      <a:pt x="378" y="161"/>
                      <a:pt x="379" y="195"/>
                    </a:cubicBezTo>
                    <a:cubicBezTo>
                      <a:pt x="379" y="210"/>
                      <a:pt x="373" y="221"/>
                      <a:pt x="359" y="229"/>
                    </a:cubicBezTo>
                    <a:cubicBezTo>
                      <a:pt x="330" y="246"/>
                      <a:pt x="301" y="263"/>
                      <a:pt x="272" y="280"/>
                    </a:cubicBezTo>
                    <a:cubicBezTo>
                      <a:pt x="258" y="288"/>
                      <a:pt x="246" y="288"/>
                      <a:pt x="232" y="280"/>
                    </a:cubicBezTo>
                    <a:cubicBezTo>
                      <a:pt x="206" y="264"/>
                      <a:pt x="179" y="248"/>
                      <a:pt x="152" y="234"/>
                    </a:cubicBezTo>
                    <a:cubicBezTo>
                      <a:pt x="133" y="224"/>
                      <a:pt x="123" y="210"/>
                      <a:pt x="125" y="188"/>
                    </a:cubicBezTo>
                    <a:cubicBezTo>
                      <a:pt x="126" y="185"/>
                      <a:pt x="125" y="181"/>
                      <a:pt x="125" y="175"/>
                    </a:cubicBezTo>
                    <a:close/>
                    <a:moveTo>
                      <a:pt x="313" y="144"/>
                    </a:moveTo>
                    <a:cubicBezTo>
                      <a:pt x="323" y="115"/>
                      <a:pt x="307" y="102"/>
                      <a:pt x="284" y="87"/>
                    </a:cubicBezTo>
                    <a:cubicBezTo>
                      <a:pt x="260" y="73"/>
                      <a:pt x="244" y="74"/>
                      <a:pt x="220" y="87"/>
                    </a:cubicBezTo>
                    <a:cubicBezTo>
                      <a:pt x="195" y="101"/>
                      <a:pt x="188" y="117"/>
                      <a:pt x="188" y="144"/>
                    </a:cubicBezTo>
                    <a:cubicBezTo>
                      <a:pt x="187" y="172"/>
                      <a:pt x="196" y="187"/>
                      <a:pt x="221" y="201"/>
                    </a:cubicBezTo>
                    <a:cubicBezTo>
                      <a:pt x="244" y="215"/>
                      <a:pt x="260" y="215"/>
                      <a:pt x="283" y="201"/>
                    </a:cubicBezTo>
                    <a:cubicBezTo>
                      <a:pt x="307" y="187"/>
                      <a:pt x="323" y="173"/>
                      <a:pt x="313" y="14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09728" tIns="54864" rIns="109728" bIns="54864" numCol="1" anchor="t" anchorCtr="0" compatLnSpc="1">
                <a:prstTxWarp prst="textNoShape">
                  <a:avLst/>
                </a:prstTxWarp>
              </a:bodyPr>
              <a:lstStyle/>
              <a:p>
                <a:endParaRPr lang="uk-UA" sz="3456"/>
              </a:p>
            </p:txBody>
          </p:sp>
          <p:sp>
            <p:nvSpPr>
              <p:cNvPr id="56" name="Freeform 821">
                <a:extLst>
                  <a:ext uri="{FF2B5EF4-FFF2-40B4-BE49-F238E27FC236}">
                    <a16:creationId xmlns:a16="http://schemas.microsoft.com/office/drawing/2014/main" id="{C5FC0E9B-F8F4-43DF-6C4B-90ABB26D1D49}"/>
                  </a:ext>
                </a:extLst>
              </p:cNvPr>
              <p:cNvSpPr>
                <a:spLocks noEditPoints="1"/>
              </p:cNvSpPr>
              <p:nvPr/>
            </p:nvSpPr>
            <p:spPr bwMode="auto">
              <a:xfrm>
                <a:off x="3940" y="1954"/>
                <a:ext cx="51" cy="51"/>
              </a:xfrm>
              <a:custGeom>
                <a:avLst/>
                <a:gdLst>
                  <a:gd name="T0" fmla="*/ 0 w 330"/>
                  <a:gd name="T1" fmla="*/ 45 h 330"/>
                  <a:gd name="T2" fmla="*/ 47 w 330"/>
                  <a:gd name="T3" fmla="*/ 0 h 330"/>
                  <a:gd name="T4" fmla="*/ 110 w 330"/>
                  <a:gd name="T5" fmla="*/ 65 h 330"/>
                  <a:gd name="T6" fmla="*/ 137 w 330"/>
                  <a:gd name="T7" fmla="*/ 72 h 330"/>
                  <a:gd name="T8" fmla="*/ 204 w 330"/>
                  <a:gd name="T9" fmla="*/ 54 h 330"/>
                  <a:gd name="T10" fmla="*/ 245 w 330"/>
                  <a:gd name="T11" fmla="*/ 65 h 330"/>
                  <a:gd name="T12" fmla="*/ 315 w 330"/>
                  <a:gd name="T13" fmla="*/ 136 h 330"/>
                  <a:gd name="T14" fmla="*/ 326 w 330"/>
                  <a:gd name="T15" fmla="*/ 175 h 330"/>
                  <a:gd name="T16" fmla="*/ 301 w 330"/>
                  <a:gd name="T17" fmla="*/ 270 h 330"/>
                  <a:gd name="T18" fmla="*/ 271 w 330"/>
                  <a:gd name="T19" fmla="*/ 300 h 330"/>
                  <a:gd name="T20" fmla="*/ 175 w 330"/>
                  <a:gd name="T21" fmla="*/ 325 h 330"/>
                  <a:gd name="T22" fmla="*/ 137 w 330"/>
                  <a:gd name="T23" fmla="*/ 315 h 330"/>
                  <a:gd name="T24" fmla="*/ 65 w 330"/>
                  <a:gd name="T25" fmla="*/ 244 h 330"/>
                  <a:gd name="T26" fmla="*/ 55 w 330"/>
                  <a:gd name="T27" fmla="*/ 204 h 330"/>
                  <a:gd name="T28" fmla="*/ 73 w 330"/>
                  <a:gd name="T29" fmla="*/ 136 h 330"/>
                  <a:gd name="T30" fmla="*/ 66 w 330"/>
                  <a:gd name="T31" fmla="*/ 110 h 330"/>
                  <a:gd name="T32" fmla="*/ 0 w 330"/>
                  <a:gd name="T33" fmla="*/ 45 h 330"/>
                  <a:gd name="T34" fmla="*/ 260 w 330"/>
                  <a:gd name="T35" fmla="*/ 175 h 330"/>
                  <a:gd name="T36" fmla="*/ 256 w 330"/>
                  <a:gd name="T37" fmla="*/ 166 h 330"/>
                  <a:gd name="T38" fmla="*/ 214 w 330"/>
                  <a:gd name="T39" fmla="*/ 124 h 330"/>
                  <a:gd name="T40" fmla="*/ 199 w 330"/>
                  <a:gd name="T41" fmla="*/ 121 h 330"/>
                  <a:gd name="T42" fmla="*/ 123 w 330"/>
                  <a:gd name="T43" fmla="*/ 193 h 330"/>
                  <a:gd name="T44" fmla="*/ 122 w 330"/>
                  <a:gd name="T45" fmla="*/ 199 h 330"/>
                  <a:gd name="T46" fmla="*/ 125 w 330"/>
                  <a:gd name="T47" fmla="*/ 214 h 330"/>
                  <a:gd name="T48" fmla="*/ 228 w 330"/>
                  <a:gd name="T49" fmla="*/ 246 h 330"/>
                  <a:gd name="T50" fmla="*/ 234 w 330"/>
                  <a:gd name="T51" fmla="*/ 244 h 330"/>
                  <a:gd name="T52" fmla="*/ 244 w 330"/>
                  <a:gd name="T53" fmla="*/ 234 h 330"/>
                  <a:gd name="T54" fmla="*/ 260 w 330"/>
                  <a:gd name="T55" fmla="*/ 175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30" h="330">
                    <a:moveTo>
                      <a:pt x="0" y="45"/>
                    </a:moveTo>
                    <a:cubicBezTo>
                      <a:pt x="16" y="30"/>
                      <a:pt x="30" y="16"/>
                      <a:pt x="47" y="0"/>
                    </a:cubicBezTo>
                    <a:cubicBezTo>
                      <a:pt x="68" y="21"/>
                      <a:pt x="90" y="43"/>
                      <a:pt x="110" y="65"/>
                    </a:cubicBezTo>
                    <a:cubicBezTo>
                      <a:pt x="118" y="74"/>
                      <a:pt x="126" y="75"/>
                      <a:pt x="137" y="72"/>
                    </a:cubicBezTo>
                    <a:cubicBezTo>
                      <a:pt x="159" y="65"/>
                      <a:pt x="181" y="60"/>
                      <a:pt x="204" y="54"/>
                    </a:cubicBezTo>
                    <a:cubicBezTo>
                      <a:pt x="220" y="50"/>
                      <a:pt x="233" y="53"/>
                      <a:pt x="245" y="65"/>
                    </a:cubicBezTo>
                    <a:cubicBezTo>
                      <a:pt x="268" y="89"/>
                      <a:pt x="292" y="112"/>
                      <a:pt x="315" y="136"/>
                    </a:cubicBezTo>
                    <a:cubicBezTo>
                      <a:pt x="327" y="147"/>
                      <a:pt x="330" y="160"/>
                      <a:pt x="326" y="175"/>
                    </a:cubicBezTo>
                    <a:cubicBezTo>
                      <a:pt x="317" y="207"/>
                      <a:pt x="309" y="238"/>
                      <a:pt x="301" y="270"/>
                    </a:cubicBezTo>
                    <a:cubicBezTo>
                      <a:pt x="297" y="286"/>
                      <a:pt x="288" y="296"/>
                      <a:pt x="271" y="300"/>
                    </a:cubicBezTo>
                    <a:cubicBezTo>
                      <a:pt x="239" y="308"/>
                      <a:pt x="207" y="317"/>
                      <a:pt x="175" y="325"/>
                    </a:cubicBezTo>
                    <a:cubicBezTo>
                      <a:pt x="160" y="330"/>
                      <a:pt x="148" y="326"/>
                      <a:pt x="137" y="315"/>
                    </a:cubicBezTo>
                    <a:cubicBezTo>
                      <a:pt x="113" y="291"/>
                      <a:pt x="89" y="267"/>
                      <a:pt x="65" y="244"/>
                    </a:cubicBezTo>
                    <a:cubicBezTo>
                      <a:pt x="53" y="232"/>
                      <a:pt x="50" y="219"/>
                      <a:pt x="55" y="204"/>
                    </a:cubicBezTo>
                    <a:cubicBezTo>
                      <a:pt x="61" y="181"/>
                      <a:pt x="66" y="158"/>
                      <a:pt x="73" y="136"/>
                    </a:cubicBezTo>
                    <a:cubicBezTo>
                      <a:pt x="76" y="125"/>
                      <a:pt x="75" y="118"/>
                      <a:pt x="66" y="110"/>
                    </a:cubicBezTo>
                    <a:cubicBezTo>
                      <a:pt x="44" y="89"/>
                      <a:pt x="23" y="67"/>
                      <a:pt x="0" y="45"/>
                    </a:cubicBezTo>
                    <a:close/>
                    <a:moveTo>
                      <a:pt x="260" y="175"/>
                    </a:moveTo>
                    <a:cubicBezTo>
                      <a:pt x="259" y="173"/>
                      <a:pt x="258" y="169"/>
                      <a:pt x="256" y="166"/>
                    </a:cubicBezTo>
                    <a:cubicBezTo>
                      <a:pt x="242" y="152"/>
                      <a:pt x="228" y="138"/>
                      <a:pt x="214" y="124"/>
                    </a:cubicBezTo>
                    <a:cubicBezTo>
                      <a:pt x="210" y="121"/>
                      <a:pt x="204" y="120"/>
                      <a:pt x="199" y="121"/>
                    </a:cubicBezTo>
                    <a:cubicBezTo>
                      <a:pt x="139" y="133"/>
                      <a:pt x="139" y="134"/>
                      <a:pt x="123" y="193"/>
                    </a:cubicBezTo>
                    <a:cubicBezTo>
                      <a:pt x="123" y="195"/>
                      <a:pt x="121" y="197"/>
                      <a:pt x="122" y="199"/>
                    </a:cubicBezTo>
                    <a:cubicBezTo>
                      <a:pt x="122" y="204"/>
                      <a:pt x="122" y="210"/>
                      <a:pt x="125" y="214"/>
                    </a:cubicBezTo>
                    <a:cubicBezTo>
                      <a:pt x="167" y="262"/>
                      <a:pt x="167" y="262"/>
                      <a:pt x="228" y="246"/>
                    </a:cubicBezTo>
                    <a:cubicBezTo>
                      <a:pt x="230" y="245"/>
                      <a:pt x="233" y="245"/>
                      <a:pt x="234" y="244"/>
                    </a:cubicBezTo>
                    <a:cubicBezTo>
                      <a:pt x="238" y="241"/>
                      <a:pt x="243" y="238"/>
                      <a:pt x="244" y="234"/>
                    </a:cubicBezTo>
                    <a:cubicBezTo>
                      <a:pt x="250" y="216"/>
                      <a:pt x="255" y="197"/>
                      <a:pt x="260" y="17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09728" tIns="54864" rIns="109728" bIns="54864" numCol="1" anchor="t" anchorCtr="0" compatLnSpc="1">
                <a:prstTxWarp prst="textNoShape">
                  <a:avLst/>
                </a:prstTxWarp>
              </a:bodyPr>
              <a:lstStyle/>
              <a:p>
                <a:endParaRPr lang="uk-UA" sz="3456"/>
              </a:p>
            </p:txBody>
          </p:sp>
          <p:sp>
            <p:nvSpPr>
              <p:cNvPr id="57" name="Freeform 822">
                <a:extLst>
                  <a:ext uri="{FF2B5EF4-FFF2-40B4-BE49-F238E27FC236}">
                    <a16:creationId xmlns:a16="http://schemas.microsoft.com/office/drawing/2014/main" id="{83DF33D0-1EFC-F01C-44D6-DAA4334222B7}"/>
                  </a:ext>
                </a:extLst>
              </p:cNvPr>
              <p:cNvSpPr>
                <a:spLocks noEditPoints="1"/>
              </p:cNvSpPr>
              <p:nvPr/>
            </p:nvSpPr>
            <p:spPr bwMode="auto">
              <a:xfrm>
                <a:off x="3757" y="1954"/>
                <a:ext cx="51" cy="51"/>
              </a:xfrm>
              <a:custGeom>
                <a:avLst/>
                <a:gdLst>
                  <a:gd name="T0" fmla="*/ 327 w 327"/>
                  <a:gd name="T1" fmla="*/ 47 h 328"/>
                  <a:gd name="T2" fmla="*/ 264 w 327"/>
                  <a:gd name="T3" fmla="*/ 109 h 328"/>
                  <a:gd name="T4" fmla="*/ 258 w 327"/>
                  <a:gd name="T5" fmla="*/ 135 h 328"/>
                  <a:gd name="T6" fmla="*/ 276 w 327"/>
                  <a:gd name="T7" fmla="*/ 202 h 328"/>
                  <a:gd name="T8" fmla="*/ 265 w 327"/>
                  <a:gd name="T9" fmla="*/ 243 h 328"/>
                  <a:gd name="T10" fmla="*/ 194 w 327"/>
                  <a:gd name="T11" fmla="*/ 314 h 328"/>
                  <a:gd name="T12" fmla="*/ 154 w 327"/>
                  <a:gd name="T13" fmla="*/ 324 h 328"/>
                  <a:gd name="T14" fmla="*/ 58 w 327"/>
                  <a:gd name="T15" fmla="*/ 299 h 328"/>
                  <a:gd name="T16" fmla="*/ 30 w 327"/>
                  <a:gd name="T17" fmla="*/ 271 h 328"/>
                  <a:gd name="T18" fmla="*/ 4 w 327"/>
                  <a:gd name="T19" fmla="*/ 173 h 328"/>
                  <a:gd name="T20" fmla="*/ 15 w 327"/>
                  <a:gd name="T21" fmla="*/ 135 h 328"/>
                  <a:gd name="T22" fmla="*/ 86 w 327"/>
                  <a:gd name="T23" fmla="*/ 63 h 328"/>
                  <a:gd name="T24" fmla="*/ 126 w 327"/>
                  <a:gd name="T25" fmla="*/ 53 h 328"/>
                  <a:gd name="T26" fmla="*/ 196 w 327"/>
                  <a:gd name="T27" fmla="*/ 71 h 328"/>
                  <a:gd name="T28" fmla="*/ 218 w 327"/>
                  <a:gd name="T29" fmla="*/ 65 h 328"/>
                  <a:gd name="T30" fmla="*/ 283 w 327"/>
                  <a:gd name="T31" fmla="*/ 0 h 328"/>
                  <a:gd name="T32" fmla="*/ 327 w 327"/>
                  <a:gd name="T33" fmla="*/ 47 h 328"/>
                  <a:gd name="T34" fmla="*/ 210 w 327"/>
                  <a:gd name="T35" fmla="*/ 204 h 328"/>
                  <a:gd name="T36" fmla="*/ 209 w 327"/>
                  <a:gd name="T37" fmla="*/ 196 h 328"/>
                  <a:gd name="T38" fmla="*/ 136 w 327"/>
                  <a:gd name="T39" fmla="*/ 121 h 328"/>
                  <a:gd name="T40" fmla="*/ 111 w 327"/>
                  <a:gd name="T41" fmla="*/ 128 h 328"/>
                  <a:gd name="T42" fmla="*/ 73 w 327"/>
                  <a:gd name="T43" fmla="*/ 171 h 328"/>
                  <a:gd name="T44" fmla="*/ 85 w 327"/>
                  <a:gd name="T45" fmla="*/ 229 h 328"/>
                  <a:gd name="T46" fmla="*/ 100 w 327"/>
                  <a:gd name="T47" fmla="*/ 244 h 328"/>
                  <a:gd name="T48" fmla="*/ 158 w 327"/>
                  <a:gd name="T49" fmla="*/ 256 h 328"/>
                  <a:gd name="T50" fmla="*/ 201 w 327"/>
                  <a:gd name="T51" fmla="*/ 217 h 328"/>
                  <a:gd name="T52" fmla="*/ 207 w 327"/>
                  <a:gd name="T53" fmla="*/ 211 h 328"/>
                  <a:gd name="T54" fmla="*/ 210 w 327"/>
                  <a:gd name="T55" fmla="*/ 204 h 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27" h="328">
                    <a:moveTo>
                      <a:pt x="327" y="47"/>
                    </a:moveTo>
                    <a:cubicBezTo>
                      <a:pt x="308" y="66"/>
                      <a:pt x="287" y="88"/>
                      <a:pt x="264" y="109"/>
                    </a:cubicBezTo>
                    <a:cubicBezTo>
                      <a:pt x="256" y="117"/>
                      <a:pt x="254" y="125"/>
                      <a:pt x="258" y="135"/>
                    </a:cubicBezTo>
                    <a:cubicBezTo>
                      <a:pt x="264" y="158"/>
                      <a:pt x="270" y="180"/>
                      <a:pt x="276" y="202"/>
                    </a:cubicBezTo>
                    <a:cubicBezTo>
                      <a:pt x="280" y="218"/>
                      <a:pt x="277" y="232"/>
                      <a:pt x="265" y="243"/>
                    </a:cubicBezTo>
                    <a:cubicBezTo>
                      <a:pt x="241" y="266"/>
                      <a:pt x="218" y="290"/>
                      <a:pt x="194" y="314"/>
                    </a:cubicBezTo>
                    <a:cubicBezTo>
                      <a:pt x="183" y="325"/>
                      <a:pt x="170" y="328"/>
                      <a:pt x="154" y="324"/>
                    </a:cubicBezTo>
                    <a:cubicBezTo>
                      <a:pt x="123" y="315"/>
                      <a:pt x="90" y="307"/>
                      <a:pt x="58" y="299"/>
                    </a:cubicBezTo>
                    <a:cubicBezTo>
                      <a:pt x="43" y="295"/>
                      <a:pt x="34" y="286"/>
                      <a:pt x="30" y="271"/>
                    </a:cubicBezTo>
                    <a:cubicBezTo>
                      <a:pt x="22" y="238"/>
                      <a:pt x="13" y="206"/>
                      <a:pt x="4" y="173"/>
                    </a:cubicBezTo>
                    <a:cubicBezTo>
                      <a:pt x="0" y="158"/>
                      <a:pt x="4" y="146"/>
                      <a:pt x="15" y="135"/>
                    </a:cubicBezTo>
                    <a:cubicBezTo>
                      <a:pt x="39" y="111"/>
                      <a:pt x="63" y="88"/>
                      <a:pt x="86" y="63"/>
                    </a:cubicBezTo>
                    <a:cubicBezTo>
                      <a:pt x="98" y="51"/>
                      <a:pt x="111" y="49"/>
                      <a:pt x="126" y="53"/>
                    </a:cubicBezTo>
                    <a:cubicBezTo>
                      <a:pt x="149" y="59"/>
                      <a:pt x="173" y="66"/>
                      <a:pt x="196" y="71"/>
                    </a:cubicBezTo>
                    <a:cubicBezTo>
                      <a:pt x="203" y="73"/>
                      <a:pt x="213" y="70"/>
                      <a:pt x="218" y="65"/>
                    </a:cubicBezTo>
                    <a:cubicBezTo>
                      <a:pt x="241" y="44"/>
                      <a:pt x="262" y="22"/>
                      <a:pt x="283" y="0"/>
                    </a:cubicBezTo>
                    <a:cubicBezTo>
                      <a:pt x="298" y="16"/>
                      <a:pt x="312" y="31"/>
                      <a:pt x="327" y="47"/>
                    </a:cubicBezTo>
                    <a:close/>
                    <a:moveTo>
                      <a:pt x="210" y="204"/>
                    </a:moveTo>
                    <a:cubicBezTo>
                      <a:pt x="209" y="200"/>
                      <a:pt x="209" y="198"/>
                      <a:pt x="209" y="196"/>
                    </a:cubicBezTo>
                    <a:cubicBezTo>
                      <a:pt x="195" y="136"/>
                      <a:pt x="195" y="136"/>
                      <a:pt x="136" y="121"/>
                    </a:cubicBezTo>
                    <a:cubicBezTo>
                      <a:pt x="125" y="118"/>
                      <a:pt x="118" y="120"/>
                      <a:pt x="111" y="128"/>
                    </a:cubicBezTo>
                    <a:cubicBezTo>
                      <a:pt x="98" y="143"/>
                      <a:pt x="77" y="155"/>
                      <a:pt x="73" y="171"/>
                    </a:cubicBezTo>
                    <a:cubicBezTo>
                      <a:pt x="68" y="189"/>
                      <a:pt x="79" y="210"/>
                      <a:pt x="85" y="229"/>
                    </a:cubicBezTo>
                    <a:cubicBezTo>
                      <a:pt x="87" y="235"/>
                      <a:pt x="94" y="242"/>
                      <a:pt x="100" y="244"/>
                    </a:cubicBezTo>
                    <a:cubicBezTo>
                      <a:pt x="119" y="250"/>
                      <a:pt x="141" y="261"/>
                      <a:pt x="158" y="256"/>
                    </a:cubicBezTo>
                    <a:cubicBezTo>
                      <a:pt x="175" y="252"/>
                      <a:pt x="187" y="231"/>
                      <a:pt x="201" y="217"/>
                    </a:cubicBezTo>
                    <a:cubicBezTo>
                      <a:pt x="203" y="215"/>
                      <a:pt x="205" y="214"/>
                      <a:pt x="207" y="211"/>
                    </a:cubicBezTo>
                    <a:cubicBezTo>
                      <a:pt x="209" y="209"/>
                      <a:pt x="210" y="206"/>
                      <a:pt x="210" y="20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09728" tIns="54864" rIns="109728" bIns="54864" numCol="1" anchor="t" anchorCtr="0" compatLnSpc="1">
                <a:prstTxWarp prst="textNoShape">
                  <a:avLst/>
                </a:prstTxWarp>
              </a:bodyPr>
              <a:lstStyle/>
              <a:p>
                <a:endParaRPr lang="uk-UA" sz="3456"/>
              </a:p>
            </p:txBody>
          </p:sp>
          <p:sp>
            <p:nvSpPr>
              <p:cNvPr id="58" name="Freeform 823">
                <a:extLst>
                  <a:ext uri="{FF2B5EF4-FFF2-40B4-BE49-F238E27FC236}">
                    <a16:creationId xmlns:a16="http://schemas.microsoft.com/office/drawing/2014/main" id="{5F976442-ED5E-622C-5D42-D5E505CA763A}"/>
                  </a:ext>
                </a:extLst>
              </p:cNvPr>
              <p:cNvSpPr>
                <a:spLocks noEditPoints="1"/>
              </p:cNvSpPr>
              <p:nvPr/>
            </p:nvSpPr>
            <p:spPr bwMode="auto">
              <a:xfrm>
                <a:off x="3940" y="1771"/>
                <a:ext cx="51" cy="51"/>
              </a:xfrm>
              <a:custGeom>
                <a:avLst/>
                <a:gdLst>
                  <a:gd name="T0" fmla="*/ 46 w 329"/>
                  <a:gd name="T1" fmla="*/ 329 h 329"/>
                  <a:gd name="T2" fmla="*/ 0 w 329"/>
                  <a:gd name="T3" fmla="*/ 284 h 329"/>
                  <a:gd name="T4" fmla="*/ 66 w 329"/>
                  <a:gd name="T5" fmla="*/ 219 h 329"/>
                  <a:gd name="T6" fmla="*/ 72 w 329"/>
                  <a:gd name="T7" fmla="*/ 195 h 329"/>
                  <a:gd name="T8" fmla="*/ 53 w 329"/>
                  <a:gd name="T9" fmla="*/ 125 h 329"/>
                  <a:gd name="T10" fmla="*/ 64 w 329"/>
                  <a:gd name="T11" fmla="*/ 85 h 329"/>
                  <a:gd name="T12" fmla="*/ 135 w 329"/>
                  <a:gd name="T13" fmla="*/ 15 h 329"/>
                  <a:gd name="T14" fmla="*/ 174 w 329"/>
                  <a:gd name="T15" fmla="*/ 4 h 329"/>
                  <a:gd name="T16" fmla="*/ 270 w 329"/>
                  <a:gd name="T17" fmla="*/ 29 h 329"/>
                  <a:gd name="T18" fmla="*/ 300 w 329"/>
                  <a:gd name="T19" fmla="*/ 58 h 329"/>
                  <a:gd name="T20" fmla="*/ 325 w 329"/>
                  <a:gd name="T21" fmla="*/ 154 h 329"/>
                  <a:gd name="T22" fmla="*/ 314 w 329"/>
                  <a:gd name="T23" fmla="*/ 194 h 329"/>
                  <a:gd name="T24" fmla="*/ 244 w 329"/>
                  <a:gd name="T25" fmla="*/ 265 h 329"/>
                  <a:gd name="T26" fmla="*/ 204 w 329"/>
                  <a:gd name="T27" fmla="*/ 275 h 329"/>
                  <a:gd name="T28" fmla="*/ 134 w 329"/>
                  <a:gd name="T29" fmla="*/ 257 h 329"/>
                  <a:gd name="T30" fmla="*/ 110 w 329"/>
                  <a:gd name="T31" fmla="*/ 263 h 329"/>
                  <a:gd name="T32" fmla="*/ 46 w 329"/>
                  <a:gd name="T33" fmla="*/ 329 h 329"/>
                  <a:gd name="T34" fmla="*/ 204 w 329"/>
                  <a:gd name="T35" fmla="*/ 210 h 329"/>
                  <a:gd name="T36" fmla="*/ 213 w 329"/>
                  <a:gd name="T37" fmla="*/ 205 h 329"/>
                  <a:gd name="T38" fmla="*/ 254 w 329"/>
                  <a:gd name="T39" fmla="*/ 164 h 329"/>
                  <a:gd name="T40" fmla="*/ 257 w 329"/>
                  <a:gd name="T41" fmla="*/ 148 h 329"/>
                  <a:gd name="T42" fmla="*/ 181 w 329"/>
                  <a:gd name="T43" fmla="*/ 72 h 329"/>
                  <a:gd name="T44" fmla="*/ 165 w 329"/>
                  <a:gd name="T45" fmla="*/ 75 h 329"/>
                  <a:gd name="T46" fmla="*/ 134 w 329"/>
                  <a:gd name="T47" fmla="*/ 183 h 329"/>
                  <a:gd name="T48" fmla="*/ 135 w 329"/>
                  <a:gd name="T49" fmla="*/ 186 h 329"/>
                  <a:gd name="T50" fmla="*/ 143 w 329"/>
                  <a:gd name="T51" fmla="*/ 194 h 329"/>
                  <a:gd name="T52" fmla="*/ 204 w 329"/>
                  <a:gd name="T53" fmla="*/ 210 h 3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29" h="329">
                    <a:moveTo>
                      <a:pt x="46" y="329"/>
                    </a:moveTo>
                    <a:cubicBezTo>
                      <a:pt x="30" y="314"/>
                      <a:pt x="15" y="299"/>
                      <a:pt x="0" y="284"/>
                    </a:cubicBezTo>
                    <a:cubicBezTo>
                      <a:pt x="22" y="262"/>
                      <a:pt x="43" y="240"/>
                      <a:pt x="66" y="219"/>
                    </a:cubicBezTo>
                    <a:cubicBezTo>
                      <a:pt x="73" y="212"/>
                      <a:pt x="75" y="205"/>
                      <a:pt x="72" y="195"/>
                    </a:cubicBezTo>
                    <a:cubicBezTo>
                      <a:pt x="66" y="172"/>
                      <a:pt x="60" y="148"/>
                      <a:pt x="53" y="125"/>
                    </a:cubicBezTo>
                    <a:cubicBezTo>
                      <a:pt x="49" y="110"/>
                      <a:pt x="52" y="97"/>
                      <a:pt x="64" y="85"/>
                    </a:cubicBezTo>
                    <a:cubicBezTo>
                      <a:pt x="88" y="62"/>
                      <a:pt x="112" y="39"/>
                      <a:pt x="135" y="15"/>
                    </a:cubicBezTo>
                    <a:cubicBezTo>
                      <a:pt x="146" y="3"/>
                      <a:pt x="159" y="0"/>
                      <a:pt x="174" y="4"/>
                    </a:cubicBezTo>
                    <a:cubicBezTo>
                      <a:pt x="206" y="13"/>
                      <a:pt x="238" y="21"/>
                      <a:pt x="270" y="29"/>
                    </a:cubicBezTo>
                    <a:cubicBezTo>
                      <a:pt x="286" y="33"/>
                      <a:pt x="296" y="42"/>
                      <a:pt x="300" y="58"/>
                    </a:cubicBezTo>
                    <a:cubicBezTo>
                      <a:pt x="308" y="90"/>
                      <a:pt x="316" y="123"/>
                      <a:pt x="325" y="154"/>
                    </a:cubicBezTo>
                    <a:cubicBezTo>
                      <a:pt x="329" y="170"/>
                      <a:pt x="326" y="183"/>
                      <a:pt x="314" y="194"/>
                    </a:cubicBezTo>
                    <a:cubicBezTo>
                      <a:pt x="290" y="217"/>
                      <a:pt x="267" y="241"/>
                      <a:pt x="244" y="265"/>
                    </a:cubicBezTo>
                    <a:cubicBezTo>
                      <a:pt x="232" y="276"/>
                      <a:pt x="219" y="280"/>
                      <a:pt x="204" y="275"/>
                    </a:cubicBezTo>
                    <a:cubicBezTo>
                      <a:pt x="181" y="269"/>
                      <a:pt x="157" y="263"/>
                      <a:pt x="134" y="257"/>
                    </a:cubicBezTo>
                    <a:cubicBezTo>
                      <a:pt x="124" y="254"/>
                      <a:pt x="117" y="256"/>
                      <a:pt x="110" y="263"/>
                    </a:cubicBezTo>
                    <a:cubicBezTo>
                      <a:pt x="89" y="286"/>
                      <a:pt x="67" y="307"/>
                      <a:pt x="46" y="329"/>
                    </a:cubicBezTo>
                    <a:close/>
                    <a:moveTo>
                      <a:pt x="204" y="210"/>
                    </a:moveTo>
                    <a:cubicBezTo>
                      <a:pt x="206" y="209"/>
                      <a:pt x="210" y="208"/>
                      <a:pt x="213" y="205"/>
                    </a:cubicBezTo>
                    <a:cubicBezTo>
                      <a:pt x="227" y="192"/>
                      <a:pt x="241" y="178"/>
                      <a:pt x="254" y="164"/>
                    </a:cubicBezTo>
                    <a:cubicBezTo>
                      <a:pt x="257" y="161"/>
                      <a:pt x="258" y="153"/>
                      <a:pt x="257" y="148"/>
                    </a:cubicBezTo>
                    <a:cubicBezTo>
                      <a:pt x="243" y="85"/>
                      <a:pt x="243" y="85"/>
                      <a:pt x="181" y="72"/>
                    </a:cubicBezTo>
                    <a:cubicBezTo>
                      <a:pt x="176" y="71"/>
                      <a:pt x="168" y="72"/>
                      <a:pt x="165" y="75"/>
                    </a:cubicBezTo>
                    <a:cubicBezTo>
                      <a:pt x="116" y="117"/>
                      <a:pt x="115" y="122"/>
                      <a:pt x="134" y="183"/>
                    </a:cubicBezTo>
                    <a:cubicBezTo>
                      <a:pt x="135" y="184"/>
                      <a:pt x="134" y="185"/>
                      <a:pt x="135" y="186"/>
                    </a:cubicBezTo>
                    <a:cubicBezTo>
                      <a:pt x="138" y="189"/>
                      <a:pt x="140" y="193"/>
                      <a:pt x="143" y="194"/>
                    </a:cubicBezTo>
                    <a:cubicBezTo>
                      <a:pt x="162" y="199"/>
                      <a:pt x="182" y="204"/>
                      <a:pt x="204" y="2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09728" tIns="54864" rIns="109728" bIns="54864" numCol="1" anchor="t" anchorCtr="0" compatLnSpc="1">
                <a:prstTxWarp prst="textNoShape">
                  <a:avLst/>
                </a:prstTxWarp>
              </a:bodyPr>
              <a:lstStyle/>
              <a:p>
                <a:endParaRPr lang="uk-UA" sz="3456"/>
              </a:p>
            </p:txBody>
          </p:sp>
          <p:sp>
            <p:nvSpPr>
              <p:cNvPr id="59" name="Freeform 824">
                <a:extLst>
                  <a:ext uri="{FF2B5EF4-FFF2-40B4-BE49-F238E27FC236}">
                    <a16:creationId xmlns:a16="http://schemas.microsoft.com/office/drawing/2014/main" id="{97E32E25-28C9-6598-8EC5-61C25DE4974E}"/>
                  </a:ext>
                </a:extLst>
              </p:cNvPr>
              <p:cNvSpPr>
                <a:spLocks noEditPoints="1"/>
              </p:cNvSpPr>
              <p:nvPr/>
            </p:nvSpPr>
            <p:spPr bwMode="auto">
              <a:xfrm>
                <a:off x="3757" y="1771"/>
                <a:ext cx="51" cy="51"/>
              </a:xfrm>
              <a:custGeom>
                <a:avLst/>
                <a:gdLst>
                  <a:gd name="T0" fmla="*/ 330 w 330"/>
                  <a:gd name="T1" fmla="*/ 283 h 330"/>
                  <a:gd name="T2" fmla="*/ 285 w 330"/>
                  <a:gd name="T3" fmla="*/ 330 h 330"/>
                  <a:gd name="T4" fmla="*/ 220 w 330"/>
                  <a:gd name="T5" fmla="*/ 263 h 330"/>
                  <a:gd name="T6" fmla="*/ 194 w 330"/>
                  <a:gd name="T7" fmla="*/ 257 h 330"/>
                  <a:gd name="T8" fmla="*/ 128 w 330"/>
                  <a:gd name="T9" fmla="*/ 275 h 330"/>
                  <a:gd name="T10" fmla="*/ 85 w 330"/>
                  <a:gd name="T11" fmla="*/ 264 h 330"/>
                  <a:gd name="T12" fmla="*/ 16 w 330"/>
                  <a:gd name="T13" fmla="*/ 195 h 330"/>
                  <a:gd name="T14" fmla="*/ 5 w 330"/>
                  <a:gd name="T15" fmla="*/ 153 h 330"/>
                  <a:gd name="T16" fmla="*/ 30 w 330"/>
                  <a:gd name="T17" fmla="*/ 59 h 330"/>
                  <a:gd name="T18" fmla="*/ 59 w 330"/>
                  <a:gd name="T19" fmla="*/ 29 h 330"/>
                  <a:gd name="T20" fmla="*/ 155 w 330"/>
                  <a:gd name="T21" fmla="*/ 4 h 330"/>
                  <a:gd name="T22" fmla="*/ 194 w 330"/>
                  <a:gd name="T23" fmla="*/ 15 h 330"/>
                  <a:gd name="T24" fmla="*/ 265 w 330"/>
                  <a:gd name="T25" fmla="*/ 85 h 330"/>
                  <a:gd name="T26" fmla="*/ 276 w 330"/>
                  <a:gd name="T27" fmla="*/ 126 h 330"/>
                  <a:gd name="T28" fmla="*/ 257 w 330"/>
                  <a:gd name="T29" fmla="*/ 195 h 330"/>
                  <a:gd name="T30" fmla="*/ 263 w 330"/>
                  <a:gd name="T31" fmla="*/ 218 h 330"/>
                  <a:gd name="T32" fmla="*/ 330 w 330"/>
                  <a:gd name="T33" fmla="*/ 283 h 330"/>
                  <a:gd name="T34" fmla="*/ 123 w 330"/>
                  <a:gd name="T35" fmla="*/ 210 h 330"/>
                  <a:gd name="T36" fmla="*/ 132 w 330"/>
                  <a:gd name="T37" fmla="*/ 208 h 330"/>
                  <a:gd name="T38" fmla="*/ 209 w 330"/>
                  <a:gd name="T39" fmla="*/ 131 h 330"/>
                  <a:gd name="T40" fmla="*/ 208 w 330"/>
                  <a:gd name="T41" fmla="*/ 119 h 330"/>
                  <a:gd name="T42" fmla="*/ 160 w 330"/>
                  <a:gd name="T43" fmla="*/ 72 h 330"/>
                  <a:gd name="T44" fmla="*/ 116 w 330"/>
                  <a:gd name="T45" fmla="*/ 80 h 330"/>
                  <a:gd name="T46" fmla="*/ 100 w 330"/>
                  <a:gd name="T47" fmla="*/ 84 h 330"/>
                  <a:gd name="T48" fmla="*/ 85 w 330"/>
                  <a:gd name="T49" fmla="*/ 99 h 330"/>
                  <a:gd name="T50" fmla="*/ 72 w 330"/>
                  <a:gd name="T51" fmla="*/ 148 h 330"/>
                  <a:gd name="T52" fmla="*/ 77 w 330"/>
                  <a:gd name="T53" fmla="*/ 165 h 330"/>
                  <a:gd name="T54" fmla="*/ 115 w 330"/>
                  <a:gd name="T55" fmla="*/ 203 h 330"/>
                  <a:gd name="T56" fmla="*/ 123 w 330"/>
                  <a:gd name="T57" fmla="*/ 210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30" h="330">
                    <a:moveTo>
                      <a:pt x="330" y="283"/>
                    </a:moveTo>
                    <a:cubicBezTo>
                      <a:pt x="314" y="300"/>
                      <a:pt x="300" y="314"/>
                      <a:pt x="285" y="330"/>
                    </a:cubicBezTo>
                    <a:cubicBezTo>
                      <a:pt x="263" y="308"/>
                      <a:pt x="241" y="286"/>
                      <a:pt x="220" y="263"/>
                    </a:cubicBezTo>
                    <a:cubicBezTo>
                      <a:pt x="212" y="255"/>
                      <a:pt x="205" y="254"/>
                      <a:pt x="194" y="257"/>
                    </a:cubicBezTo>
                    <a:cubicBezTo>
                      <a:pt x="172" y="263"/>
                      <a:pt x="150" y="269"/>
                      <a:pt x="128" y="275"/>
                    </a:cubicBezTo>
                    <a:cubicBezTo>
                      <a:pt x="111" y="280"/>
                      <a:pt x="97" y="277"/>
                      <a:pt x="85" y="264"/>
                    </a:cubicBezTo>
                    <a:cubicBezTo>
                      <a:pt x="62" y="240"/>
                      <a:pt x="39" y="217"/>
                      <a:pt x="16" y="195"/>
                    </a:cubicBezTo>
                    <a:cubicBezTo>
                      <a:pt x="4" y="183"/>
                      <a:pt x="0" y="170"/>
                      <a:pt x="5" y="153"/>
                    </a:cubicBezTo>
                    <a:cubicBezTo>
                      <a:pt x="14" y="122"/>
                      <a:pt x="22" y="90"/>
                      <a:pt x="30" y="59"/>
                    </a:cubicBezTo>
                    <a:cubicBezTo>
                      <a:pt x="34" y="43"/>
                      <a:pt x="43" y="33"/>
                      <a:pt x="59" y="29"/>
                    </a:cubicBezTo>
                    <a:cubicBezTo>
                      <a:pt x="91" y="21"/>
                      <a:pt x="123" y="13"/>
                      <a:pt x="155" y="4"/>
                    </a:cubicBezTo>
                    <a:cubicBezTo>
                      <a:pt x="170" y="0"/>
                      <a:pt x="183" y="3"/>
                      <a:pt x="194" y="15"/>
                    </a:cubicBezTo>
                    <a:cubicBezTo>
                      <a:pt x="218" y="38"/>
                      <a:pt x="241" y="62"/>
                      <a:pt x="265" y="85"/>
                    </a:cubicBezTo>
                    <a:cubicBezTo>
                      <a:pt x="277" y="97"/>
                      <a:pt x="280" y="110"/>
                      <a:pt x="276" y="126"/>
                    </a:cubicBezTo>
                    <a:cubicBezTo>
                      <a:pt x="269" y="149"/>
                      <a:pt x="264" y="172"/>
                      <a:pt x="257" y="195"/>
                    </a:cubicBezTo>
                    <a:cubicBezTo>
                      <a:pt x="254" y="204"/>
                      <a:pt x="256" y="211"/>
                      <a:pt x="263" y="218"/>
                    </a:cubicBezTo>
                    <a:cubicBezTo>
                      <a:pt x="286" y="240"/>
                      <a:pt x="308" y="262"/>
                      <a:pt x="330" y="283"/>
                    </a:cubicBezTo>
                    <a:close/>
                    <a:moveTo>
                      <a:pt x="123" y="210"/>
                    </a:moveTo>
                    <a:cubicBezTo>
                      <a:pt x="128" y="209"/>
                      <a:pt x="130" y="209"/>
                      <a:pt x="132" y="208"/>
                    </a:cubicBezTo>
                    <a:cubicBezTo>
                      <a:pt x="195" y="194"/>
                      <a:pt x="196" y="194"/>
                      <a:pt x="209" y="131"/>
                    </a:cubicBezTo>
                    <a:cubicBezTo>
                      <a:pt x="209" y="127"/>
                      <a:pt x="210" y="121"/>
                      <a:pt x="208" y="119"/>
                    </a:cubicBezTo>
                    <a:cubicBezTo>
                      <a:pt x="193" y="102"/>
                      <a:pt x="178" y="83"/>
                      <a:pt x="160" y="72"/>
                    </a:cubicBezTo>
                    <a:cubicBezTo>
                      <a:pt x="150" y="67"/>
                      <a:pt x="131" y="77"/>
                      <a:pt x="116" y="80"/>
                    </a:cubicBezTo>
                    <a:cubicBezTo>
                      <a:pt x="111" y="81"/>
                      <a:pt x="105" y="81"/>
                      <a:pt x="100" y="84"/>
                    </a:cubicBezTo>
                    <a:cubicBezTo>
                      <a:pt x="94" y="88"/>
                      <a:pt x="87" y="93"/>
                      <a:pt x="85" y="99"/>
                    </a:cubicBezTo>
                    <a:cubicBezTo>
                      <a:pt x="80" y="115"/>
                      <a:pt x="76" y="131"/>
                      <a:pt x="72" y="148"/>
                    </a:cubicBezTo>
                    <a:cubicBezTo>
                      <a:pt x="71" y="153"/>
                      <a:pt x="73" y="161"/>
                      <a:pt x="77" y="165"/>
                    </a:cubicBezTo>
                    <a:cubicBezTo>
                      <a:pt x="89" y="179"/>
                      <a:pt x="102" y="191"/>
                      <a:pt x="115" y="203"/>
                    </a:cubicBezTo>
                    <a:cubicBezTo>
                      <a:pt x="118" y="206"/>
                      <a:pt x="121" y="208"/>
                      <a:pt x="123" y="2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09728" tIns="54864" rIns="109728" bIns="54864" numCol="1" anchor="t" anchorCtr="0" compatLnSpc="1">
                <a:prstTxWarp prst="textNoShape">
                  <a:avLst/>
                </a:prstTxWarp>
              </a:bodyPr>
              <a:lstStyle/>
              <a:p>
                <a:endParaRPr lang="uk-UA" sz="3456"/>
              </a:p>
            </p:txBody>
          </p:sp>
          <p:sp>
            <p:nvSpPr>
              <p:cNvPr id="60" name="Freeform 825">
                <a:extLst>
                  <a:ext uri="{FF2B5EF4-FFF2-40B4-BE49-F238E27FC236}">
                    <a16:creationId xmlns:a16="http://schemas.microsoft.com/office/drawing/2014/main" id="{5991117A-C3E1-7CDA-7A04-2B98CAA8AFEA}"/>
                  </a:ext>
                </a:extLst>
              </p:cNvPr>
              <p:cNvSpPr>
                <a:spLocks noEditPoints="1"/>
              </p:cNvSpPr>
              <p:nvPr/>
            </p:nvSpPr>
            <p:spPr bwMode="auto">
              <a:xfrm>
                <a:off x="3854" y="1986"/>
                <a:ext cx="40" cy="60"/>
              </a:xfrm>
              <a:custGeom>
                <a:avLst/>
                <a:gdLst>
                  <a:gd name="T0" fmla="*/ 95 w 253"/>
                  <a:gd name="T1" fmla="*/ 0 h 381"/>
                  <a:gd name="T2" fmla="*/ 158 w 253"/>
                  <a:gd name="T3" fmla="*/ 0 h 381"/>
                  <a:gd name="T4" fmla="*/ 158 w 253"/>
                  <a:gd name="T5" fmla="*/ 81 h 381"/>
                  <a:gd name="T6" fmla="*/ 181 w 253"/>
                  <a:gd name="T7" fmla="*/ 121 h 381"/>
                  <a:gd name="T8" fmla="*/ 233 w 253"/>
                  <a:gd name="T9" fmla="*/ 151 h 381"/>
                  <a:gd name="T10" fmla="*/ 253 w 253"/>
                  <a:gd name="T11" fmla="*/ 186 h 381"/>
                  <a:gd name="T12" fmla="*/ 253 w 253"/>
                  <a:gd name="T13" fmla="*/ 288 h 381"/>
                  <a:gd name="T14" fmla="*/ 234 w 253"/>
                  <a:gd name="T15" fmla="*/ 321 h 381"/>
                  <a:gd name="T16" fmla="*/ 145 w 253"/>
                  <a:gd name="T17" fmla="*/ 373 h 381"/>
                  <a:gd name="T18" fmla="*/ 107 w 253"/>
                  <a:gd name="T19" fmla="*/ 373 h 381"/>
                  <a:gd name="T20" fmla="*/ 19 w 253"/>
                  <a:gd name="T21" fmla="*/ 321 h 381"/>
                  <a:gd name="T22" fmla="*/ 0 w 253"/>
                  <a:gd name="T23" fmla="*/ 289 h 381"/>
                  <a:gd name="T24" fmla="*/ 0 w 253"/>
                  <a:gd name="T25" fmla="*/ 183 h 381"/>
                  <a:gd name="T26" fmla="*/ 19 w 253"/>
                  <a:gd name="T27" fmla="*/ 152 h 381"/>
                  <a:gd name="T28" fmla="*/ 83 w 253"/>
                  <a:gd name="T29" fmla="*/ 115 h 381"/>
                  <a:gd name="T30" fmla="*/ 96 w 253"/>
                  <a:gd name="T31" fmla="*/ 94 h 381"/>
                  <a:gd name="T32" fmla="*/ 95 w 253"/>
                  <a:gd name="T33" fmla="*/ 0 h 381"/>
                  <a:gd name="T34" fmla="*/ 63 w 253"/>
                  <a:gd name="T35" fmla="*/ 232 h 381"/>
                  <a:gd name="T36" fmla="*/ 94 w 253"/>
                  <a:gd name="T37" fmla="*/ 293 h 381"/>
                  <a:gd name="T38" fmla="*/ 160 w 253"/>
                  <a:gd name="T39" fmla="*/ 293 h 381"/>
                  <a:gd name="T40" fmla="*/ 192 w 253"/>
                  <a:gd name="T41" fmla="*/ 238 h 381"/>
                  <a:gd name="T42" fmla="*/ 158 w 253"/>
                  <a:gd name="T43" fmla="*/ 179 h 381"/>
                  <a:gd name="T44" fmla="*/ 95 w 253"/>
                  <a:gd name="T45" fmla="*/ 180 h 381"/>
                  <a:gd name="T46" fmla="*/ 63 w 253"/>
                  <a:gd name="T47" fmla="*/ 232 h 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53" h="381">
                    <a:moveTo>
                      <a:pt x="95" y="0"/>
                    </a:moveTo>
                    <a:cubicBezTo>
                      <a:pt x="116" y="0"/>
                      <a:pt x="136" y="0"/>
                      <a:pt x="158" y="0"/>
                    </a:cubicBezTo>
                    <a:cubicBezTo>
                      <a:pt x="158" y="27"/>
                      <a:pt x="160" y="54"/>
                      <a:pt x="158" y="81"/>
                    </a:cubicBezTo>
                    <a:cubicBezTo>
                      <a:pt x="156" y="101"/>
                      <a:pt x="162" y="113"/>
                      <a:pt x="181" y="121"/>
                    </a:cubicBezTo>
                    <a:cubicBezTo>
                      <a:pt x="199" y="130"/>
                      <a:pt x="216" y="141"/>
                      <a:pt x="233" y="151"/>
                    </a:cubicBezTo>
                    <a:cubicBezTo>
                      <a:pt x="247" y="159"/>
                      <a:pt x="253" y="170"/>
                      <a:pt x="253" y="186"/>
                    </a:cubicBezTo>
                    <a:cubicBezTo>
                      <a:pt x="253" y="220"/>
                      <a:pt x="253" y="254"/>
                      <a:pt x="253" y="288"/>
                    </a:cubicBezTo>
                    <a:cubicBezTo>
                      <a:pt x="253" y="303"/>
                      <a:pt x="247" y="314"/>
                      <a:pt x="234" y="321"/>
                    </a:cubicBezTo>
                    <a:cubicBezTo>
                      <a:pt x="204" y="338"/>
                      <a:pt x="175" y="356"/>
                      <a:pt x="145" y="373"/>
                    </a:cubicBezTo>
                    <a:cubicBezTo>
                      <a:pt x="132" y="381"/>
                      <a:pt x="120" y="380"/>
                      <a:pt x="107" y="373"/>
                    </a:cubicBezTo>
                    <a:cubicBezTo>
                      <a:pt x="78" y="355"/>
                      <a:pt x="48" y="338"/>
                      <a:pt x="19" y="321"/>
                    </a:cubicBezTo>
                    <a:cubicBezTo>
                      <a:pt x="6" y="314"/>
                      <a:pt x="0" y="304"/>
                      <a:pt x="0" y="289"/>
                    </a:cubicBezTo>
                    <a:cubicBezTo>
                      <a:pt x="0" y="254"/>
                      <a:pt x="0" y="219"/>
                      <a:pt x="0" y="183"/>
                    </a:cubicBezTo>
                    <a:cubicBezTo>
                      <a:pt x="0" y="169"/>
                      <a:pt x="7" y="159"/>
                      <a:pt x="19" y="152"/>
                    </a:cubicBezTo>
                    <a:cubicBezTo>
                      <a:pt x="41" y="140"/>
                      <a:pt x="62" y="127"/>
                      <a:pt x="83" y="115"/>
                    </a:cubicBezTo>
                    <a:cubicBezTo>
                      <a:pt x="92" y="110"/>
                      <a:pt x="96" y="104"/>
                      <a:pt x="96" y="94"/>
                    </a:cubicBezTo>
                    <a:cubicBezTo>
                      <a:pt x="95" y="63"/>
                      <a:pt x="95" y="32"/>
                      <a:pt x="95" y="0"/>
                    </a:cubicBezTo>
                    <a:close/>
                    <a:moveTo>
                      <a:pt x="63" y="232"/>
                    </a:moveTo>
                    <a:cubicBezTo>
                      <a:pt x="63" y="274"/>
                      <a:pt x="65" y="272"/>
                      <a:pt x="94" y="293"/>
                    </a:cubicBezTo>
                    <a:cubicBezTo>
                      <a:pt x="118" y="309"/>
                      <a:pt x="136" y="307"/>
                      <a:pt x="160" y="293"/>
                    </a:cubicBezTo>
                    <a:cubicBezTo>
                      <a:pt x="183" y="279"/>
                      <a:pt x="191" y="265"/>
                      <a:pt x="192" y="238"/>
                    </a:cubicBezTo>
                    <a:cubicBezTo>
                      <a:pt x="192" y="209"/>
                      <a:pt x="183" y="194"/>
                      <a:pt x="158" y="179"/>
                    </a:cubicBezTo>
                    <a:cubicBezTo>
                      <a:pt x="134" y="165"/>
                      <a:pt x="118" y="166"/>
                      <a:pt x="95" y="180"/>
                    </a:cubicBezTo>
                    <a:cubicBezTo>
                      <a:pt x="72" y="194"/>
                      <a:pt x="55" y="207"/>
                      <a:pt x="63" y="2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09728" tIns="54864" rIns="109728" bIns="54864" numCol="1" anchor="t" anchorCtr="0" compatLnSpc="1">
                <a:prstTxWarp prst="textNoShape">
                  <a:avLst/>
                </a:prstTxWarp>
              </a:bodyPr>
              <a:lstStyle/>
              <a:p>
                <a:endParaRPr lang="uk-UA" sz="3456"/>
              </a:p>
            </p:txBody>
          </p:sp>
          <p:sp>
            <p:nvSpPr>
              <p:cNvPr id="61" name="Freeform 826">
                <a:extLst>
                  <a:ext uri="{FF2B5EF4-FFF2-40B4-BE49-F238E27FC236}">
                    <a16:creationId xmlns:a16="http://schemas.microsoft.com/office/drawing/2014/main" id="{5D903B09-19C2-2F72-14CB-84D2CE5614C1}"/>
                  </a:ext>
                </a:extLst>
              </p:cNvPr>
              <p:cNvSpPr>
                <a:spLocks noEditPoints="1"/>
              </p:cNvSpPr>
              <p:nvPr/>
            </p:nvSpPr>
            <p:spPr bwMode="auto">
              <a:xfrm>
                <a:off x="3837" y="1851"/>
                <a:ext cx="74" cy="74"/>
              </a:xfrm>
              <a:custGeom>
                <a:avLst/>
                <a:gdLst>
                  <a:gd name="T0" fmla="*/ 238 w 475"/>
                  <a:gd name="T1" fmla="*/ 0 h 475"/>
                  <a:gd name="T2" fmla="*/ 475 w 475"/>
                  <a:gd name="T3" fmla="*/ 237 h 475"/>
                  <a:gd name="T4" fmla="*/ 237 w 475"/>
                  <a:gd name="T5" fmla="*/ 474 h 475"/>
                  <a:gd name="T6" fmla="*/ 1 w 475"/>
                  <a:gd name="T7" fmla="*/ 236 h 475"/>
                  <a:gd name="T8" fmla="*/ 238 w 475"/>
                  <a:gd name="T9" fmla="*/ 0 h 475"/>
                  <a:gd name="T10" fmla="*/ 242 w 475"/>
                  <a:gd name="T11" fmla="*/ 411 h 475"/>
                  <a:gd name="T12" fmla="*/ 412 w 475"/>
                  <a:gd name="T13" fmla="*/ 234 h 475"/>
                  <a:gd name="T14" fmla="*/ 233 w 475"/>
                  <a:gd name="T15" fmla="*/ 63 h 475"/>
                  <a:gd name="T16" fmla="*/ 64 w 475"/>
                  <a:gd name="T17" fmla="*/ 242 h 475"/>
                  <a:gd name="T18" fmla="*/ 242 w 475"/>
                  <a:gd name="T19" fmla="*/ 411 h 4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75" h="475">
                    <a:moveTo>
                      <a:pt x="238" y="0"/>
                    </a:moveTo>
                    <a:cubicBezTo>
                      <a:pt x="369" y="0"/>
                      <a:pt x="475" y="106"/>
                      <a:pt x="475" y="237"/>
                    </a:cubicBezTo>
                    <a:cubicBezTo>
                      <a:pt x="475" y="369"/>
                      <a:pt x="369" y="475"/>
                      <a:pt x="237" y="474"/>
                    </a:cubicBezTo>
                    <a:cubicBezTo>
                      <a:pt x="105" y="474"/>
                      <a:pt x="0" y="368"/>
                      <a:pt x="1" y="236"/>
                    </a:cubicBezTo>
                    <a:cubicBezTo>
                      <a:pt x="1" y="105"/>
                      <a:pt x="107" y="0"/>
                      <a:pt x="238" y="0"/>
                    </a:cubicBezTo>
                    <a:close/>
                    <a:moveTo>
                      <a:pt x="242" y="411"/>
                    </a:moveTo>
                    <a:cubicBezTo>
                      <a:pt x="339" y="407"/>
                      <a:pt x="415" y="328"/>
                      <a:pt x="412" y="234"/>
                    </a:cubicBezTo>
                    <a:cubicBezTo>
                      <a:pt x="409" y="136"/>
                      <a:pt x="328" y="59"/>
                      <a:pt x="233" y="63"/>
                    </a:cubicBezTo>
                    <a:cubicBezTo>
                      <a:pt x="136" y="67"/>
                      <a:pt x="60" y="147"/>
                      <a:pt x="64" y="242"/>
                    </a:cubicBezTo>
                    <a:cubicBezTo>
                      <a:pt x="67" y="339"/>
                      <a:pt x="148" y="415"/>
                      <a:pt x="242" y="4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09728" tIns="54864" rIns="109728" bIns="54864" numCol="1" anchor="t" anchorCtr="0" compatLnSpc="1">
                <a:prstTxWarp prst="textNoShape">
                  <a:avLst/>
                </a:prstTxWarp>
              </a:bodyPr>
              <a:lstStyle/>
              <a:p>
                <a:endParaRPr lang="uk-UA" sz="3456"/>
              </a:p>
            </p:txBody>
          </p:sp>
        </p:grpSp>
        <p:sp>
          <p:nvSpPr>
            <p:cNvPr id="64" name="TextBox 63">
              <a:extLst>
                <a:ext uri="{FF2B5EF4-FFF2-40B4-BE49-F238E27FC236}">
                  <a16:creationId xmlns:a16="http://schemas.microsoft.com/office/drawing/2014/main" id="{B78B2D75-E3F4-A7E5-3713-2E35370603C0}"/>
                </a:ext>
              </a:extLst>
            </p:cNvPr>
            <p:cNvSpPr txBox="1"/>
            <p:nvPr/>
          </p:nvSpPr>
          <p:spPr>
            <a:xfrm>
              <a:off x="13960118" y="3149543"/>
              <a:ext cx="867455" cy="363192"/>
            </a:xfrm>
            <a:prstGeom prst="rect">
              <a:avLst/>
            </a:prstGeom>
            <a:noFill/>
          </p:spPr>
          <p:txBody>
            <a:bodyPr wrap="square" lIns="0" tIns="0" rIns="0" bIns="0" rtlCol="0">
              <a:noAutofit/>
            </a:bodyPr>
            <a:lstStyle/>
            <a:p>
              <a:pPr algn="ctr">
                <a:lnSpc>
                  <a:spcPct val="90000"/>
                </a:lnSpc>
              </a:pPr>
              <a:r>
                <a:rPr lang="en-US" sz="1200" dirty="0">
                  <a:solidFill>
                    <a:schemeClr val="tx1">
                      <a:lumMod val="75000"/>
                      <a:lumOff val="25000"/>
                    </a:schemeClr>
                  </a:solidFill>
                </a:rPr>
                <a:t>Limits</a:t>
              </a:r>
              <a:br>
                <a:rPr lang="en-US" sz="1200" dirty="0">
                  <a:solidFill>
                    <a:schemeClr val="tx1">
                      <a:lumMod val="75000"/>
                      <a:lumOff val="25000"/>
                    </a:schemeClr>
                  </a:solidFill>
                </a:rPr>
              </a:br>
              <a:r>
                <a:rPr lang="en-US" sz="1200" dirty="0">
                  <a:solidFill>
                    <a:schemeClr val="tx1">
                      <a:lumMod val="75000"/>
                      <a:lumOff val="25000"/>
                    </a:schemeClr>
                  </a:solidFill>
                </a:rPr>
                <a:t>System</a:t>
              </a:r>
            </a:p>
          </p:txBody>
        </p:sp>
      </p:grpSp>
      <p:cxnSp>
        <p:nvCxnSpPr>
          <p:cNvPr id="77" name="Straight Arrow Connector 76">
            <a:extLst>
              <a:ext uri="{FF2B5EF4-FFF2-40B4-BE49-F238E27FC236}">
                <a16:creationId xmlns:a16="http://schemas.microsoft.com/office/drawing/2014/main" id="{9A2FCAF9-93D2-6394-3BDC-14A84100084E}"/>
              </a:ext>
            </a:extLst>
          </p:cNvPr>
          <p:cNvCxnSpPr>
            <a:cxnSpLocks/>
          </p:cNvCxnSpPr>
          <p:nvPr/>
        </p:nvCxnSpPr>
        <p:spPr>
          <a:xfrm>
            <a:off x="1840045" y="3174105"/>
            <a:ext cx="4502444" cy="0"/>
          </a:xfrm>
          <a:prstGeom prst="straightConnector1">
            <a:avLst/>
          </a:prstGeom>
          <a:ln w="12700" cap="rnd">
            <a:solidFill>
              <a:schemeClr val="accent4"/>
            </a:solidFill>
            <a:tailEnd type="arrow" w="med" len="sm"/>
          </a:ln>
        </p:spPr>
        <p:style>
          <a:lnRef idx="1">
            <a:schemeClr val="accent1"/>
          </a:lnRef>
          <a:fillRef idx="0">
            <a:schemeClr val="accent1"/>
          </a:fillRef>
          <a:effectRef idx="0">
            <a:schemeClr val="accent1"/>
          </a:effectRef>
          <a:fontRef idx="minor">
            <a:schemeClr val="lt1"/>
          </a:fontRef>
        </p:style>
      </p:cxnSp>
      <p:sp>
        <p:nvSpPr>
          <p:cNvPr id="78" name="Freeform: Shape 16">
            <a:extLst>
              <a:ext uri="{FF2B5EF4-FFF2-40B4-BE49-F238E27FC236}">
                <a16:creationId xmlns:a16="http://schemas.microsoft.com/office/drawing/2014/main" id="{5E0D2DBA-97E1-2679-50DC-137E1B8446F0}"/>
              </a:ext>
            </a:extLst>
          </p:cNvPr>
          <p:cNvSpPr/>
          <p:nvPr/>
        </p:nvSpPr>
        <p:spPr>
          <a:xfrm flipH="1" flipV="1">
            <a:off x="3465893" y="3447685"/>
            <a:ext cx="2876594" cy="454697"/>
          </a:xfrm>
          <a:custGeom>
            <a:avLst/>
            <a:gdLst/>
            <a:ahLst/>
            <a:cxnLst>
              <a:cxn ang="3cd4">
                <a:pos x="hc" y="t"/>
              </a:cxn>
              <a:cxn ang="cd2">
                <a:pos x="l" y="vc"/>
              </a:cxn>
              <a:cxn ang="cd4">
                <a:pos x="hc" y="b"/>
              </a:cxn>
              <a:cxn ang="0">
                <a:pos x="r" y="vc"/>
              </a:cxn>
            </a:cxnLst>
            <a:rect l="l" t="t" r="r" b="b"/>
            <a:pathLst>
              <a:path w="5563" h="2219" fill="none">
                <a:moveTo>
                  <a:pt x="5563" y="0"/>
                </a:moveTo>
                <a:lnTo>
                  <a:pt x="3344" y="2219"/>
                </a:lnTo>
                <a:lnTo>
                  <a:pt x="0" y="2219"/>
                </a:lnTo>
              </a:path>
            </a:pathLst>
          </a:custGeom>
          <a:ln w="12700" cap="rnd">
            <a:tailEnd type="arrow" w="med" len="sm"/>
          </a:ln>
        </p:spPr>
        <p:style>
          <a:lnRef idx="1">
            <a:schemeClr val="accent1"/>
          </a:lnRef>
          <a:fillRef idx="0">
            <a:schemeClr val="accent1"/>
          </a:fillRef>
          <a:effectRef idx="0">
            <a:schemeClr val="accent1"/>
          </a:effectRef>
          <a:fontRef idx="minor">
            <a:schemeClr val="lt1"/>
          </a:fontRef>
        </p:style>
        <p:txBody>
          <a:bodyPr vert="horz" wrap="none" lIns="5400" tIns="5400" rIns="5400" bIns="5400" anchor="ctr" anchorCtr="1" compatLnSpc="0"/>
          <a:lstStyle/>
          <a:p>
            <a:pPr marL="0" marR="0" lvl="0" indent="0" rtl="0" hangingPunct="0">
              <a:lnSpc>
                <a:spcPct val="100000"/>
              </a:lnSpc>
              <a:spcBef>
                <a:spcPts val="0"/>
              </a:spcBef>
              <a:spcAft>
                <a:spcPts val="0"/>
              </a:spcAft>
              <a:buNone/>
              <a:tabLst/>
            </a:pPr>
            <a:endParaRPr lang="x-none" sz="1800" u="none" strike="noStrike" kern="1200" dirty="0">
              <a:ln>
                <a:noFill/>
              </a:ln>
              <a:latin typeface="Arial" pitchFamily="18"/>
              <a:ea typeface="Arial" charset="0"/>
              <a:cs typeface="Arial" charset="0"/>
            </a:endParaRPr>
          </a:p>
        </p:txBody>
      </p:sp>
      <p:sp>
        <p:nvSpPr>
          <p:cNvPr id="79" name="Freeform: Shape 16">
            <a:extLst>
              <a:ext uri="{FF2B5EF4-FFF2-40B4-BE49-F238E27FC236}">
                <a16:creationId xmlns:a16="http://schemas.microsoft.com/office/drawing/2014/main" id="{7A3A4985-62C2-F393-FCB9-A8200BB08E09}"/>
              </a:ext>
            </a:extLst>
          </p:cNvPr>
          <p:cNvSpPr/>
          <p:nvPr/>
        </p:nvSpPr>
        <p:spPr>
          <a:xfrm flipV="1">
            <a:off x="1840045" y="3444278"/>
            <a:ext cx="2839648" cy="462370"/>
          </a:xfrm>
          <a:custGeom>
            <a:avLst/>
            <a:gdLst/>
            <a:ahLst/>
            <a:cxnLst>
              <a:cxn ang="3cd4">
                <a:pos x="hc" y="t"/>
              </a:cxn>
              <a:cxn ang="cd2">
                <a:pos x="l" y="vc"/>
              </a:cxn>
              <a:cxn ang="cd4">
                <a:pos x="hc" y="b"/>
              </a:cxn>
              <a:cxn ang="0">
                <a:pos x="r" y="vc"/>
              </a:cxn>
            </a:cxnLst>
            <a:rect l="l" t="t" r="r" b="b"/>
            <a:pathLst>
              <a:path w="5563" h="2219" fill="none">
                <a:moveTo>
                  <a:pt x="5563" y="0"/>
                </a:moveTo>
                <a:lnTo>
                  <a:pt x="3344" y="2219"/>
                </a:lnTo>
                <a:lnTo>
                  <a:pt x="0" y="2219"/>
                </a:lnTo>
              </a:path>
            </a:pathLst>
          </a:custGeom>
          <a:ln w="12700" cap="rnd">
            <a:solidFill>
              <a:schemeClr val="accent5"/>
            </a:solidFill>
            <a:tailEnd type="arrow" w="med" len="sm"/>
          </a:ln>
        </p:spPr>
        <p:style>
          <a:lnRef idx="1">
            <a:schemeClr val="accent1"/>
          </a:lnRef>
          <a:fillRef idx="0">
            <a:schemeClr val="accent1"/>
          </a:fillRef>
          <a:effectRef idx="0">
            <a:schemeClr val="accent1"/>
          </a:effectRef>
          <a:fontRef idx="minor">
            <a:schemeClr val="lt1"/>
          </a:fontRef>
        </p:style>
        <p:txBody>
          <a:bodyPr vert="horz" wrap="none" lIns="5400" tIns="5400" rIns="5400" bIns="5400" anchor="ctr" anchorCtr="1" compatLnSpc="0"/>
          <a:lstStyle/>
          <a:p>
            <a:pPr marL="0" marR="0" lvl="0" indent="0" rtl="0" hangingPunct="0">
              <a:lnSpc>
                <a:spcPct val="100000"/>
              </a:lnSpc>
              <a:spcBef>
                <a:spcPts val="0"/>
              </a:spcBef>
              <a:spcAft>
                <a:spcPts val="0"/>
              </a:spcAft>
              <a:buNone/>
              <a:tabLst/>
            </a:pPr>
            <a:endParaRPr lang="x-none" sz="1800" u="none" strike="noStrike" kern="1200" dirty="0">
              <a:ln>
                <a:noFill/>
              </a:ln>
              <a:latin typeface="Arial" pitchFamily="18"/>
              <a:ea typeface="Arial" charset="0"/>
              <a:cs typeface="Arial" charset="0"/>
            </a:endParaRPr>
          </a:p>
        </p:txBody>
      </p:sp>
      <p:sp>
        <p:nvSpPr>
          <p:cNvPr id="82" name="Freeform: Shape 16">
            <a:extLst>
              <a:ext uri="{FF2B5EF4-FFF2-40B4-BE49-F238E27FC236}">
                <a16:creationId xmlns:a16="http://schemas.microsoft.com/office/drawing/2014/main" id="{CC066674-CCBF-46BD-8019-B7B58721EE3B}"/>
              </a:ext>
            </a:extLst>
          </p:cNvPr>
          <p:cNvSpPr/>
          <p:nvPr/>
        </p:nvSpPr>
        <p:spPr>
          <a:xfrm>
            <a:off x="5199760" y="3922366"/>
            <a:ext cx="1265642" cy="121998"/>
          </a:xfrm>
          <a:custGeom>
            <a:avLst/>
            <a:gdLst/>
            <a:ahLst/>
            <a:cxnLst>
              <a:cxn ang="3cd4">
                <a:pos x="hc" y="t"/>
              </a:cxn>
              <a:cxn ang="cd2">
                <a:pos x="l" y="vc"/>
              </a:cxn>
              <a:cxn ang="cd4">
                <a:pos x="hc" y="b"/>
              </a:cxn>
              <a:cxn ang="0">
                <a:pos x="r" y="vc"/>
              </a:cxn>
            </a:cxnLst>
            <a:rect l="l" t="t" r="r" b="b"/>
            <a:pathLst>
              <a:path w="5563" h="2219" fill="none">
                <a:moveTo>
                  <a:pt x="5563" y="0"/>
                </a:moveTo>
                <a:lnTo>
                  <a:pt x="3344" y="2219"/>
                </a:lnTo>
                <a:lnTo>
                  <a:pt x="0" y="2219"/>
                </a:lnTo>
              </a:path>
            </a:pathLst>
          </a:custGeom>
          <a:ln w="12700" cap="rnd">
            <a:solidFill>
              <a:schemeClr val="accent6"/>
            </a:solidFill>
            <a:tailEnd type="arrow" w="med" len="sm"/>
          </a:ln>
        </p:spPr>
        <p:style>
          <a:lnRef idx="1">
            <a:schemeClr val="accent1"/>
          </a:lnRef>
          <a:fillRef idx="0">
            <a:schemeClr val="accent1"/>
          </a:fillRef>
          <a:effectRef idx="0">
            <a:schemeClr val="accent1"/>
          </a:effectRef>
          <a:fontRef idx="minor">
            <a:schemeClr val="lt1"/>
          </a:fontRef>
        </p:style>
        <p:txBody>
          <a:bodyPr vert="horz" wrap="none" lIns="5400" tIns="5400" rIns="5400" bIns="5400" anchor="ctr" anchorCtr="1" compatLnSpc="0"/>
          <a:lstStyle/>
          <a:p>
            <a:pPr marL="0" marR="0" lvl="0" indent="0" rtl="0" hangingPunct="0">
              <a:lnSpc>
                <a:spcPct val="100000"/>
              </a:lnSpc>
              <a:spcBef>
                <a:spcPts val="0"/>
              </a:spcBef>
              <a:spcAft>
                <a:spcPts val="0"/>
              </a:spcAft>
              <a:buNone/>
              <a:tabLst/>
            </a:pPr>
            <a:endParaRPr lang="x-none" sz="1800" u="none" strike="noStrike" kern="1200" dirty="0">
              <a:ln>
                <a:noFill/>
              </a:ln>
              <a:latin typeface="Arial" pitchFamily="18"/>
              <a:ea typeface="Arial" charset="0"/>
              <a:cs typeface="Arial" charset="0"/>
            </a:endParaRPr>
          </a:p>
        </p:txBody>
      </p:sp>
      <p:sp>
        <p:nvSpPr>
          <p:cNvPr id="84" name="Freeform: Shape 2">
            <a:extLst>
              <a:ext uri="{FF2B5EF4-FFF2-40B4-BE49-F238E27FC236}">
                <a16:creationId xmlns:a16="http://schemas.microsoft.com/office/drawing/2014/main" id="{ADBEA42A-90FE-69D1-5206-1C63F6120F31}"/>
              </a:ext>
            </a:extLst>
          </p:cNvPr>
          <p:cNvSpPr/>
          <p:nvPr/>
        </p:nvSpPr>
        <p:spPr>
          <a:xfrm rot="10800000">
            <a:off x="3175817" y="4840338"/>
            <a:ext cx="1739143" cy="235656"/>
          </a:xfrm>
          <a:custGeom>
            <a:avLst/>
            <a:gdLst>
              <a:gd name="connsiteX0" fmla="*/ 0 w 10000"/>
              <a:gd name="connsiteY0" fmla="*/ 9788 h 10000"/>
              <a:gd name="connsiteX1" fmla="*/ 1992 w 10000"/>
              <a:gd name="connsiteY1" fmla="*/ 0 h 10000"/>
              <a:gd name="connsiteX2" fmla="*/ 10000 w 10000"/>
              <a:gd name="connsiteY2" fmla="*/ 0 h 10000"/>
              <a:gd name="connsiteX3" fmla="*/ 10000 w 10000"/>
              <a:gd name="connsiteY3" fmla="*/ 10000 h 10000"/>
              <a:gd name="connsiteX0" fmla="*/ 0 w 10000"/>
              <a:gd name="connsiteY0" fmla="*/ 9788 h 10000"/>
              <a:gd name="connsiteX1" fmla="*/ 1992 w 10000"/>
              <a:gd name="connsiteY1" fmla="*/ 0 h 10000"/>
              <a:gd name="connsiteX2" fmla="*/ 8008 w 10000"/>
              <a:gd name="connsiteY2" fmla="*/ 56 h 10000"/>
              <a:gd name="connsiteX3" fmla="*/ 10000 w 10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10000" h="10000" fill="none">
                <a:moveTo>
                  <a:pt x="0" y="9788"/>
                </a:moveTo>
                <a:lnTo>
                  <a:pt x="1992" y="0"/>
                </a:lnTo>
                <a:lnTo>
                  <a:pt x="8008" y="56"/>
                </a:lnTo>
                <a:lnTo>
                  <a:pt x="10000" y="10000"/>
                </a:lnTo>
              </a:path>
            </a:pathLst>
          </a:custGeom>
          <a:ln w="12700" cap="rnd">
            <a:solidFill>
              <a:srgbClr val="FF0000"/>
            </a:solidFill>
            <a:tailEnd type="arrow" w="med" len="sm"/>
          </a:ln>
        </p:spPr>
        <p:style>
          <a:lnRef idx="1">
            <a:schemeClr val="accent1"/>
          </a:lnRef>
          <a:fillRef idx="0">
            <a:schemeClr val="accent1"/>
          </a:fillRef>
          <a:effectRef idx="0">
            <a:schemeClr val="accent1"/>
          </a:effectRef>
          <a:fontRef idx="minor">
            <a:schemeClr val="lt1"/>
          </a:fontRef>
        </p:style>
        <p:txBody>
          <a:bodyPr vert="horz" wrap="none" lIns="5400" tIns="5400" rIns="5400" bIns="5400" anchor="ctr" anchorCtr="1" compatLnSpc="0"/>
          <a:lstStyle/>
          <a:p>
            <a:pPr hangingPunct="0"/>
            <a:endParaRPr lang="x-none" sz="1800" dirty="0">
              <a:solidFill>
                <a:schemeClr val="lt1"/>
              </a:solidFill>
              <a:latin typeface="Arial" pitchFamily="18"/>
              <a:cs typeface="Arial" charset="0"/>
            </a:endParaRPr>
          </a:p>
        </p:txBody>
      </p:sp>
      <p:sp>
        <p:nvSpPr>
          <p:cNvPr id="85" name="TextBox 84">
            <a:extLst>
              <a:ext uri="{FF2B5EF4-FFF2-40B4-BE49-F238E27FC236}">
                <a16:creationId xmlns:a16="http://schemas.microsoft.com/office/drawing/2014/main" id="{011EEC8E-9030-B1E2-D819-687C6BEE0A66}"/>
              </a:ext>
            </a:extLst>
          </p:cNvPr>
          <p:cNvSpPr txBox="1"/>
          <p:nvPr/>
        </p:nvSpPr>
        <p:spPr>
          <a:xfrm>
            <a:off x="3725317" y="4888916"/>
            <a:ext cx="731899" cy="138499"/>
          </a:xfrm>
          <a:prstGeom prst="rect">
            <a:avLst/>
          </a:prstGeom>
          <a:noFill/>
        </p:spPr>
        <p:txBody>
          <a:bodyPr wrap="square" lIns="0" tIns="0" rIns="0" bIns="0" rtlCol="0">
            <a:noAutofit/>
          </a:bodyPr>
          <a:lstStyle/>
          <a:p>
            <a:pPr algn="ctr">
              <a:lnSpc>
                <a:spcPct val="90000"/>
              </a:lnSpc>
            </a:pPr>
            <a:r>
              <a:rPr lang="en-US" sz="1000" dirty="0">
                <a:solidFill>
                  <a:srgbClr val="FF0000"/>
                </a:solidFill>
              </a:rPr>
              <a:t>Failure</a:t>
            </a:r>
          </a:p>
        </p:txBody>
      </p:sp>
      <p:sp>
        <p:nvSpPr>
          <p:cNvPr id="89" name="Freeform: Shape 16">
            <a:extLst>
              <a:ext uri="{FF2B5EF4-FFF2-40B4-BE49-F238E27FC236}">
                <a16:creationId xmlns:a16="http://schemas.microsoft.com/office/drawing/2014/main" id="{DE9D3C70-55B1-2A73-C973-A471D2E6DB15}"/>
              </a:ext>
            </a:extLst>
          </p:cNvPr>
          <p:cNvSpPr/>
          <p:nvPr/>
        </p:nvSpPr>
        <p:spPr>
          <a:xfrm rot="16200000" flipV="1">
            <a:off x="1385362" y="4211256"/>
            <a:ext cx="1439518" cy="1461088"/>
          </a:xfrm>
          <a:custGeom>
            <a:avLst/>
            <a:gdLst>
              <a:gd name="csX0" fmla="*/ 10000 w 10000"/>
              <a:gd name="csY0" fmla="*/ 0 h 10000"/>
              <a:gd name="csX1" fmla="*/ 4713 w 10000"/>
              <a:gd name="csY1" fmla="*/ 10000 h 10000"/>
              <a:gd name="csX2" fmla="*/ 0 w 10000"/>
              <a:gd name="csY2" fmla="*/ 10000 h 10000"/>
            </a:gdLst>
            <a:ahLst/>
            <a:cxnLst>
              <a:cxn ang="0">
                <a:pos x="csX0" y="csY0"/>
              </a:cxn>
              <a:cxn ang="0">
                <a:pos x="csX1" y="csY1"/>
              </a:cxn>
              <a:cxn ang="0">
                <a:pos x="csX2" y="csY2"/>
              </a:cxn>
            </a:cxnLst>
            <a:rect l="l" t="t" r="r" b="b"/>
            <a:pathLst>
              <a:path w="10000" h="10000" fill="none">
                <a:moveTo>
                  <a:pt x="10000" y="0"/>
                </a:moveTo>
                <a:lnTo>
                  <a:pt x="4713" y="10000"/>
                </a:lnTo>
                <a:lnTo>
                  <a:pt x="0" y="10000"/>
                </a:lnTo>
              </a:path>
            </a:pathLst>
          </a:custGeom>
          <a:ln w="12700" cap="rnd">
            <a:solidFill>
              <a:schemeClr val="accent3"/>
            </a:solidFill>
            <a:tailEnd type="arrow" w="med" len="sm"/>
          </a:ln>
        </p:spPr>
        <p:style>
          <a:lnRef idx="1">
            <a:schemeClr val="accent1"/>
          </a:lnRef>
          <a:fillRef idx="0">
            <a:schemeClr val="accent1"/>
          </a:fillRef>
          <a:effectRef idx="0">
            <a:schemeClr val="accent1"/>
          </a:effectRef>
          <a:fontRef idx="minor">
            <a:schemeClr val="lt1"/>
          </a:fontRef>
        </p:style>
        <p:txBody>
          <a:bodyPr vert="horz" wrap="none" lIns="5400" tIns="5400" rIns="5400" bIns="5400" anchor="ctr" anchorCtr="1" compatLnSpc="0"/>
          <a:lstStyle/>
          <a:p>
            <a:pPr marL="0" marR="0" lvl="0" indent="0" rtl="0" hangingPunct="0">
              <a:lnSpc>
                <a:spcPct val="100000"/>
              </a:lnSpc>
              <a:spcBef>
                <a:spcPts val="0"/>
              </a:spcBef>
              <a:spcAft>
                <a:spcPts val="0"/>
              </a:spcAft>
              <a:buNone/>
              <a:tabLst/>
            </a:pPr>
            <a:endParaRPr lang="x-none" sz="1800" u="none" strike="noStrike" kern="1200" dirty="0">
              <a:ln>
                <a:noFill/>
              </a:ln>
              <a:latin typeface="Arial" pitchFamily="18"/>
              <a:ea typeface="Arial" charset="0"/>
              <a:cs typeface="Arial" charset="0"/>
            </a:endParaRPr>
          </a:p>
        </p:txBody>
      </p:sp>
      <p:sp>
        <p:nvSpPr>
          <p:cNvPr id="91" name="Content Placeholder 10">
            <a:extLst>
              <a:ext uri="{FF2B5EF4-FFF2-40B4-BE49-F238E27FC236}">
                <a16:creationId xmlns:a16="http://schemas.microsoft.com/office/drawing/2014/main" id="{A7AE3224-55F9-64E4-2BA9-BD5416F91975}"/>
              </a:ext>
            </a:extLst>
          </p:cNvPr>
          <p:cNvSpPr txBox="1">
            <a:spLocks/>
          </p:cNvSpPr>
          <p:nvPr/>
        </p:nvSpPr>
        <p:spPr bwMode="auto">
          <a:xfrm>
            <a:off x="7585634" y="2410748"/>
            <a:ext cx="6347514" cy="482635"/>
          </a:xfrm>
          <a:prstGeom prst="rect">
            <a:avLst/>
          </a:prstGeom>
          <a:noFill/>
          <a:ln w="12700">
            <a:noFill/>
            <a:miter lim="800000"/>
            <a:headEnd/>
            <a:tailEnd/>
          </a:ln>
          <a:effectLst/>
        </p:spPr>
        <p:txBody>
          <a:bodyPr vert="horz" wrap="square" lIns="0" tIns="0" rIns="0" bIns="0" numCol="1" spcCol="180000" anchor="t" anchorCtr="0" compatLnSpc="1">
            <a:prstTxWarp prst="textNoShape">
              <a:avLst/>
            </a:prstTxWarp>
            <a:noAutofit/>
          </a:bodyPr>
          <a:lstStyle>
            <a:lvl1pPr marL="238114" indent="-238114" algn="l" defTabSz="1349308" rtl="0" eaLnBrk="1" fontAlgn="base" hangingPunct="1">
              <a:lnSpc>
                <a:spcPct val="110000"/>
              </a:lnSpc>
              <a:spcBef>
                <a:spcPct val="40000"/>
              </a:spcBef>
              <a:spcAft>
                <a:spcPct val="0"/>
              </a:spcAft>
              <a:buClr>
                <a:schemeClr val="bg1"/>
              </a:buClr>
              <a:buChar char="•"/>
              <a:defRPr sz="2000">
                <a:solidFill>
                  <a:schemeClr val="bg2">
                    <a:lumMod val="60000"/>
                    <a:lumOff val="40000"/>
                  </a:schemeClr>
                </a:solidFill>
                <a:latin typeface="+mn-lt"/>
                <a:ea typeface="+mn-ea"/>
                <a:cs typeface="+mn-cs"/>
              </a:defRPr>
            </a:lvl1pPr>
            <a:lvl2pPr marL="487566" indent="-247185" algn="l" defTabSz="1349308" rtl="0" eaLnBrk="1" fontAlgn="base" hangingPunct="1">
              <a:lnSpc>
                <a:spcPct val="110000"/>
              </a:lnSpc>
              <a:spcBef>
                <a:spcPct val="40000"/>
              </a:spcBef>
              <a:spcAft>
                <a:spcPct val="0"/>
              </a:spcAft>
              <a:buClr>
                <a:schemeClr val="bg1"/>
              </a:buClr>
              <a:buFont typeface="Arial" pitchFamily="34" charset="0"/>
              <a:buChar char="–"/>
              <a:defRPr sz="1800">
                <a:solidFill>
                  <a:schemeClr val="bg2">
                    <a:lumMod val="60000"/>
                    <a:lumOff val="40000"/>
                  </a:schemeClr>
                </a:solidFill>
                <a:latin typeface="+mn-lt"/>
              </a:defRPr>
            </a:lvl2pPr>
            <a:lvl3pPr marL="723411" indent="-233578" algn="l" defTabSz="1349308" rtl="0" eaLnBrk="1" fontAlgn="base" hangingPunct="1">
              <a:lnSpc>
                <a:spcPct val="110000"/>
              </a:lnSpc>
              <a:spcBef>
                <a:spcPct val="40000"/>
              </a:spcBef>
              <a:spcAft>
                <a:spcPct val="0"/>
              </a:spcAft>
              <a:buClr>
                <a:schemeClr val="bg1"/>
              </a:buClr>
              <a:buChar char="•"/>
              <a:defRPr sz="1800">
                <a:solidFill>
                  <a:schemeClr val="bg2">
                    <a:lumMod val="60000"/>
                    <a:lumOff val="40000"/>
                  </a:schemeClr>
                </a:solidFill>
                <a:latin typeface="+mn-lt"/>
              </a:defRPr>
            </a:lvl3pPr>
            <a:lvl4pPr marL="984201" indent="-258523" algn="l" defTabSz="1349308" rtl="0" eaLnBrk="1" fontAlgn="base" hangingPunct="1">
              <a:lnSpc>
                <a:spcPct val="110000"/>
              </a:lnSpc>
              <a:spcBef>
                <a:spcPct val="40000"/>
              </a:spcBef>
              <a:spcAft>
                <a:spcPct val="0"/>
              </a:spcAft>
              <a:buClr>
                <a:schemeClr val="bg1"/>
              </a:buClr>
              <a:buFont typeface="Arial" pitchFamily="34" charset="0"/>
              <a:buChar char="–"/>
              <a:defRPr sz="1600">
                <a:solidFill>
                  <a:schemeClr val="bg2">
                    <a:lumMod val="60000"/>
                    <a:lumOff val="40000"/>
                  </a:schemeClr>
                </a:solidFill>
                <a:latin typeface="+mn-lt"/>
              </a:defRPr>
            </a:lvl4pPr>
            <a:lvl5pPr marL="1217779" indent="-231310" algn="l" defTabSz="1349308" rtl="0" eaLnBrk="1" fontAlgn="base" hangingPunct="1">
              <a:lnSpc>
                <a:spcPct val="110000"/>
              </a:lnSpc>
              <a:spcBef>
                <a:spcPct val="40000"/>
              </a:spcBef>
              <a:spcAft>
                <a:spcPct val="0"/>
              </a:spcAft>
              <a:buClr>
                <a:schemeClr val="bg1"/>
              </a:buClr>
              <a:buFont typeface="Arial" pitchFamily="34" charset="0"/>
              <a:buChar char="»"/>
              <a:defRPr sz="1400">
                <a:solidFill>
                  <a:schemeClr val="bg2">
                    <a:lumMod val="60000"/>
                    <a:lumOff val="40000"/>
                  </a:schemeClr>
                </a:solidFill>
                <a:latin typeface="+mn-lt"/>
              </a:defRPr>
            </a:lvl5pPr>
            <a:lvl6pPr marL="1870889" indent="-231310" algn="l" defTabSz="1349308" rtl="0" eaLnBrk="1" fontAlgn="base" hangingPunct="1">
              <a:lnSpc>
                <a:spcPct val="90000"/>
              </a:lnSpc>
              <a:spcBef>
                <a:spcPct val="40000"/>
              </a:spcBef>
              <a:spcAft>
                <a:spcPct val="0"/>
              </a:spcAft>
              <a:buClr>
                <a:schemeClr val="tx2"/>
              </a:buClr>
              <a:buFont typeface="Arial" pitchFamily="34" charset="0"/>
              <a:buChar char="»"/>
              <a:defRPr sz="2600">
                <a:solidFill>
                  <a:schemeClr val="tx1"/>
                </a:solidFill>
                <a:latin typeface="+mn-lt"/>
              </a:defRPr>
            </a:lvl6pPr>
            <a:lvl7pPr marL="2524000" indent="-231310" algn="l" defTabSz="1349308" rtl="0" eaLnBrk="1" fontAlgn="base" hangingPunct="1">
              <a:lnSpc>
                <a:spcPct val="90000"/>
              </a:lnSpc>
              <a:spcBef>
                <a:spcPct val="40000"/>
              </a:spcBef>
              <a:spcAft>
                <a:spcPct val="0"/>
              </a:spcAft>
              <a:buClr>
                <a:schemeClr val="tx2"/>
              </a:buClr>
              <a:buFont typeface="Arial" pitchFamily="34" charset="0"/>
              <a:buChar char="»"/>
              <a:defRPr sz="2600">
                <a:solidFill>
                  <a:schemeClr val="tx1"/>
                </a:solidFill>
                <a:latin typeface="+mn-lt"/>
              </a:defRPr>
            </a:lvl7pPr>
            <a:lvl8pPr marL="3177110" indent="-231310" algn="l" defTabSz="1349308" rtl="0" eaLnBrk="1" fontAlgn="base" hangingPunct="1">
              <a:lnSpc>
                <a:spcPct val="90000"/>
              </a:lnSpc>
              <a:spcBef>
                <a:spcPct val="40000"/>
              </a:spcBef>
              <a:spcAft>
                <a:spcPct val="0"/>
              </a:spcAft>
              <a:buClr>
                <a:schemeClr val="tx2"/>
              </a:buClr>
              <a:buFont typeface="Arial" pitchFamily="34" charset="0"/>
              <a:buChar char="»"/>
              <a:defRPr sz="2600">
                <a:solidFill>
                  <a:schemeClr val="tx1"/>
                </a:solidFill>
                <a:latin typeface="+mn-lt"/>
              </a:defRPr>
            </a:lvl8pPr>
            <a:lvl9pPr marL="3830220" indent="-231310" algn="l" defTabSz="1349308" rtl="0" eaLnBrk="1" fontAlgn="base" hangingPunct="1">
              <a:lnSpc>
                <a:spcPct val="90000"/>
              </a:lnSpc>
              <a:spcBef>
                <a:spcPct val="40000"/>
              </a:spcBef>
              <a:spcAft>
                <a:spcPct val="0"/>
              </a:spcAft>
              <a:buClr>
                <a:schemeClr val="tx2"/>
              </a:buClr>
              <a:buFont typeface="Arial" pitchFamily="34" charset="0"/>
              <a:buChar char="»"/>
              <a:defRPr sz="2600">
                <a:solidFill>
                  <a:schemeClr val="tx1"/>
                </a:solidFill>
                <a:latin typeface="+mn-lt"/>
              </a:defRPr>
            </a:lvl9pPr>
          </a:lstStyle>
          <a:p>
            <a:pPr marL="0" indent="0">
              <a:spcBef>
                <a:spcPts val="0"/>
              </a:spcBef>
              <a:spcAft>
                <a:spcPts val="100"/>
              </a:spcAft>
              <a:buClrTx/>
              <a:buNone/>
            </a:pPr>
            <a:r>
              <a:rPr lang="en-US" sz="1500" dirty="0">
                <a:solidFill>
                  <a:schemeClr val="tx1">
                    <a:lumMod val="75000"/>
                    <a:lumOff val="25000"/>
                  </a:schemeClr>
                </a:solidFill>
              </a:rPr>
              <a:t>Over 90% of failed transactions were being resolved by manual resubmission of the Limit Check by Operations Team</a:t>
            </a:r>
          </a:p>
        </p:txBody>
      </p:sp>
      <p:sp>
        <p:nvSpPr>
          <p:cNvPr id="92" name="Content Placeholder 10">
            <a:extLst>
              <a:ext uri="{FF2B5EF4-FFF2-40B4-BE49-F238E27FC236}">
                <a16:creationId xmlns:a16="http://schemas.microsoft.com/office/drawing/2014/main" id="{A0B2439B-6216-39B4-FC10-1E6BDB08318B}"/>
              </a:ext>
            </a:extLst>
          </p:cNvPr>
          <p:cNvSpPr txBox="1">
            <a:spLocks/>
          </p:cNvSpPr>
          <p:nvPr/>
        </p:nvSpPr>
        <p:spPr bwMode="auto">
          <a:xfrm>
            <a:off x="7620802" y="3568954"/>
            <a:ext cx="6320500" cy="1754137"/>
          </a:xfrm>
          <a:prstGeom prst="rect">
            <a:avLst/>
          </a:prstGeom>
          <a:noFill/>
          <a:ln w="12700">
            <a:noFill/>
            <a:miter lim="800000"/>
            <a:headEnd/>
            <a:tailEnd/>
          </a:ln>
          <a:effectLst/>
        </p:spPr>
        <p:txBody>
          <a:bodyPr vert="horz" wrap="square" lIns="0" tIns="0" rIns="0" bIns="0" numCol="1" spcCol="180000" anchor="t" anchorCtr="0" compatLnSpc="1">
            <a:prstTxWarp prst="textNoShape">
              <a:avLst/>
            </a:prstTxWarp>
            <a:noAutofit/>
          </a:bodyPr>
          <a:lstStyle>
            <a:lvl1pPr marL="238114" indent="-238114" algn="l" defTabSz="1349308" rtl="0" eaLnBrk="1" fontAlgn="base" hangingPunct="1">
              <a:lnSpc>
                <a:spcPct val="110000"/>
              </a:lnSpc>
              <a:spcBef>
                <a:spcPct val="40000"/>
              </a:spcBef>
              <a:spcAft>
                <a:spcPct val="0"/>
              </a:spcAft>
              <a:buClr>
                <a:schemeClr val="bg1"/>
              </a:buClr>
              <a:buChar char="•"/>
              <a:defRPr sz="2000">
                <a:solidFill>
                  <a:schemeClr val="bg2">
                    <a:lumMod val="60000"/>
                    <a:lumOff val="40000"/>
                  </a:schemeClr>
                </a:solidFill>
                <a:latin typeface="+mn-lt"/>
                <a:ea typeface="+mn-ea"/>
                <a:cs typeface="+mn-cs"/>
              </a:defRPr>
            </a:lvl1pPr>
            <a:lvl2pPr marL="487566" indent="-247185" algn="l" defTabSz="1349308" rtl="0" eaLnBrk="1" fontAlgn="base" hangingPunct="1">
              <a:lnSpc>
                <a:spcPct val="110000"/>
              </a:lnSpc>
              <a:spcBef>
                <a:spcPct val="40000"/>
              </a:spcBef>
              <a:spcAft>
                <a:spcPct val="0"/>
              </a:spcAft>
              <a:buClr>
                <a:schemeClr val="bg1"/>
              </a:buClr>
              <a:buFont typeface="Arial" pitchFamily="34" charset="0"/>
              <a:buChar char="–"/>
              <a:defRPr sz="1800">
                <a:solidFill>
                  <a:schemeClr val="bg2">
                    <a:lumMod val="60000"/>
                    <a:lumOff val="40000"/>
                  </a:schemeClr>
                </a:solidFill>
                <a:latin typeface="+mn-lt"/>
              </a:defRPr>
            </a:lvl2pPr>
            <a:lvl3pPr marL="723411" indent="-233578" algn="l" defTabSz="1349308" rtl="0" eaLnBrk="1" fontAlgn="base" hangingPunct="1">
              <a:lnSpc>
                <a:spcPct val="110000"/>
              </a:lnSpc>
              <a:spcBef>
                <a:spcPct val="40000"/>
              </a:spcBef>
              <a:spcAft>
                <a:spcPct val="0"/>
              </a:spcAft>
              <a:buClr>
                <a:schemeClr val="bg1"/>
              </a:buClr>
              <a:buChar char="•"/>
              <a:defRPr sz="1800">
                <a:solidFill>
                  <a:schemeClr val="bg2">
                    <a:lumMod val="60000"/>
                    <a:lumOff val="40000"/>
                  </a:schemeClr>
                </a:solidFill>
                <a:latin typeface="+mn-lt"/>
              </a:defRPr>
            </a:lvl3pPr>
            <a:lvl4pPr marL="984201" indent="-258523" algn="l" defTabSz="1349308" rtl="0" eaLnBrk="1" fontAlgn="base" hangingPunct="1">
              <a:lnSpc>
                <a:spcPct val="110000"/>
              </a:lnSpc>
              <a:spcBef>
                <a:spcPct val="40000"/>
              </a:spcBef>
              <a:spcAft>
                <a:spcPct val="0"/>
              </a:spcAft>
              <a:buClr>
                <a:schemeClr val="bg1"/>
              </a:buClr>
              <a:buFont typeface="Arial" pitchFamily="34" charset="0"/>
              <a:buChar char="–"/>
              <a:defRPr sz="1600">
                <a:solidFill>
                  <a:schemeClr val="bg2">
                    <a:lumMod val="60000"/>
                    <a:lumOff val="40000"/>
                  </a:schemeClr>
                </a:solidFill>
                <a:latin typeface="+mn-lt"/>
              </a:defRPr>
            </a:lvl4pPr>
            <a:lvl5pPr marL="1217779" indent="-231310" algn="l" defTabSz="1349308" rtl="0" eaLnBrk="1" fontAlgn="base" hangingPunct="1">
              <a:lnSpc>
                <a:spcPct val="110000"/>
              </a:lnSpc>
              <a:spcBef>
                <a:spcPct val="40000"/>
              </a:spcBef>
              <a:spcAft>
                <a:spcPct val="0"/>
              </a:spcAft>
              <a:buClr>
                <a:schemeClr val="bg1"/>
              </a:buClr>
              <a:buFont typeface="Arial" pitchFamily="34" charset="0"/>
              <a:buChar char="»"/>
              <a:defRPr sz="1400">
                <a:solidFill>
                  <a:schemeClr val="bg2">
                    <a:lumMod val="60000"/>
                    <a:lumOff val="40000"/>
                  </a:schemeClr>
                </a:solidFill>
                <a:latin typeface="+mn-lt"/>
              </a:defRPr>
            </a:lvl5pPr>
            <a:lvl6pPr marL="1870889" indent="-231310" algn="l" defTabSz="1349308" rtl="0" eaLnBrk="1" fontAlgn="base" hangingPunct="1">
              <a:lnSpc>
                <a:spcPct val="90000"/>
              </a:lnSpc>
              <a:spcBef>
                <a:spcPct val="40000"/>
              </a:spcBef>
              <a:spcAft>
                <a:spcPct val="0"/>
              </a:spcAft>
              <a:buClr>
                <a:schemeClr val="tx2"/>
              </a:buClr>
              <a:buFont typeface="Arial" pitchFamily="34" charset="0"/>
              <a:buChar char="»"/>
              <a:defRPr sz="2600">
                <a:solidFill>
                  <a:schemeClr val="tx1"/>
                </a:solidFill>
                <a:latin typeface="+mn-lt"/>
              </a:defRPr>
            </a:lvl6pPr>
            <a:lvl7pPr marL="2524000" indent="-231310" algn="l" defTabSz="1349308" rtl="0" eaLnBrk="1" fontAlgn="base" hangingPunct="1">
              <a:lnSpc>
                <a:spcPct val="90000"/>
              </a:lnSpc>
              <a:spcBef>
                <a:spcPct val="40000"/>
              </a:spcBef>
              <a:spcAft>
                <a:spcPct val="0"/>
              </a:spcAft>
              <a:buClr>
                <a:schemeClr val="tx2"/>
              </a:buClr>
              <a:buFont typeface="Arial" pitchFamily="34" charset="0"/>
              <a:buChar char="»"/>
              <a:defRPr sz="2600">
                <a:solidFill>
                  <a:schemeClr val="tx1"/>
                </a:solidFill>
                <a:latin typeface="+mn-lt"/>
              </a:defRPr>
            </a:lvl7pPr>
            <a:lvl8pPr marL="3177110" indent="-231310" algn="l" defTabSz="1349308" rtl="0" eaLnBrk="1" fontAlgn="base" hangingPunct="1">
              <a:lnSpc>
                <a:spcPct val="90000"/>
              </a:lnSpc>
              <a:spcBef>
                <a:spcPct val="40000"/>
              </a:spcBef>
              <a:spcAft>
                <a:spcPct val="0"/>
              </a:spcAft>
              <a:buClr>
                <a:schemeClr val="tx2"/>
              </a:buClr>
              <a:buFont typeface="Arial" pitchFamily="34" charset="0"/>
              <a:buChar char="»"/>
              <a:defRPr sz="2600">
                <a:solidFill>
                  <a:schemeClr val="tx1"/>
                </a:solidFill>
                <a:latin typeface="+mn-lt"/>
              </a:defRPr>
            </a:lvl8pPr>
            <a:lvl9pPr marL="3830220" indent="-231310" algn="l" defTabSz="1349308" rtl="0" eaLnBrk="1" fontAlgn="base" hangingPunct="1">
              <a:lnSpc>
                <a:spcPct val="90000"/>
              </a:lnSpc>
              <a:spcBef>
                <a:spcPct val="40000"/>
              </a:spcBef>
              <a:spcAft>
                <a:spcPct val="0"/>
              </a:spcAft>
              <a:buClr>
                <a:schemeClr val="tx2"/>
              </a:buClr>
              <a:buFont typeface="Arial" pitchFamily="34" charset="0"/>
              <a:buChar char="»"/>
              <a:defRPr sz="2600">
                <a:solidFill>
                  <a:schemeClr val="tx1"/>
                </a:solidFill>
                <a:latin typeface="+mn-lt"/>
              </a:defRPr>
            </a:lvl9pPr>
          </a:lstStyle>
          <a:p>
            <a:pPr marL="0" indent="0">
              <a:spcBef>
                <a:spcPts val="0"/>
              </a:spcBef>
              <a:spcAft>
                <a:spcPts val="100"/>
              </a:spcAft>
              <a:buClrTx/>
              <a:buNone/>
            </a:pPr>
            <a:r>
              <a:rPr lang="en-US" sz="1500" dirty="0">
                <a:solidFill>
                  <a:schemeClr val="tx1">
                    <a:lumMod val="75000"/>
                    <a:lumOff val="25000"/>
                  </a:schemeClr>
                </a:solidFill>
              </a:rPr>
              <a:t>Introduction of </a:t>
            </a:r>
            <a:r>
              <a:rPr lang="en-US" sz="1500" dirty="0" err="1">
                <a:solidFill>
                  <a:schemeClr val="tx1">
                    <a:lumMod val="75000"/>
                    <a:lumOff val="25000"/>
                  </a:schemeClr>
                </a:solidFill>
              </a:rPr>
              <a:t>TFMonitor</a:t>
            </a:r>
            <a:r>
              <a:rPr lang="en-US" sz="1500" dirty="0">
                <a:solidFill>
                  <a:schemeClr val="tx1">
                    <a:lumMod val="75000"/>
                    <a:lumOff val="25000"/>
                  </a:schemeClr>
                </a:solidFill>
              </a:rPr>
              <a:t> into the Limit Check flow. The custom-built Trade Finance Monitor acts as a pass-through system for requests coming in from the Trade Finance application, and for successful responses from the Limits Management System. Failed responses intercepted and resubmitted automatically by </a:t>
            </a:r>
            <a:r>
              <a:rPr lang="en-US" sz="1500" dirty="0" err="1">
                <a:solidFill>
                  <a:schemeClr val="tx1">
                    <a:lumMod val="75000"/>
                    <a:lumOff val="25000"/>
                  </a:schemeClr>
                </a:solidFill>
              </a:rPr>
              <a:t>TFMonitor</a:t>
            </a:r>
            <a:r>
              <a:rPr lang="en-US" sz="1500" dirty="0">
                <a:solidFill>
                  <a:schemeClr val="tx1">
                    <a:lumMod val="75000"/>
                    <a:lumOff val="25000"/>
                  </a:schemeClr>
                </a:solidFill>
              </a:rPr>
              <a:t>. The number of resubmission attempts made by </a:t>
            </a:r>
            <a:r>
              <a:rPr lang="en-US" sz="1500" dirty="0" err="1">
                <a:solidFill>
                  <a:schemeClr val="tx1">
                    <a:lumMod val="75000"/>
                    <a:lumOff val="25000"/>
                  </a:schemeClr>
                </a:solidFill>
              </a:rPr>
              <a:t>TFMonitor</a:t>
            </a:r>
            <a:r>
              <a:rPr lang="en-US" sz="1500" dirty="0">
                <a:solidFill>
                  <a:schemeClr val="tx1">
                    <a:lumMod val="75000"/>
                    <a:lumOff val="25000"/>
                  </a:schemeClr>
                </a:solidFill>
              </a:rPr>
              <a:t> before escalating to an Operations user is customizable.</a:t>
            </a:r>
          </a:p>
        </p:txBody>
      </p:sp>
      <p:sp>
        <p:nvSpPr>
          <p:cNvPr id="93" name="Content Placeholder 10">
            <a:extLst>
              <a:ext uri="{FF2B5EF4-FFF2-40B4-BE49-F238E27FC236}">
                <a16:creationId xmlns:a16="http://schemas.microsoft.com/office/drawing/2014/main" id="{93134D57-E5D7-C530-4987-881A53125152}"/>
              </a:ext>
            </a:extLst>
          </p:cNvPr>
          <p:cNvSpPr txBox="1">
            <a:spLocks/>
          </p:cNvSpPr>
          <p:nvPr/>
        </p:nvSpPr>
        <p:spPr bwMode="auto">
          <a:xfrm>
            <a:off x="7620803" y="6018333"/>
            <a:ext cx="6323798" cy="504713"/>
          </a:xfrm>
          <a:prstGeom prst="rect">
            <a:avLst/>
          </a:prstGeom>
          <a:noFill/>
          <a:ln w="12700">
            <a:noFill/>
            <a:miter lim="800000"/>
            <a:headEnd/>
            <a:tailEnd/>
          </a:ln>
          <a:effectLst/>
        </p:spPr>
        <p:txBody>
          <a:bodyPr vert="horz" wrap="square" lIns="0" tIns="0" rIns="0" bIns="0" numCol="1" spcCol="180000" anchor="t" anchorCtr="0" compatLnSpc="1">
            <a:prstTxWarp prst="textNoShape">
              <a:avLst/>
            </a:prstTxWarp>
            <a:noAutofit/>
          </a:bodyPr>
          <a:lstStyle>
            <a:lvl1pPr marL="238114" indent="-238114" algn="l" defTabSz="1349308" rtl="0" eaLnBrk="1" fontAlgn="base" hangingPunct="1">
              <a:lnSpc>
                <a:spcPct val="110000"/>
              </a:lnSpc>
              <a:spcBef>
                <a:spcPct val="40000"/>
              </a:spcBef>
              <a:spcAft>
                <a:spcPct val="0"/>
              </a:spcAft>
              <a:buClr>
                <a:schemeClr val="bg1"/>
              </a:buClr>
              <a:buChar char="•"/>
              <a:defRPr sz="2000">
                <a:solidFill>
                  <a:schemeClr val="bg2">
                    <a:lumMod val="60000"/>
                    <a:lumOff val="40000"/>
                  </a:schemeClr>
                </a:solidFill>
                <a:latin typeface="+mn-lt"/>
                <a:ea typeface="+mn-ea"/>
                <a:cs typeface="+mn-cs"/>
              </a:defRPr>
            </a:lvl1pPr>
            <a:lvl2pPr marL="487566" indent="-247185" algn="l" defTabSz="1349308" rtl="0" eaLnBrk="1" fontAlgn="base" hangingPunct="1">
              <a:lnSpc>
                <a:spcPct val="110000"/>
              </a:lnSpc>
              <a:spcBef>
                <a:spcPct val="40000"/>
              </a:spcBef>
              <a:spcAft>
                <a:spcPct val="0"/>
              </a:spcAft>
              <a:buClr>
                <a:schemeClr val="bg1"/>
              </a:buClr>
              <a:buFont typeface="Arial" pitchFamily="34" charset="0"/>
              <a:buChar char="–"/>
              <a:defRPr sz="1800">
                <a:solidFill>
                  <a:schemeClr val="bg2">
                    <a:lumMod val="60000"/>
                    <a:lumOff val="40000"/>
                  </a:schemeClr>
                </a:solidFill>
                <a:latin typeface="+mn-lt"/>
              </a:defRPr>
            </a:lvl2pPr>
            <a:lvl3pPr marL="723411" indent="-233578" algn="l" defTabSz="1349308" rtl="0" eaLnBrk="1" fontAlgn="base" hangingPunct="1">
              <a:lnSpc>
                <a:spcPct val="110000"/>
              </a:lnSpc>
              <a:spcBef>
                <a:spcPct val="40000"/>
              </a:spcBef>
              <a:spcAft>
                <a:spcPct val="0"/>
              </a:spcAft>
              <a:buClr>
                <a:schemeClr val="bg1"/>
              </a:buClr>
              <a:buChar char="•"/>
              <a:defRPr sz="1800">
                <a:solidFill>
                  <a:schemeClr val="bg2">
                    <a:lumMod val="60000"/>
                    <a:lumOff val="40000"/>
                  </a:schemeClr>
                </a:solidFill>
                <a:latin typeface="+mn-lt"/>
              </a:defRPr>
            </a:lvl3pPr>
            <a:lvl4pPr marL="984201" indent="-258523" algn="l" defTabSz="1349308" rtl="0" eaLnBrk="1" fontAlgn="base" hangingPunct="1">
              <a:lnSpc>
                <a:spcPct val="110000"/>
              </a:lnSpc>
              <a:spcBef>
                <a:spcPct val="40000"/>
              </a:spcBef>
              <a:spcAft>
                <a:spcPct val="0"/>
              </a:spcAft>
              <a:buClr>
                <a:schemeClr val="bg1"/>
              </a:buClr>
              <a:buFont typeface="Arial" pitchFamily="34" charset="0"/>
              <a:buChar char="–"/>
              <a:defRPr sz="1600">
                <a:solidFill>
                  <a:schemeClr val="bg2">
                    <a:lumMod val="60000"/>
                    <a:lumOff val="40000"/>
                  </a:schemeClr>
                </a:solidFill>
                <a:latin typeface="+mn-lt"/>
              </a:defRPr>
            </a:lvl4pPr>
            <a:lvl5pPr marL="1217779" indent="-231310" algn="l" defTabSz="1349308" rtl="0" eaLnBrk="1" fontAlgn="base" hangingPunct="1">
              <a:lnSpc>
                <a:spcPct val="110000"/>
              </a:lnSpc>
              <a:spcBef>
                <a:spcPct val="40000"/>
              </a:spcBef>
              <a:spcAft>
                <a:spcPct val="0"/>
              </a:spcAft>
              <a:buClr>
                <a:schemeClr val="bg1"/>
              </a:buClr>
              <a:buFont typeface="Arial" pitchFamily="34" charset="0"/>
              <a:buChar char="»"/>
              <a:defRPr sz="1400">
                <a:solidFill>
                  <a:schemeClr val="bg2">
                    <a:lumMod val="60000"/>
                    <a:lumOff val="40000"/>
                  </a:schemeClr>
                </a:solidFill>
                <a:latin typeface="+mn-lt"/>
              </a:defRPr>
            </a:lvl5pPr>
            <a:lvl6pPr marL="1870889" indent="-231310" algn="l" defTabSz="1349308" rtl="0" eaLnBrk="1" fontAlgn="base" hangingPunct="1">
              <a:lnSpc>
                <a:spcPct val="90000"/>
              </a:lnSpc>
              <a:spcBef>
                <a:spcPct val="40000"/>
              </a:spcBef>
              <a:spcAft>
                <a:spcPct val="0"/>
              </a:spcAft>
              <a:buClr>
                <a:schemeClr val="tx2"/>
              </a:buClr>
              <a:buFont typeface="Arial" pitchFamily="34" charset="0"/>
              <a:buChar char="»"/>
              <a:defRPr sz="2600">
                <a:solidFill>
                  <a:schemeClr val="tx1"/>
                </a:solidFill>
                <a:latin typeface="+mn-lt"/>
              </a:defRPr>
            </a:lvl6pPr>
            <a:lvl7pPr marL="2524000" indent="-231310" algn="l" defTabSz="1349308" rtl="0" eaLnBrk="1" fontAlgn="base" hangingPunct="1">
              <a:lnSpc>
                <a:spcPct val="90000"/>
              </a:lnSpc>
              <a:spcBef>
                <a:spcPct val="40000"/>
              </a:spcBef>
              <a:spcAft>
                <a:spcPct val="0"/>
              </a:spcAft>
              <a:buClr>
                <a:schemeClr val="tx2"/>
              </a:buClr>
              <a:buFont typeface="Arial" pitchFamily="34" charset="0"/>
              <a:buChar char="»"/>
              <a:defRPr sz="2600">
                <a:solidFill>
                  <a:schemeClr val="tx1"/>
                </a:solidFill>
                <a:latin typeface="+mn-lt"/>
              </a:defRPr>
            </a:lvl7pPr>
            <a:lvl8pPr marL="3177110" indent="-231310" algn="l" defTabSz="1349308" rtl="0" eaLnBrk="1" fontAlgn="base" hangingPunct="1">
              <a:lnSpc>
                <a:spcPct val="90000"/>
              </a:lnSpc>
              <a:spcBef>
                <a:spcPct val="40000"/>
              </a:spcBef>
              <a:spcAft>
                <a:spcPct val="0"/>
              </a:spcAft>
              <a:buClr>
                <a:schemeClr val="tx2"/>
              </a:buClr>
              <a:buFont typeface="Arial" pitchFamily="34" charset="0"/>
              <a:buChar char="»"/>
              <a:defRPr sz="2600">
                <a:solidFill>
                  <a:schemeClr val="tx1"/>
                </a:solidFill>
                <a:latin typeface="+mn-lt"/>
              </a:defRPr>
            </a:lvl8pPr>
            <a:lvl9pPr marL="3830220" indent="-231310" algn="l" defTabSz="1349308" rtl="0" eaLnBrk="1" fontAlgn="base" hangingPunct="1">
              <a:lnSpc>
                <a:spcPct val="90000"/>
              </a:lnSpc>
              <a:spcBef>
                <a:spcPct val="40000"/>
              </a:spcBef>
              <a:spcAft>
                <a:spcPct val="0"/>
              </a:spcAft>
              <a:buClr>
                <a:schemeClr val="tx2"/>
              </a:buClr>
              <a:buFont typeface="Arial" pitchFamily="34" charset="0"/>
              <a:buChar char="»"/>
              <a:defRPr sz="2600">
                <a:solidFill>
                  <a:schemeClr val="tx1"/>
                </a:solidFill>
                <a:latin typeface="+mn-lt"/>
              </a:defRPr>
            </a:lvl9pPr>
          </a:lstStyle>
          <a:p>
            <a:pPr marL="0" indent="0">
              <a:spcBef>
                <a:spcPts val="0"/>
              </a:spcBef>
              <a:spcAft>
                <a:spcPts val="100"/>
              </a:spcAft>
              <a:buClrTx/>
              <a:buNone/>
            </a:pPr>
            <a:r>
              <a:rPr lang="en-US" sz="1500" dirty="0">
                <a:solidFill>
                  <a:schemeClr val="tx1">
                    <a:lumMod val="75000"/>
                    <a:lumOff val="25000"/>
                  </a:schemeClr>
                </a:solidFill>
              </a:rPr>
              <a:t>Over 85% reduction in manual intervention and Operations workload in resolving Limit Check failures</a:t>
            </a:r>
          </a:p>
        </p:txBody>
      </p:sp>
      <p:sp>
        <p:nvSpPr>
          <p:cNvPr id="95" name="Content Placeholder 10">
            <a:extLst>
              <a:ext uri="{FF2B5EF4-FFF2-40B4-BE49-F238E27FC236}">
                <a16:creationId xmlns:a16="http://schemas.microsoft.com/office/drawing/2014/main" id="{711C1A49-E932-6F88-7581-CB6C4B3C68A9}"/>
              </a:ext>
            </a:extLst>
          </p:cNvPr>
          <p:cNvSpPr txBox="1">
            <a:spLocks/>
          </p:cNvSpPr>
          <p:nvPr/>
        </p:nvSpPr>
        <p:spPr>
          <a:xfrm>
            <a:off x="7585635" y="2038279"/>
            <a:ext cx="6355668" cy="371915"/>
          </a:xfrm>
          <a:prstGeom prst="rect">
            <a:avLst/>
          </a:prstGeom>
        </p:spPr>
        <p:txBody>
          <a:bodyPr lIns="0" tIns="0" rIns="0" bIns="0" anchor="t" anchorCtr="0">
            <a:noAutofit/>
          </a:bodyPr>
          <a:lstStyle>
            <a:lvl1pPr marL="0" indent="0" algn="l" defTabSz="1463040" rtl="0" eaLnBrk="1" latinLnBrk="0" hangingPunct="1">
              <a:spcBef>
                <a:spcPts val="1200"/>
              </a:spcBef>
              <a:buFontTx/>
              <a:buNone/>
              <a:defRPr sz="2000" b="1" kern="1200">
                <a:solidFill>
                  <a:schemeClr val="tx1"/>
                </a:solidFill>
                <a:latin typeface="+mn-lt"/>
                <a:ea typeface="+mn-ea"/>
                <a:cs typeface="+mn-cs"/>
              </a:defRPr>
            </a:lvl1pPr>
            <a:lvl2pPr marL="0" indent="0" algn="l" defTabSz="1463040" rtl="0" eaLnBrk="1" latinLnBrk="0" hangingPunct="1">
              <a:spcBef>
                <a:spcPts val="1200"/>
              </a:spcBef>
              <a:buFontTx/>
              <a:buNone/>
              <a:defRPr sz="2000" kern="1200">
                <a:solidFill>
                  <a:schemeClr val="tx1"/>
                </a:solidFill>
                <a:latin typeface="+mn-lt"/>
                <a:ea typeface="+mn-ea"/>
                <a:cs typeface="+mn-cs"/>
              </a:defRPr>
            </a:lvl2pPr>
            <a:lvl3pPr marL="228600" indent="-228600" algn="l" defTabSz="1463040" rtl="0" eaLnBrk="1" latinLnBrk="0" hangingPunct="1">
              <a:spcBef>
                <a:spcPts val="1200"/>
              </a:spcBef>
              <a:buFont typeface="Arial" pitchFamily="34" charset="0"/>
              <a:buChar char="•"/>
              <a:tabLst/>
              <a:defRPr sz="2000" kern="1200">
                <a:solidFill>
                  <a:schemeClr val="tx1"/>
                </a:solidFill>
                <a:latin typeface="+mn-lt"/>
                <a:ea typeface="+mn-ea"/>
                <a:cs typeface="+mn-cs"/>
              </a:defRPr>
            </a:lvl3pPr>
            <a:lvl4pPr marL="457200" indent="-228600" algn="l" defTabSz="1463040" rtl="0" eaLnBrk="1" latinLnBrk="0" hangingPunct="1">
              <a:spcBef>
                <a:spcPts val="600"/>
              </a:spcBef>
              <a:buFont typeface="Arial" pitchFamily="34" charset="0"/>
              <a:buChar char="–"/>
              <a:tabLst/>
              <a:defRPr sz="2000" kern="1200">
                <a:solidFill>
                  <a:schemeClr val="tx1"/>
                </a:solidFill>
                <a:latin typeface="+mn-lt"/>
                <a:ea typeface="+mn-ea"/>
                <a:cs typeface="+mn-cs"/>
              </a:defRPr>
            </a:lvl4pPr>
            <a:lvl5pPr marL="685800" indent="-228600" algn="l" defTabSz="1463040" rtl="0" eaLnBrk="1" latinLnBrk="0" hangingPunct="1">
              <a:spcBef>
                <a:spcPts val="600"/>
              </a:spcBef>
              <a:buFont typeface="Arial" pitchFamily="34" charset="0"/>
              <a:buChar char="–"/>
              <a:tabLst/>
              <a:defRPr sz="2000" kern="1200">
                <a:solidFill>
                  <a:schemeClr val="tx1"/>
                </a:solidFill>
                <a:latin typeface="+mn-lt"/>
                <a:ea typeface="+mn-ea"/>
                <a:cs typeface="+mn-cs"/>
              </a:defRPr>
            </a:lvl5pPr>
            <a:lvl6pPr marL="914400" indent="-228600" algn="l" defTabSz="1463040" rtl="0" eaLnBrk="1" latinLnBrk="0" hangingPunct="1">
              <a:spcBef>
                <a:spcPts val="600"/>
              </a:spcBef>
              <a:buFont typeface="Arial" pitchFamily="34" charset="0"/>
              <a:buChar char="–"/>
              <a:defRPr sz="2000" kern="1200">
                <a:solidFill>
                  <a:schemeClr val="tx1"/>
                </a:solidFill>
                <a:latin typeface="+mn-lt"/>
                <a:ea typeface="+mn-ea"/>
                <a:cs typeface="+mn-cs"/>
              </a:defRPr>
            </a:lvl6pPr>
            <a:lvl7pPr marL="1143000" indent="-228600" algn="l" defTabSz="1463040" rtl="0" eaLnBrk="1" latinLnBrk="0" hangingPunct="1">
              <a:spcBef>
                <a:spcPts val="600"/>
              </a:spcBef>
              <a:buFont typeface="Arial" pitchFamily="34" charset="0"/>
              <a:buChar char="–"/>
              <a:tabLst/>
              <a:defRPr sz="2000" kern="1200">
                <a:solidFill>
                  <a:schemeClr val="tx1"/>
                </a:solidFill>
                <a:latin typeface="+mn-lt"/>
                <a:ea typeface="+mn-ea"/>
                <a:cs typeface="+mn-cs"/>
              </a:defRPr>
            </a:lvl7pPr>
            <a:lvl8pPr marL="1371600" indent="-228600" algn="l" defTabSz="1463040" rtl="0" eaLnBrk="1" latinLnBrk="0" hangingPunct="1">
              <a:spcBef>
                <a:spcPts val="600"/>
              </a:spcBef>
              <a:buFont typeface="Arial" pitchFamily="34" charset="0"/>
              <a:buChar char="–"/>
              <a:defRPr sz="2000" kern="1200" baseline="0">
                <a:solidFill>
                  <a:schemeClr val="tx1"/>
                </a:solidFill>
                <a:latin typeface="+mn-lt"/>
                <a:ea typeface="+mn-ea"/>
                <a:cs typeface="+mn-cs"/>
              </a:defRPr>
            </a:lvl8pPr>
            <a:lvl9pPr marL="1600200" indent="-228600" algn="l" defTabSz="1463040" rtl="0" eaLnBrk="1" latinLnBrk="0" hangingPunct="1">
              <a:spcBef>
                <a:spcPts val="600"/>
              </a:spcBef>
              <a:buFont typeface="Arial" pitchFamily="34" charset="0"/>
              <a:buChar char="–"/>
              <a:tabLst/>
              <a:defRPr sz="2000" kern="1200" baseline="0">
                <a:solidFill>
                  <a:schemeClr val="tx1"/>
                </a:solidFill>
                <a:latin typeface="+mn-lt"/>
                <a:ea typeface="+mn-ea"/>
                <a:cs typeface="+mn-cs"/>
              </a:defRPr>
            </a:lvl9pPr>
          </a:lstStyle>
          <a:p>
            <a:pPr>
              <a:lnSpc>
                <a:spcPct val="90000"/>
              </a:lnSpc>
              <a:spcBef>
                <a:spcPts val="1800"/>
              </a:spcBef>
              <a:spcAft>
                <a:spcPts val="0"/>
              </a:spcAft>
            </a:pPr>
            <a:r>
              <a:rPr lang="en-US" sz="1800" dirty="0">
                <a:solidFill>
                  <a:schemeClr val="accent1"/>
                </a:solidFill>
              </a:rPr>
              <a:t>PROBLEM STATEMENT</a:t>
            </a:r>
          </a:p>
        </p:txBody>
      </p:sp>
      <p:cxnSp>
        <p:nvCxnSpPr>
          <p:cNvPr id="96" name="Straight Connector 95">
            <a:extLst>
              <a:ext uri="{FF2B5EF4-FFF2-40B4-BE49-F238E27FC236}">
                <a16:creationId xmlns:a16="http://schemas.microsoft.com/office/drawing/2014/main" id="{CF4A00BA-A46D-6060-3970-793347C8490B}"/>
              </a:ext>
            </a:extLst>
          </p:cNvPr>
          <p:cNvCxnSpPr>
            <a:cxnSpLocks/>
          </p:cNvCxnSpPr>
          <p:nvPr/>
        </p:nvCxnSpPr>
        <p:spPr>
          <a:xfrm>
            <a:off x="7585634" y="2333277"/>
            <a:ext cx="6355668" cy="0"/>
          </a:xfrm>
          <a:prstGeom prst="line">
            <a:avLst/>
          </a:prstGeom>
          <a:ln w="19050" cap="sq">
            <a:solidFill>
              <a:schemeClr val="tx2">
                <a:lumMod val="90000"/>
              </a:schemeClr>
            </a:solidFill>
          </a:ln>
        </p:spPr>
        <p:style>
          <a:lnRef idx="1">
            <a:schemeClr val="accent1"/>
          </a:lnRef>
          <a:fillRef idx="0">
            <a:schemeClr val="accent1"/>
          </a:fillRef>
          <a:effectRef idx="0">
            <a:schemeClr val="accent1"/>
          </a:effectRef>
          <a:fontRef idx="minor">
            <a:schemeClr val="lt1"/>
          </a:fontRef>
        </p:style>
      </p:cxnSp>
      <p:sp>
        <p:nvSpPr>
          <p:cNvPr id="101" name="Content Placeholder 10">
            <a:extLst>
              <a:ext uri="{FF2B5EF4-FFF2-40B4-BE49-F238E27FC236}">
                <a16:creationId xmlns:a16="http://schemas.microsoft.com/office/drawing/2014/main" id="{C0FD1B22-B078-402D-2613-E1D55393C141}"/>
              </a:ext>
            </a:extLst>
          </p:cNvPr>
          <p:cNvSpPr txBox="1">
            <a:spLocks/>
          </p:cNvSpPr>
          <p:nvPr/>
        </p:nvSpPr>
        <p:spPr>
          <a:xfrm>
            <a:off x="7585635" y="3169263"/>
            <a:ext cx="6358966" cy="380763"/>
          </a:xfrm>
          <a:prstGeom prst="rect">
            <a:avLst/>
          </a:prstGeom>
        </p:spPr>
        <p:txBody>
          <a:bodyPr lIns="0" tIns="0" rIns="0" bIns="0" anchor="t" anchorCtr="0">
            <a:noAutofit/>
          </a:bodyPr>
          <a:lstStyle>
            <a:lvl1pPr marL="0" indent="0" algn="l" defTabSz="1463040" rtl="0" eaLnBrk="1" latinLnBrk="0" hangingPunct="1">
              <a:spcBef>
                <a:spcPts val="1200"/>
              </a:spcBef>
              <a:buFontTx/>
              <a:buNone/>
              <a:defRPr sz="2000" b="1" kern="1200">
                <a:solidFill>
                  <a:schemeClr val="tx1"/>
                </a:solidFill>
                <a:latin typeface="+mn-lt"/>
                <a:ea typeface="+mn-ea"/>
                <a:cs typeface="+mn-cs"/>
              </a:defRPr>
            </a:lvl1pPr>
            <a:lvl2pPr marL="0" indent="0" algn="l" defTabSz="1463040" rtl="0" eaLnBrk="1" latinLnBrk="0" hangingPunct="1">
              <a:spcBef>
                <a:spcPts val="1200"/>
              </a:spcBef>
              <a:buFontTx/>
              <a:buNone/>
              <a:defRPr sz="2000" kern="1200">
                <a:solidFill>
                  <a:schemeClr val="tx1"/>
                </a:solidFill>
                <a:latin typeface="+mn-lt"/>
                <a:ea typeface="+mn-ea"/>
                <a:cs typeface="+mn-cs"/>
              </a:defRPr>
            </a:lvl2pPr>
            <a:lvl3pPr marL="228600" indent="-228600" algn="l" defTabSz="1463040" rtl="0" eaLnBrk="1" latinLnBrk="0" hangingPunct="1">
              <a:spcBef>
                <a:spcPts val="1200"/>
              </a:spcBef>
              <a:buFont typeface="Arial" pitchFamily="34" charset="0"/>
              <a:buChar char="•"/>
              <a:tabLst/>
              <a:defRPr sz="2000" kern="1200">
                <a:solidFill>
                  <a:schemeClr val="tx1"/>
                </a:solidFill>
                <a:latin typeface="+mn-lt"/>
                <a:ea typeface="+mn-ea"/>
                <a:cs typeface="+mn-cs"/>
              </a:defRPr>
            </a:lvl3pPr>
            <a:lvl4pPr marL="457200" indent="-228600" algn="l" defTabSz="1463040" rtl="0" eaLnBrk="1" latinLnBrk="0" hangingPunct="1">
              <a:spcBef>
                <a:spcPts val="600"/>
              </a:spcBef>
              <a:buFont typeface="Arial" pitchFamily="34" charset="0"/>
              <a:buChar char="–"/>
              <a:tabLst/>
              <a:defRPr sz="2000" kern="1200">
                <a:solidFill>
                  <a:schemeClr val="tx1"/>
                </a:solidFill>
                <a:latin typeface="+mn-lt"/>
                <a:ea typeface="+mn-ea"/>
                <a:cs typeface="+mn-cs"/>
              </a:defRPr>
            </a:lvl4pPr>
            <a:lvl5pPr marL="685800" indent="-228600" algn="l" defTabSz="1463040" rtl="0" eaLnBrk="1" latinLnBrk="0" hangingPunct="1">
              <a:spcBef>
                <a:spcPts val="600"/>
              </a:spcBef>
              <a:buFont typeface="Arial" pitchFamily="34" charset="0"/>
              <a:buChar char="–"/>
              <a:tabLst/>
              <a:defRPr sz="2000" kern="1200">
                <a:solidFill>
                  <a:schemeClr val="tx1"/>
                </a:solidFill>
                <a:latin typeface="+mn-lt"/>
                <a:ea typeface="+mn-ea"/>
                <a:cs typeface="+mn-cs"/>
              </a:defRPr>
            </a:lvl5pPr>
            <a:lvl6pPr marL="914400" indent="-228600" algn="l" defTabSz="1463040" rtl="0" eaLnBrk="1" latinLnBrk="0" hangingPunct="1">
              <a:spcBef>
                <a:spcPts val="600"/>
              </a:spcBef>
              <a:buFont typeface="Arial" pitchFamily="34" charset="0"/>
              <a:buChar char="–"/>
              <a:defRPr sz="2000" kern="1200">
                <a:solidFill>
                  <a:schemeClr val="tx1"/>
                </a:solidFill>
                <a:latin typeface="+mn-lt"/>
                <a:ea typeface="+mn-ea"/>
                <a:cs typeface="+mn-cs"/>
              </a:defRPr>
            </a:lvl6pPr>
            <a:lvl7pPr marL="1143000" indent="-228600" algn="l" defTabSz="1463040" rtl="0" eaLnBrk="1" latinLnBrk="0" hangingPunct="1">
              <a:spcBef>
                <a:spcPts val="600"/>
              </a:spcBef>
              <a:buFont typeface="Arial" pitchFamily="34" charset="0"/>
              <a:buChar char="–"/>
              <a:tabLst/>
              <a:defRPr sz="2000" kern="1200">
                <a:solidFill>
                  <a:schemeClr val="tx1"/>
                </a:solidFill>
                <a:latin typeface="+mn-lt"/>
                <a:ea typeface="+mn-ea"/>
                <a:cs typeface="+mn-cs"/>
              </a:defRPr>
            </a:lvl7pPr>
            <a:lvl8pPr marL="1371600" indent="-228600" algn="l" defTabSz="1463040" rtl="0" eaLnBrk="1" latinLnBrk="0" hangingPunct="1">
              <a:spcBef>
                <a:spcPts val="600"/>
              </a:spcBef>
              <a:buFont typeface="Arial" pitchFamily="34" charset="0"/>
              <a:buChar char="–"/>
              <a:defRPr sz="2000" kern="1200" baseline="0">
                <a:solidFill>
                  <a:schemeClr val="tx1"/>
                </a:solidFill>
                <a:latin typeface="+mn-lt"/>
                <a:ea typeface="+mn-ea"/>
                <a:cs typeface="+mn-cs"/>
              </a:defRPr>
            </a:lvl8pPr>
            <a:lvl9pPr marL="1600200" indent="-228600" algn="l" defTabSz="1463040" rtl="0" eaLnBrk="1" latinLnBrk="0" hangingPunct="1">
              <a:spcBef>
                <a:spcPts val="600"/>
              </a:spcBef>
              <a:buFont typeface="Arial" pitchFamily="34" charset="0"/>
              <a:buChar char="–"/>
              <a:tabLst/>
              <a:defRPr sz="2000" kern="1200" baseline="0">
                <a:solidFill>
                  <a:schemeClr val="tx1"/>
                </a:solidFill>
                <a:latin typeface="+mn-lt"/>
                <a:ea typeface="+mn-ea"/>
                <a:cs typeface="+mn-cs"/>
              </a:defRPr>
            </a:lvl9pPr>
          </a:lstStyle>
          <a:p>
            <a:pPr>
              <a:lnSpc>
                <a:spcPct val="90000"/>
              </a:lnSpc>
              <a:spcBef>
                <a:spcPts val="1800"/>
              </a:spcBef>
              <a:spcAft>
                <a:spcPts val="0"/>
              </a:spcAft>
            </a:pPr>
            <a:r>
              <a:rPr lang="en-US" sz="1800" dirty="0">
                <a:solidFill>
                  <a:schemeClr val="accent1"/>
                </a:solidFill>
              </a:rPr>
              <a:t>SOLUTION</a:t>
            </a:r>
          </a:p>
        </p:txBody>
      </p:sp>
      <p:cxnSp>
        <p:nvCxnSpPr>
          <p:cNvPr id="102" name="Straight Connector 101">
            <a:extLst>
              <a:ext uri="{FF2B5EF4-FFF2-40B4-BE49-F238E27FC236}">
                <a16:creationId xmlns:a16="http://schemas.microsoft.com/office/drawing/2014/main" id="{FFFAFE78-5A88-7E98-1024-161E2549FEC4}"/>
              </a:ext>
            </a:extLst>
          </p:cNvPr>
          <p:cNvCxnSpPr>
            <a:cxnSpLocks/>
          </p:cNvCxnSpPr>
          <p:nvPr/>
        </p:nvCxnSpPr>
        <p:spPr>
          <a:xfrm>
            <a:off x="7585634" y="3465493"/>
            <a:ext cx="6358966" cy="0"/>
          </a:xfrm>
          <a:prstGeom prst="line">
            <a:avLst/>
          </a:prstGeom>
          <a:ln w="19050" cap="sq">
            <a:solidFill>
              <a:schemeClr val="tx2">
                <a:lumMod val="90000"/>
              </a:schemeClr>
            </a:solidFill>
          </a:ln>
        </p:spPr>
        <p:style>
          <a:lnRef idx="1">
            <a:schemeClr val="accent1"/>
          </a:lnRef>
          <a:fillRef idx="0">
            <a:schemeClr val="accent1"/>
          </a:fillRef>
          <a:effectRef idx="0">
            <a:schemeClr val="accent1"/>
          </a:effectRef>
          <a:fontRef idx="minor">
            <a:schemeClr val="lt1"/>
          </a:fontRef>
        </p:style>
      </p:cxnSp>
      <p:sp>
        <p:nvSpPr>
          <p:cNvPr id="107" name="Content Placeholder 10">
            <a:extLst>
              <a:ext uri="{FF2B5EF4-FFF2-40B4-BE49-F238E27FC236}">
                <a16:creationId xmlns:a16="http://schemas.microsoft.com/office/drawing/2014/main" id="{564B5308-D521-8BD2-FCC2-D74A711B3D0D}"/>
              </a:ext>
            </a:extLst>
          </p:cNvPr>
          <p:cNvSpPr txBox="1">
            <a:spLocks/>
          </p:cNvSpPr>
          <p:nvPr/>
        </p:nvSpPr>
        <p:spPr>
          <a:xfrm>
            <a:off x="7585635" y="5616677"/>
            <a:ext cx="6358966" cy="380761"/>
          </a:xfrm>
          <a:prstGeom prst="rect">
            <a:avLst/>
          </a:prstGeom>
        </p:spPr>
        <p:txBody>
          <a:bodyPr lIns="0" tIns="0" rIns="0" bIns="0" anchor="t" anchorCtr="0">
            <a:noAutofit/>
          </a:bodyPr>
          <a:lstStyle>
            <a:lvl1pPr marL="0" indent="0" algn="l" defTabSz="1463040" rtl="0" eaLnBrk="1" latinLnBrk="0" hangingPunct="1">
              <a:spcBef>
                <a:spcPts val="1200"/>
              </a:spcBef>
              <a:buFontTx/>
              <a:buNone/>
              <a:defRPr sz="2000" b="1" kern="1200">
                <a:solidFill>
                  <a:schemeClr val="tx1"/>
                </a:solidFill>
                <a:latin typeface="+mn-lt"/>
                <a:ea typeface="+mn-ea"/>
                <a:cs typeface="+mn-cs"/>
              </a:defRPr>
            </a:lvl1pPr>
            <a:lvl2pPr marL="0" indent="0" algn="l" defTabSz="1463040" rtl="0" eaLnBrk="1" latinLnBrk="0" hangingPunct="1">
              <a:spcBef>
                <a:spcPts val="1200"/>
              </a:spcBef>
              <a:buFontTx/>
              <a:buNone/>
              <a:defRPr sz="2000" kern="1200">
                <a:solidFill>
                  <a:schemeClr val="tx1"/>
                </a:solidFill>
                <a:latin typeface="+mn-lt"/>
                <a:ea typeface="+mn-ea"/>
                <a:cs typeface="+mn-cs"/>
              </a:defRPr>
            </a:lvl2pPr>
            <a:lvl3pPr marL="228600" indent="-228600" algn="l" defTabSz="1463040" rtl="0" eaLnBrk="1" latinLnBrk="0" hangingPunct="1">
              <a:spcBef>
                <a:spcPts val="1200"/>
              </a:spcBef>
              <a:buFont typeface="Arial" pitchFamily="34" charset="0"/>
              <a:buChar char="•"/>
              <a:tabLst/>
              <a:defRPr sz="2000" kern="1200">
                <a:solidFill>
                  <a:schemeClr val="tx1"/>
                </a:solidFill>
                <a:latin typeface="+mn-lt"/>
                <a:ea typeface="+mn-ea"/>
                <a:cs typeface="+mn-cs"/>
              </a:defRPr>
            </a:lvl3pPr>
            <a:lvl4pPr marL="457200" indent="-228600" algn="l" defTabSz="1463040" rtl="0" eaLnBrk="1" latinLnBrk="0" hangingPunct="1">
              <a:spcBef>
                <a:spcPts val="600"/>
              </a:spcBef>
              <a:buFont typeface="Arial" pitchFamily="34" charset="0"/>
              <a:buChar char="–"/>
              <a:tabLst/>
              <a:defRPr sz="2000" kern="1200">
                <a:solidFill>
                  <a:schemeClr val="tx1"/>
                </a:solidFill>
                <a:latin typeface="+mn-lt"/>
                <a:ea typeface="+mn-ea"/>
                <a:cs typeface="+mn-cs"/>
              </a:defRPr>
            </a:lvl4pPr>
            <a:lvl5pPr marL="685800" indent="-228600" algn="l" defTabSz="1463040" rtl="0" eaLnBrk="1" latinLnBrk="0" hangingPunct="1">
              <a:spcBef>
                <a:spcPts val="600"/>
              </a:spcBef>
              <a:buFont typeface="Arial" pitchFamily="34" charset="0"/>
              <a:buChar char="–"/>
              <a:tabLst/>
              <a:defRPr sz="2000" kern="1200">
                <a:solidFill>
                  <a:schemeClr val="tx1"/>
                </a:solidFill>
                <a:latin typeface="+mn-lt"/>
                <a:ea typeface="+mn-ea"/>
                <a:cs typeface="+mn-cs"/>
              </a:defRPr>
            </a:lvl5pPr>
            <a:lvl6pPr marL="914400" indent="-228600" algn="l" defTabSz="1463040" rtl="0" eaLnBrk="1" latinLnBrk="0" hangingPunct="1">
              <a:spcBef>
                <a:spcPts val="600"/>
              </a:spcBef>
              <a:buFont typeface="Arial" pitchFamily="34" charset="0"/>
              <a:buChar char="–"/>
              <a:defRPr sz="2000" kern="1200">
                <a:solidFill>
                  <a:schemeClr val="tx1"/>
                </a:solidFill>
                <a:latin typeface="+mn-lt"/>
                <a:ea typeface="+mn-ea"/>
                <a:cs typeface="+mn-cs"/>
              </a:defRPr>
            </a:lvl6pPr>
            <a:lvl7pPr marL="1143000" indent="-228600" algn="l" defTabSz="1463040" rtl="0" eaLnBrk="1" latinLnBrk="0" hangingPunct="1">
              <a:spcBef>
                <a:spcPts val="600"/>
              </a:spcBef>
              <a:buFont typeface="Arial" pitchFamily="34" charset="0"/>
              <a:buChar char="–"/>
              <a:tabLst/>
              <a:defRPr sz="2000" kern="1200">
                <a:solidFill>
                  <a:schemeClr val="tx1"/>
                </a:solidFill>
                <a:latin typeface="+mn-lt"/>
                <a:ea typeface="+mn-ea"/>
                <a:cs typeface="+mn-cs"/>
              </a:defRPr>
            </a:lvl7pPr>
            <a:lvl8pPr marL="1371600" indent="-228600" algn="l" defTabSz="1463040" rtl="0" eaLnBrk="1" latinLnBrk="0" hangingPunct="1">
              <a:spcBef>
                <a:spcPts val="600"/>
              </a:spcBef>
              <a:buFont typeface="Arial" pitchFamily="34" charset="0"/>
              <a:buChar char="–"/>
              <a:defRPr sz="2000" kern="1200" baseline="0">
                <a:solidFill>
                  <a:schemeClr val="tx1"/>
                </a:solidFill>
                <a:latin typeface="+mn-lt"/>
                <a:ea typeface="+mn-ea"/>
                <a:cs typeface="+mn-cs"/>
              </a:defRPr>
            </a:lvl8pPr>
            <a:lvl9pPr marL="1600200" indent="-228600" algn="l" defTabSz="1463040" rtl="0" eaLnBrk="1" latinLnBrk="0" hangingPunct="1">
              <a:spcBef>
                <a:spcPts val="600"/>
              </a:spcBef>
              <a:buFont typeface="Arial" pitchFamily="34" charset="0"/>
              <a:buChar char="–"/>
              <a:tabLst/>
              <a:defRPr sz="2000" kern="1200" baseline="0">
                <a:solidFill>
                  <a:schemeClr val="tx1"/>
                </a:solidFill>
                <a:latin typeface="+mn-lt"/>
                <a:ea typeface="+mn-ea"/>
                <a:cs typeface="+mn-cs"/>
              </a:defRPr>
            </a:lvl9pPr>
          </a:lstStyle>
          <a:p>
            <a:pPr>
              <a:lnSpc>
                <a:spcPct val="90000"/>
              </a:lnSpc>
              <a:spcBef>
                <a:spcPts val="1800"/>
              </a:spcBef>
              <a:spcAft>
                <a:spcPts val="0"/>
              </a:spcAft>
            </a:pPr>
            <a:r>
              <a:rPr lang="en-US" sz="1800" dirty="0">
                <a:solidFill>
                  <a:schemeClr val="accent1"/>
                </a:solidFill>
              </a:rPr>
              <a:t>OUTCOME</a:t>
            </a:r>
          </a:p>
        </p:txBody>
      </p:sp>
      <p:cxnSp>
        <p:nvCxnSpPr>
          <p:cNvPr id="108" name="Straight Connector 107">
            <a:extLst>
              <a:ext uri="{FF2B5EF4-FFF2-40B4-BE49-F238E27FC236}">
                <a16:creationId xmlns:a16="http://schemas.microsoft.com/office/drawing/2014/main" id="{38804F71-D434-B7C9-3D38-FA07CF815A00}"/>
              </a:ext>
            </a:extLst>
          </p:cNvPr>
          <p:cNvCxnSpPr>
            <a:cxnSpLocks/>
          </p:cNvCxnSpPr>
          <p:nvPr/>
        </p:nvCxnSpPr>
        <p:spPr>
          <a:xfrm>
            <a:off x="7585634" y="5916536"/>
            <a:ext cx="6355668" cy="0"/>
          </a:xfrm>
          <a:prstGeom prst="line">
            <a:avLst/>
          </a:prstGeom>
          <a:ln w="19050" cap="sq">
            <a:solidFill>
              <a:schemeClr val="tx2">
                <a:lumMod val="90000"/>
              </a:schemeClr>
            </a:solidFill>
          </a:ln>
        </p:spPr>
        <p:style>
          <a:lnRef idx="1">
            <a:schemeClr val="accent1"/>
          </a:lnRef>
          <a:fillRef idx="0">
            <a:schemeClr val="accent1"/>
          </a:fillRef>
          <a:effectRef idx="0">
            <a:schemeClr val="accent1"/>
          </a:effectRef>
          <a:fontRef idx="minor">
            <a:schemeClr val="lt1"/>
          </a:fontRef>
        </p:style>
      </p:cxnSp>
    </p:spTree>
    <p:extLst>
      <p:ext uri="{BB962C8B-B14F-4D97-AF65-F5344CB8AC3E}">
        <p14:creationId xmlns:p14="http://schemas.microsoft.com/office/powerpoint/2010/main" val="12606326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547474-5DA1-C06D-26CC-BE4A3A81EFDB}"/>
            </a:ext>
          </a:extLst>
        </p:cNvPr>
        <p:cNvGrpSpPr/>
        <p:nvPr/>
      </p:nvGrpSpPr>
      <p:grpSpPr>
        <a:xfrm>
          <a:off x="0" y="0"/>
          <a:ext cx="0" cy="0"/>
          <a:chOff x="0" y="0"/>
          <a:chExt cx="0" cy="0"/>
        </a:xfrm>
      </p:grpSpPr>
      <p:sp>
        <p:nvSpPr>
          <p:cNvPr id="4" name="Rounded Rectangle 3">
            <a:extLst>
              <a:ext uri="{FF2B5EF4-FFF2-40B4-BE49-F238E27FC236}">
                <a16:creationId xmlns:a16="http://schemas.microsoft.com/office/drawing/2014/main" id="{AA9052AD-F4A8-744B-C1E5-2C8D6ADE66BD}"/>
              </a:ext>
            </a:extLst>
          </p:cNvPr>
          <p:cNvSpPr/>
          <p:nvPr/>
        </p:nvSpPr>
        <p:spPr>
          <a:xfrm>
            <a:off x="2022338" y="2432012"/>
            <a:ext cx="4102915" cy="3187539"/>
          </a:xfrm>
          <a:prstGeom prst="roundRect">
            <a:avLst>
              <a:gd name="adj" fmla="val 6343"/>
            </a:avLst>
          </a:prstGeom>
          <a:solidFill>
            <a:schemeClr val="bg1">
              <a:lumMod val="95000"/>
            </a:schemeClr>
          </a:solidFill>
          <a:ln>
            <a:noFill/>
          </a:ln>
          <a:effectLst>
            <a:outerShdw blurRad="76200" dist="63500" dir="5400000" algn="t" rotWithShape="0">
              <a:prstClr val="black">
                <a:alpha val="12000"/>
              </a:prstClr>
            </a:outerShdw>
          </a:effectLst>
        </p:spPr>
        <p:style>
          <a:lnRef idx="0">
            <a:schemeClr val="accent1"/>
          </a:lnRef>
          <a:fillRef idx="1">
            <a:schemeClr val="accent1"/>
          </a:fillRef>
          <a:effectRef idx="0">
            <a:schemeClr val="accent1"/>
          </a:effectRef>
          <a:fontRef idx="minor">
            <a:schemeClr val="lt1"/>
          </a:fontRef>
        </p:style>
        <p:txBody>
          <a:bodyPr tIns="72000" rtlCol="0" anchor="t" anchorCtr="0"/>
          <a:lstStyle/>
          <a:p>
            <a:pPr algn="ctr"/>
            <a:r>
              <a:rPr lang="en-US" sz="1800" b="1" dirty="0">
                <a:solidFill>
                  <a:schemeClr val="accent1"/>
                </a:solidFill>
              </a:rPr>
              <a:t>TF Monitor</a:t>
            </a:r>
            <a:endParaRPr lang="en-IN" sz="1800" b="1" dirty="0">
              <a:solidFill>
                <a:schemeClr val="accent1"/>
              </a:solidFill>
            </a:endParaRPr>
          </a:p>
        </p:txBody>
      </p:sp>
      <p:sp>
        <p:nvSpPr>
          <p:cNvPr id="2" name="Title 1">
            <a:extLst>
              <a:ext uri="{FF2B5EF4-FFF2-40B4-BE49-F238E27FC236}">
                <a16:creationId xmlns:a16="http://schemas.microsoft.com/office/drawing/2014/main" id="{BAD8B439-DA78-BC0A-9BC8-04F9983AA1E3}"/>
              </a:ext>
            </a:extLst>
          </p:cNvPr>
          <p:cNvSpPr>
            <a:spLocks noGrp="1"/>
          </p:cNvSpPr>
          <p:nvPr>
            <p:ph type="title"/>
          </p:nvPr>
        </p:nvSpPr>
        <p:spPr/>
        <p:txBody>
          <a:bodyPr/>
          <a:lstStyle/>
          <a:p>
            <a:r>
              <a:rPr lang="en-GB" dirty="0"/>
              <a:t>Phase 2: Transaction Aggregation</a:t>
            </a:r>
            <a:br>
              <a:rPr lang="en-GB" dirty="0"/>
            </a:br>
            <a:endParaRPr lang="en-GB" dirty="0"/>
          </a:p>
        </p:txBody>
      </p:sp>
      <p:grpSp>
        <p:nvGrpSpPr>
          <p:cNvPr id="35" name="Group 34">
            <a:extLst>
              <a:ext uri="{FF2B5EF4-FFF2-40B4-BE49-F238E27FC236}">
                <a16:creationId xmlns:a16="http://schemas.microsoft.com/office/drawing/2014/main" id="{A2A1ED62-E2D0-F0B4-EBD6-D1D54BCED4AA}"/>
              </a:ext>
            </a:extLst>
          </p:cNvPr>
          <p:cNvGrpSpPr/>
          <p:nvPr/>
        </p:nvGrpSpPr>
        <p:grpSpPr>
          <a:xfrm>
            <a:off x="959636" y="2973720"/>
            <a:ext cx="867455" cy="972366"/>
            <a:chOff x="2044654" y="3650709"/>
            <a:chExt cx="867455" cy="972366"/>
          </a:xfrm>
        </p:grpSpPr>
        <p:grpSp>
          <p:nvGrpSpPr>
            <p:cNvPr id="23" name="Group 289">
              <a:extLst>
                <a:ext uri="{FF2B5EF4-FFF2-40B4-BE49-F238E27FC236}">
                  <a16:creationId xmlns:a16="http://schemas.microsoft.com/office/drawing/2014/main" id="{98B50198-A19E-3C5D-38E4-A9C39E6ED9C9}"/>
                </a:ext>
              </a:extLst>
            </p:cNvPr>
            <p:cNvGrpSpPr>
              <a:grpSpLocks noChangeAspect="1"/>
            </p:cNvGrpSpPr>
            <p:nvPr/>
          </p:nvGrpSpPr>
          <p:grpSpPr bwMode="auto">
            <a:xfrm>
              <a:off x="2193571" y="3650709"/>
              <a:ext cx="569621" cy="518400"/>
              <a:chOff x="6553" y="2597"/>
              <a:chExt cx="278" cy="253"/>
            </a:xfrm>
            <a:solidFill>
              <a:schemeClr val="accent1"/>
            </a:solidFill>
          </p:grpSpPr>
          <p:sp>
            <p:nvSpPr>
              <p:cNvPr id="26" name="Freeform 290">
                <a:extLst>
                  <a:ext uri="{FF2B5EF4-FFF2-40B4-BE49-F238E27FC236}">
                    <a16:creationId xmlns:a16="http://schemas.microsoft.com/office/drawing/2014/main" id="{3E1A45EF-5D5F-4D92-0D19-5846B645B1D6}"/>
                  </a:ext>
                </a:extLst>
              </p:cNvPr>
              <p:cNvSpPr>
                <a:spLocks noEditPoints="1"/>
              </p:cNvSpPr>
              <p:nvPr/>
            </p:nvSpPr>
            <p:spPr bwMode="auto">
              <a:xfrm>
                <a:off x="6554" y="2639"/>
                <a:ext cx="277" cy="211"/>
              </a:xfrm>
              <a:custGeom>
                <a:avLst/>
                <a:gdLst>
                  <a:gd name="T0" fmla="*/ 681 w 1257"/>
                  <a:gd name="T1" fmla="*/ 880 h 961"/>
                  <a:gd name="T2" fmla="*/ 880 w 1257"/>
                  <a:gd name="T3" fmla="*/ 789 h 961"/>
                  <a:gd name="T4" fmla="*/ 905 w 1257"/>
                  <a:gd name="T5" fmla="*/ 833 h 961"/>
                  <a:gd name="T6" fmla="*/ 644 w 1257"/>
                  <a:gd name="T7" fmla="*/ 957 h 961"/>
                  <a:gd name="T8" fmla="*/ 366 w 1257"/>
                  <a:gd name="T9" fmla="*/ 843 h 961"/>
                  <a:gd name="T10" fmla="*/ 345 w 1257"/>
                  <a:gd name="T11" fmla="*/ 800 h 961"/>
                  <a:gd name="T12" fmla="*/ 443 w 1257"/>
                  <a:gd name="T13" fmla="*/ 819 h 961"/>
                  <a:gd name="T14" fmla="*/ 598 w 1257"/>
                  <a:gd name="T15" fmla="*/ 890 h 961"/>
                  <a:gd name="T16" fmla="*/ 552 w 1257"/>
                  <a:gd name="T17" fmla="*/ 591 h 961"/>
                  <a:gd name="T18" fmla="*/ 449 w 1257"/>
                  <a:gd name="T19" fmla="*/ 643 h 961"/>
                  <a:gd name="T20" fmla="*/ 266 w 1257"/>
                  <a:gd name="T21" fmla="*/ 558 h 961"/>
                  <a:gd name="T22" fmla="*/ 264 w 1257"/>
                  <a:gd name="T23" fmla="*/ 696 h 961"/>
                  <a:gd name="T24" fmla="*/ 211 w 1257"/>
                  <a:gd name="T25" fmla="*/ 696 h 961"/>
                  <a:gd name="T26" fmla="*/ 194 w 1257"/>
                  <a:gd name="T27" fmla="*/ 524 h 961"/>
                  <a:gd name="T28" fmla="*/ 74 w 1257"/>
                  <a:gd name="T29" fmla="*/ 386 h 961"/>
                  <a:gd name="T30" fmla="*/ 177 w 1257"/>
                  <a:gd name="T31" fmla="*/ 300 h 961"/>
                  <a:gd name="T32" fmla="*/ 36 w 1257"/>
                  <a:gd name="T33" fmla="*/ 263 h 961"/>
                  <a:gd name="T34" fmla="*/ 28 w 1257"/>
                  <a:gd name="T35" fmla="*/ 178 h 961"/>
                  <a:gd name="T36" fmla="*/ 437 w 1257"/>
                  <a:gd name="T37" fmla="*/ 3 h 961"/>
                  <a:gd name="T38" fmla="*/ 575 w 1257"/>
                  <a:gd name="T39" fmla="*/ 64 h 961"/>
                  <a:gd name="T40" fmla="*/ 437 w 1257"/>
                  <a:gd name="T41" fmla="*/ 58 h 961"/>
                  <a:gd name="T42" fmla="*/ 90 w 1257"/>
                  <a:gd name="T43" fmla="*/ 209 h 961"/>
                  <a:gd name="T44" fmla="*/ 98 w 1257"/>
                  <a:gd name="T45" fmla="*/ 222 h 961"/>
                  <a:gd name="T46" fmla="*/ 252 w 1257"/>
                  <a:gd name="T47" fmla="*/ 248 h 961"/>
                  <a:gd name="T48" fmla="*/ 548 w 1257"/>
                  <a:gd name="T49" fmla="*/ 115 h 961"/>
                  <a:gd name="T50" fmla="*/ 566 w 1257"/>
                  <a:gd name="T51" fmla="*/ 160 h 961"/>
                  <a:gd name="T52" fmla="*/ 330 w 1257"/>
                  <a:gd name="T53" fmla="*/ 272 h 961"/>
                  <a:gd name="T54" fmla="*/ 326 w 1257"/>
                  <a:gd name="T55" fmla="*/ 297 h 961"/>
                  <a:gd name="T56" fmla="*/ 640 w 1257"/>
                  <a:gd name="T57" fmla="*/ 431 h 961"/>
                  <a:gd name="T58" fmla="*/ 950 w 1257"/>
                  <a:gd name="T59" fmla="*/ 285 h 961"/>
                  <a:gd name="T60" fmla="*/ 710 w 1257"/>
                  <a:gd name="T61" fmla="*/ 172 h 961"/>
                  <a:gd name="T62" fmla="*/ 681 w 1257"/>
                  <a:gd name="T63" fmla="*/ 130 h 961"/>
                  <a:gd name="T64" fmla="*/ 745 w 1257"/>
                  <a:gd name="T65" fmla="*/ 128 h 961"/>
                  <a:gd name="T66" fmla="*/ 1034 w 1257"/>
                  <a:gd name="T67" fmla="*/ 253 h 961"/>
                  <a:gd name="T68" fmla="*/ 1175 w 1257"/>
                  <a:gd name="T69" fmla="*/ 215 h 961"/>
                  <a:gd name="T70" fmla="*/ 848 w 1257"/>
                  <a:gd name="T71" fmla="*/ 62 h 961"/>
                  <a:gd name="T72" fmla="*/ 721 w 1257"/>
                  <a:gd name="T73" fmla="*/ 82 h 961"/>
                  <a:gd name="T74" fmla="*/ 707 w 1257"/>
                  <a:gd name="T75" fmla="*/ 30 h 961"/>
                  <a:gd name="T76" fmla="*/ 854 w 1257"/>
                  <a:gd name="T77" fmla="*/ 5 h 961"/>
                  <a:gd name="T78" fmla="*/ 1252 w 1257"/>
                  <a:gd name="T79" fmla="*/ 234 h 961"/>
                  <a:gd name="T80" fmla="*/ 1103 w 1257"/>
                  <a:gd name="T81" fmla="*/ 292 h 961"/>
                  <a:gd name="T82" fmla="*/ 1099 w 1257"/>
                  <a:gd name="T83" fmla="*/ 318 h 961"/>
                  <a:gd name="T84" fmla="*/ 1173 w 1257"/>
                  <a:gd name="T85" fmla="*/ 471 h 961"/>
                  <a:gd name="T86" fmla="*/ 1043 w 1257"/>
                  <a:gd name="T87" fmla="*/ 553 h 961"/>
                  <a:gd name="T88" fmla="*/ 1017 w 1257"/>
                  <a:gd name="T89" fmla="*/ 728 h 961"/>
                  <a:gd name="T90" fmla="*/ 990 w 1257"/>
                  <a:gd name="T91" fmla="*/ 583 h 961"/>
                  <a:gd name="T92" fmla="*/ 965 w 1257"/>
                  <a:gd name="T93" fmla="*/ 568 h 961"/>
                  <a:gd name="T94" fmla="*/ 755 w 1257"/>
                  <a:gd name="T95" fmla="*/ 635 h 961"/>
                  <a:gd name="T96" fmla="*/ 657 w 1257"/>
                  <a:gd name="T97" fmla="*/ 555 h 961"/>
                  <a:gd name="T98" fmla="*/ 594 w 1257"/>
                  <a:gd name="T99" fmla="*/ 486 h 961"/>
                  <a:gd name="T100" fmla="*/ 252 w 1257"/>
                  <a:gd name="T101" fmla="*/ 323 h 961"/>
                  <a:gd name="T102" fmla="*/ 137 w 1257"/>
                  <a:gd name="T103" fmla="*/ 404 h 961"/>
                  <a:gd name="T104" fmla="*/ 139 w 1257"/>
                  <a:gd name="T105" fmla="*/ 438 h 961"/>
                  <a:gd name="T106" fmla="*/ 518 w 1257"/>
                  <a:gd name="T107" fmla="*/ 551 h 961"/>
                  <a:gd name="T108" fmla="*/ 662 w 1257"/>
                  <a:gd name="T109" fmla="*/ 482 h 961"/>
                  <a:gd name="T110" fmla="*/ 674 w 1257"/>
                  <a:gd name="T111" fmla="*/ 497 h 961"/>
                  <a:gd name="T112" fmla="*/ 807 w 1257"/>
                  <a:gd name="T113" fmla="*/ 583 h 961"/>
                  <a:gd name="T114" fmla="*/ 1140 w 1257"/>
                  <a:gd name="T115" fmla="*/ 426 h 961"/>
                  <a:gd name="T116" fmla="*/ 1028 w 1257"/>
                  <a:gd name="T117" fmla="*/ 329 h 961"/>
                  <a:gd name="T118" fmla="*/ 682 w 1257"/>
                  <a:gd name="T119" fmla="*/ 472 h 9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257" h="961">
                    <a:moveTo>
                      <a:pt x="657" y="890"/>
                    </a:moveTo>
                    <a:cubicBezTo>
                      <a:pt x="666" y="886"/>
                      <a:pt x="674" y="884"/>
                      <a:pt x="681" y="880"/>
                    </a:cubicBezTo>
                    <a:cubicBezTo>
                      <a:pt x="741" y="852"/>
                      <a:pt x="801" y="824"/>
                      <a:pt x="862" y="796"/>
                    </a:cubicBezTo>
                    <a:cubicBezTo>
                      <a:pt x="868" y="793"/>
                      <a:pt x="874" y="788"/>
                      <a:pt x="880" y="789"/>
                    </a:cubicBezTo>
                    <a:cubicBezTo>
                      <a:pt x="890" y="791"/>
                      <a:pt x="905" y="793"/>
                      <a:pt x="908" y="800"/>
                    </a:cubicBezTo>
                    <a:cubicBezTo>
                      <a:pt x="912" y="809"/>
                      <a:pt x="908" y="822"/>
                      <a:pt x="905" y="833"/>
                    </a:cubicBezTo>
                    <a:cubicBezTo>
                      <a:pt x="903" y="837"/>
                      <a:pt x="895" y="840"/>
                      <a:pt x="889" y="843"/>
                    </a:cubicBezTo>
                    <a:cubicBezTo>
                      <a:pt x="807" y="881"/>
                      <a:pt x="726" y="920"/>
                      <a:pt x="644" y="957"/>
                    </a:cubicBezTo>
                    <a:cubicBezTo>
                      <a:pt x="635" y="961"/>
                      <a:pt x="620" y="961"/>
                      <a:pt x="611" y="957"/>
                    </a:cubicBezTo>
                    <a:cubicBezTo>
                      <a:pt x="529" y="920"/>
                      <a:pt x="448" y="882"/>
                      <a:pt x="366" y="843"/>
                    </a:cubicBezTo>
                    <a:cubicBezTo>
                      <a:pt x="361" y="841"/>
                      <a:pt x="355" y="838"/>
                      <a:pt x="351" y="834"/>
                    </a:cubicBezTo>
                    <a:cubicBezTo>
                      <a:pt x="340" y="825"/>
                      <a:pt x="338" y="812"/>
                      <a:pt x="345" y="800"/>
                    </a:cubicBezTo>
                    <a:cubicBezTo>
                      <a:pt x="352" y="789"/>
                      <a:pt x="363" y="783"/>
                      <a:pt x="376" y="789"/>
                    </a:cubicBezTo>
                    <a:cubicBezTo>
                      <a:pt x="399" y="799"/>
                      <a:pt x="421" y="809"/>
                      <a:pt x="443" y="819"/>
                    </a:cubicBezTo>
                    <a:cubicBezTo>
                      <a:pt x="488" y="840"/>
                      <a:pt x="531" y="861"/>
                      <a:pt x="575" y="881"/>
                    </a:cubicBezTo>
                    <a:cubicBezTo>
                      <a:pt x="582" y="884"/>
                      <a:pt x="589" y="887"/>
                      <a:pt x="598" y="890"/>
                    </a:cubicBezTo>
                    <a:cubicBezTo>
                      <a:pt x="598" y="778"/>
                      <a:pt x="598" y="669"/>
                      <a:pt x="598" y="554"/>
                    </a:cubicBezTo>
                    <a:cubicBezTo>
                      <a:pt x="580" y="568"/>
                      <a:pt x="566" y="580"/>
                      <a:pt x="552" y="591"/>
                    </a:cubicBezTo>
                    <a:cubicBezTo>
                      <a:pt x="534" y="606"/>
                      <a:pt x="516" y="620"/>
                      <a:pt x="498" y="636"/>
                    </a:cubicBezTo>
                    <a:cubicBezTo>
                      <a:pt x="483" y="651"/>
                      <a:pt x="468" y="652"/>
                      <a:pt x="449" y="643"/>
                    </a:cubicBezTo>
                    <a:cubicBezTo>
                      <a:pt x="397" y="618"/>
                      <a:pt x="344" y="594"/>
                      <a:pt x="292" y="569"/>
                    </a:cubicBezTo>
                    <a:cubicBezTo>
                      <a:pt x="284" y="566"/>
                      <a:pt x="276" y="563"/>
                      <a:pt x="266" y="558"/>
                    </a:cubicBezTo>
                    <a:cubicBezTo>
                      <a:pt x="265" y="568"/>
                      <a:pt x="264" y="575"/>
                      <a:pt x="264" y="582"/>
                    </a:cubicBezTo>
                    <a:cubicBezTo>
                      <a:pt x="264" y="620"/>
                      <a:pt x="264" y="658"/>
                      <a:pt x="264" y="696"/>
                    </a:cubicBezTo>
                    <a:cubicBezTo>
                      <a:pt x="264" y="716"/>
                      <a:pt x="254" y="727"/>
                      <a:pt x="238" y="728"/>
                    </a:cubicBezTo>
                    <a:cubicBezTo>
                      <a:pt x="222" y="728"/>
                      <a:pt x="211" y="716"/>
                      <a:pt x="211" y="696"/>
                    </a:cubicBezTo>
                    <a:cubicBezTo>
                      <a:pt x="210" y="647"/>
                      <a:pt x="210" y="598"/>
                      <a:pt x="211" y="550"/>
                    </a:cubicBezTo>
                    <a:cubicBezTo>
                      <a:pt x="211" y="536"/>
                      <a:pt x="206" y="529"/>
                      <a:pt x="194" y="524"/>
                    </a:cubicBezTo>
                    <a:cubicBezTo>
                      <a:pt x="157" y="507"/>
                      <a:pt x="121" y="489"/>
                      <a:pt x="84" y="472"/>
                    </a:cubicBezTo>
                    <a:cubicBezTo>
                      <a:pt x="46" y="454"/>
                      <a:pt x="41" y="414"/>
                      <a:pt x="74" y="386"/>
                    </a:cubicBezTo>
                    <a:cubicBezTo>
                      <a:pt x="100" y="364"/>
                      <a:pt x="126" y="343"/>
                      <a:pt x="152" y="321"/>
                    </a:cubicBezTo>
                    <a:cubicBezTo>
                      <a:pt x="160" y="315"/>
                      <a:pt x="166" y="309"/>
                      <a:pt x="177" y="300"/>
                    </a:cubicBezTo>
                    <a:cubicBezTo>
                      <a:pt x="166" y="296"/>
                      <a:pt x="159" y="294"/>
                      <a:pt x="152" y="292"/>
                    </a:cubicBezTo>
                    <a:cubicBezTo>
                      <a:pt x="113" y="282"/>
                      <a:pt x="74" y="273"/>
                      <a:pt x="36" y="263"/>
                    </a:cubicBezTo>
                    <a:cubicBezTo>
                      <a:pt x="19" y="259"/>
                      <a:pt x="4" y="253"/>
                      <a:pt x="2" y="232"/>
                    </a:cubicBezTo>
                    <a:cubicBezTo>
                      <a:pt x="0" y="198"/>
                      <a:pt x="3" y="190"/>
                      <a:pt x="28" y="178"/>
                    </a:cubicBezTo>
                    <a:cubicBezTo>
                      <a:pt x="151" y="121"/>
                      <a:pt x="274" y="63"/>
                      <a:pt x="397" y="6"/>
                    </a:cubicBezTo>
                    <a:cubicBezTo>
                      <a:pt x="409" y="1"/>
                      <a:pt x="424" y="0"/>
                      <a:pt x="437" y="3"/>
                    </a:cubicBezTo>
                    <a:cubicBezTo>
                      <a:pt x="474" y="10"/>
                      <a:pt x="510" y="20"/>
                      <a:pt x="547" y="30"/>
                    </a:cubicBezTo>
                    <a:cubicBezTo>
                      <a:pt x="569" y="35"/>
                      <a:pt x="579" y="47"/>
                      <a:pt x="575" y="64"/>
                    </a:cubicBezTo>
                    <a:cubicBezTo>
                      <a:pt x="572" y="81"/>
                      <a:pt x="556" y="87"/>
                      <a:pt x="533" y="82"/>
                    </a:cubicBezTo>
                    <a:cubicBezTo>
                      <a:pt x="501" y="74"/>
                      <a:pt x="469" y="65"/>
                      <a:pt x="437" y="58"/>
                    </a:cubicBezTo>
                    <a:cubicBezTo>
                      <a:pt x="429" y="56"/>
                      <a:pt x="419" y="56"/>
                      <a:pt x="412" y="59"/>
                    </a:cubicBezTo>
                    <a:cubicBezTo>
                      <a:pt x="304" y="109"/>
                      <a:pt x="197" y="159"/>
                      <a:pt x="90" y="209"/>
                    </a:cubicBezTo>
                    <a:cubicBezTo>
                      <a:pt x="87" y="210"/>
                      <a:pt x="85" y="212"/>
                      <a:pt x="81" y="216"/>
                    </a:cubicBezTo>
                    <a:cubicBezTo>
                      <a:pt x="88" y="219"/>
                      <a:pt x="93" y="221"/>
                      <a:pt x="98" y="222"/>
                    </a:cubicBezTo>
                    <a:cubicBezTo>
                      <a:pt x="138" y="232"/>
                      <a:pt x="177" y="243"/>
                      <a:pt x="216" y="251"/>
                    </a:cubicBezTo>
                    <a:cubicBezTo>
                      <a:pt x="228" y="254"/>
                      <a:pt x="242" y="253"/>
                      <a:pt x="252" y="248"/>
                    </a:cubicBezTo>
                    <a:cubicBezTo>
                      <a:pt x="344" y="206"/>
                      <a:pt x="434" y="163"/>
                      <a:pt x="526" y="121"/>
                    </a:cubicBezTo>
                    <a:cubicBezTo>
                      <a:pt x="533" y="118"/>
                      <a:pt x="541" y="113"/>
                      <a:pt x="548" y="115"/>
                    </a:cubicBezTo>
                    <a:cubicBezTo>
                      <a:pt x="557" y="117"/>
                      <a:pt x="570" y="122"/>
                      <a:pt x="572" y="130"/>
                    </a:cubicBezTo>
                    <a:cubicBezTo>
                      <a:pt x="575" y="138"/>
                      <a:pt x="571" y="151"/>
                      <a:pt x="566" y="160"/>
                    </a:cubicBezTo>
                    <a:cubicBezTo>
                      <a:pt x="562" y="165"/>
                      <a:pt x="553" y="168"/>
                      <a:pt x="545" y="172"/>
                    </a:cubicBezTo>
                    <a:cubicBezTo>
                      <a:pt x="474" y="205"/>
                      <a:pt x="402" y="238"/>
                      <a:pt x="330" y="272"/>
                    </a:cubicBezTo>
                    <a:cubicBezTo>
                      <a:pt x="323" y="275"/>
                      <a:pt x="315" y="280"/>
                      <a:pt x="305" y="285"/>
                    </a:cubicBezTo>
                    <a:cubicBezTo>
                      <a:pt x="314" y="290"/>
                      <a:pt x="320" y="294"/>
                      <a:pt x="326" y="297"/>
                    </a:cubicBezTo>
                    <a:cubicBezTo>
                      <a:pt x="420" y="341"/>
                      <a:pt x="515" y="385"/>
                      <a:pt x="610" y="429"/>
                    </a:cubicBezTo>
                    <a:cubicBezTo>
                      <a:pt x="618" y="433"/>
                      <a:pt x="631" y="435"/>
                      <a:pt x="640" y="431"/>
                    </a:cubicBezTo>
                    <a:cubicBezTo>
                      <a:pt x="740" y="385"/>
                      <a:pt x="840" y="338"/>
                      <a:pt x="940" y="291"/>
                    </a:cubicBezTo>
                    <a:cubicBezTo>
                      <a:pt x="942" y="290"/>
                      <a:pt x="944" y="288"/>
                      <a:pt x="950" y="285"/>
                    </a:cubicBezTo>
                    <a:cubicBezTo>
                      <a:pt x="940" y="280"/>
                      <a:pt x="933" y="276"/>
                      <a:pt x="925" y="272"/>
                    </a:cubicBezTo>
                    <a:cubicBezTo>
                      <a:pt x="854" y="239"/>
                      <a:pt x="782" y="205"/>
                      <a:pt x="710" y="172"/>
                    </a:cubicBezTo>
                    <a:cubicBezTo>
                      <a:pt x="705" y="169"/>
                      <a:pt x="699" y="167"/>
                      <a:pt x="694" y="164"/>
                    </a:cubicBezTo>
                    <a:cubicBezTo>
                      <a:pt x="682" y="156"/>
                      <a:pt x="675" y="145"/>
                      <a:pt x="681" y="130"/>
                    </a:cubicBezTo>
                    <a:cubicBezTo>
                      <a:pt x="688" y="114"/>
                      <a:pt x="701" y="111"/>
                      <a:pt x="716" y="115"/>
                    </a:cubicBezTo>
                    <a:cubicBezTo>
                      <a:pt x="726" y="118"/>
                      <a:pt x="735" y="124"/>
                      <a:pt x="745" y="128"/>
                    </a:cubicBezTo>
                    <a:cubicBezTo>
                      <a:pt x="831" y="168"/>
                      <a:pt x="916" y="209"/>
                      <a:pt x="1002" y="248"/>
                    </a:cubicBezTo>
                    <a:cubicBezTo>
                      <a:pt x="1012" y="252"/>
                      <a:pt x="1024" y="255"/>
                      <a:pt x="1034" y="253"/>
                    </a:cubicBezTo>
                    <a:cubicBezTo>
                      <a:pt x="1077" y="244"/>
                      <a:pt x="1118" y="232"/>
                      <a:pt x="1160" y="222"/>
                    </a:cubicBezTo>
                    <a:cubicBezTo>
                      <a:pt x="1164" y="221"/>
                      <a:pt x="1167" y="219"/>
                      <a:pt x="1175" y="215"/>
                    </a:cubicBezTo>
                    <a:cubicBezTo>
                      <a:pt x="1166" y="211"/>
                      <a:pt x="1160" y="207"/>
                      <a:pt x="1154" y="204"/>
                    </a:cubicBezTo>
                    <a:cubicBezTo>
                      <a:pt x="1052" y="157"/>
                      <a:pt x="951" y="109"/>
                      <a:pt x="848" y="62"/>
                    </a:cubicBezTo>
                    <a:cubicBezTo>
                      <a:pt x="839" y="58"/>
                      <a:pt x="826" y="57"/>
                      <a:pt x="816" y="59"/>
                    </a:cubicBezTo>
                    <a:cubicBezTo>
                      <a:pt x="784" y="65"/>
                      <a:pt x="753" y="74"/>
                      <a:pt x="721" y="82"/>
                    </a:cubicBezTo>
                    <a:cubicBezTo>
                      <a:pt x="699" y="87"/>
                      <a:pt x="684" y="81"/>
                      <a:pt x="679" y="64"/>
                    </a:cubicBezTo>
                    <a:cubicBezTo>
                      <a:pt x="675" y="48"/>
                      <a:pt x="686" y="35"/>
                      <a:pt x="707" y="30"/>
                    </a:cubicBezTo>
                    <a:cubicBezTo>
                      <a:pt x="745" y="20"/>
                      <a:pt x="782" y="10"/>
                      <a:pt x="820" y="2"/>
                    </a:cubicBezTo>
                    <a:cubicBezTo>
                      <a:pt x="830" y="0"/>
                      <a:pt x="844" y="0"/>
                      <a:pt x="854" y="5"/>
                    </a:cubicBezTo>
                    <a:cubicBezTo>
                      <a:pt x="980" y="62"/>
                      <a:pt x="1105" y="121"/>
                      <a:pt x="1231" y="179"/>
                    </a:cubicBezTo>
                    <a:cubicBezTo>
                      <a:pt x="1257" y="191"/>
                      <a:pt x="1252" y="213"/>
                      <a:pt x="1252" y="234"/>
                    </a:cubicBezTo>
                    <a:cubicBezTo>
                      <a:pt x="1251" y="252"/>
                      <a:pt x="1238" y="258"/>
                      <a:pt x="1223" y="262"/>
                    </a:cubicBezTo>
                    <a:cubicBezTo>
                      <a:pt x="1183" y="272"/>
                      <a:pt x="1143" y="282"/>
                      <a:pt x="1103" y="292"/>
                    </a:cubicBezTo>
                    <a:cubicBezTo>
                      <a:pt x="1096" y="294"/>
                      <a:pt x="1089" y="296"/>
                      <a:pt x="1079" y="299"/>
                    </a:cubicBezTo>
                    <a:cubicBezTo>
                      <a:pt x="1087" y="307"/>
                      <a:pt x="1093" y="313"/>
                      <a:pt x="1099" y="318"/>
                    </a:cubicBezTo>
                    <a:cubicBezTo>
                      <a:pt x="1127" y="342"/>
                      <a:pt x="1155" y="365"/>
                      <a:pt x="1183" y="389"/>
                    </a:cubicBezTo>
                    <a:cubicBezTo>
                      <a:pt x="1212" y="413"/>
                      <a:pt x="1207" y="455"/>
                      <a:pt x="1173" y="471"/>
                    </a:cubicBezTo>
                    <a:cubicBezTo>
                      <a:pt x="1136" y="489"/>
                      <a:pt x="1100" y="507"/>
                      <a:pt x="1062" y="523"/>
                    </a:cubicBezTo>
                    <a:cubicBezTo>
                      <a:pt x="1048" y="529"/>
                      <a:pt x="1043" y="538"/>
                      <a:pt x="1043" y="553"/>
                    </a:cubicBezTo>
                    <a:cubicBezTo>
                      <a:pt x="1044" y="600"/>
                      <a:pt x="1044" y="648"/>
                      <a:pt x="1044" y="695"/>
                    </a:cubicBezTo>
                    <a:cubicBezTo>
                      <a:pt x="1044" y="716"/>
                      <a:pt x="1034" y="728"/>
                      <a:pt x="1017" y="728"/>
                    </a:cubicBezTo>
                    <a:cubicBezTo>
                      <a:pt x="1001" y="728"/>
                      <a:pt x="990" y="715"/>
                      <a:pt x="990" y="695"/>
                    </a:cubicBezTo>
                    <a:cubicBezTo>
                      <a:pt x="990" y="657"/>
                      <a:pt x="990" y="620"/>
                      <a:pt x="990" y="583"/>
                    </a:cubicBezTo>
                    <a:cubicBezTo>
                      <a:pt x="990" y="576"/>
                      <a:pt x="990" y="569"/>
                      <a:pt x="989" y="558"/>
                    </a:cubicBezTo>
                    <a:cubicBezTo>
                      <a:pt x="979" y="563"/>
                      <a:pt x="972" y="565"/>
                      <a:pt x="965" y="568"/>
                    </a:cubicBezTo>
                    <a:cubicBezTo>
                      <a:pt x="912" y="593"/>
                      <a:pt x="860" y="617"/>
                      <a:pt x="807" y="642"/>
                    </a:cubicBezTo>
                    <a:cubicBezTo>
                      <a:pt x="788" y="652"/>
                      <a:pt x="771" y="650"/>
                      <a:pt x="755" y="635"/>
                    </a:cubicBezTo>
                    <a:cubicBezTo>
                      <a:pt x="729" y="612"/>
                      <a:pt x="703" y="591"/>
                      <a:pt x="677" y="570"/>
                    </a:cubicBezTo>
                    <a:cubicBezTo>
                      <a:pt x="671" y="565"/>
                      <a:pt x="665" y="561"/>
                      <a:pt x="657" y="555"/>
                    </a:cubicBezTo>
                    <a:cubicBezTo>
                      <a:pt x="657" y="668"/>
                      <a:pt x="657" y="777"/>
                      <a:pt x="657" y="890"/>
                    </a:cubicBezTo>
                    <a:close/>
                    <a:moveTo>
                      <a:pt x="594" y="486"/>
                    </a:moveTo>
                    <a:cubicBezTo>
                      <a:pt x="591" y="482"/>
                      <a:pt x="591" y="481"/>
                      <a:pt x="590" y="481"/>
                    </a:cubicBezTo>
                    <a:cubicBezTo>
                      <a:pt x="478" y="428"/>
                      <a:pt x="365" y="375"/>
                      <a:pt x="252" y="323"/>
                    </a:cubicBezTo>
                    <a:cubicBezTo>
                      <a:pt x="247" y="320"/>
                      <a:pt x="235" y="323"/>
                      <a:pt x="230" y="328"/>
                    </a:cubicBezTo>
                    <a:cubicBezTo>
                      <a:pt x="198" y="353"/>
                      <a:pt x="168" y="379"/>
                      <a:pt x="137" y="404"/>
                    </a:cubicBezTo>
                    <a:cubicBezTo>
                      <a:pt x="130" y="410"/>
                      <a:pt x="123" y="417"/>
                      <a:pt x="113" y="425"/>
                    </a:cubicBezTo>
                    <a:cubicBezTo>
                      <a:pt x="124" y="431"/>
                      <a:pt x="132" y="435"/>
                      <a:pt x="139" y="438"/>
                    </a:cubicBezTo>
                    <a:cubicBezTo>
                      <a:pt x="229" y="480"/>
                      <a:pt x="321" y="519"/>
                      <a:pt x="408" y="565"/>
                    </a:cubicBezTo>
                    <a:cubicBezTo>
                      <a:pt x="453" y="589"/>
                      <a:pt x="484" y="589"/>
                      <a:pt x="518" y="551"/>
                    </a:cubicBezTo>
                    <a:cubicBezTo>
                      <a:pt x="540" y="526"/>
                      <a:pt x="568" y="508"/>
                      <a:pt x="594" y="486"/>
                    </a:cubicBezTo>
                    <a:close/>
                    <a:moveTo>
                      <a:pt x="662" y="482"/>
                    </a:moveTo>
                    <a:cubicBezTo>
                      <a:pt x="661" y="484"/>
                      <a:pt x="659" y="487"/>
                      <a:pt x="657" y="489"/>
                    </a:cubicBezTo>
                    <a:cubicBezTo>
                      <a:pt x="662" y="492"/>
                      <a:pt x="669" y="493"/>
                      <a:pt x="674" y="497"/>
                    </a:cubicBezTo>
                    <a:cubicBezTo>
                      <a:pt x="706" y="524"/>
                      <a:pt x="740" y="551"/>
                      <a:pt x="772" y="579"/>
                    </a:cubicBezTo>
                    <a:cubicBezTo>
                      <a:pt x="784" y="589"/>
                      <a:pt x="793" y="589"/>
                      <a:pt x="807" y="583"/>
                    </a:cubicBezTo>
                    <a:cubicBezTo>
                      <a:pt x="911" y="533"/>
                      <a:pt x="1015" y="485"/>
                      <a:pt x="1119" y="436"/>
                    </a:cubicBezTo>
                    <a:cubicBezTo>
                      <a:pt x="1126" y="433"/>
                      <a:pt x="1132" y="430"/>
                      <a:pt x="1140" y="426"/>
                    </a:cubicBezTo>
                    <a:cubicBezTo>
                      <a:pt x="1135" y="420"/>
                      <a:pt x="1131" y="416"/>
                      <a:pt x="1128" y="413"/>
                    </a:cubicBezTo>
                    <a:cubicBezTo>
                      <a:pt x="1094" y="385"/>
                      <a:pt x="1061" y="357"/>
                      <a:pt x="1028" y="329"/>
                    </a:cubicBezTo>
                    <a:cubicBezTo>
                      <a:pt x="1017" y="319"/>
                      <a:pt x="1007" y="319"/>
                      <a:pt x="994" y="326"/>
                    </a:cubicBezTo>
                    <a:cubicBezTo>
                      <a:pt x="890" y="375"/>
                      <a:pt x="786" y="423"/>
                      <a:pt x="682" y="472"/>
                    </a:cubicBezTo>
                    <a:cubicBezTo>
                      <a:pt x="675" y="475"/>
                      <a:pt x="669" y="478"/>
                      <a:pt x="662" y="48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09728" tIns="54864" rIns="109728" bIns="54864" numCol="1" anchor="t" anchorCtr="0" compatLnSpc="1">
                <a:prstTxWarp prst="textNoShape">
                  <a:avLst/>
                </a:prstTxWarp>
              </a:bodyPr>
              <a:lstStyle/>
              <a:p>
                <a:endParaRPr lang="uk-UA" sz="3456"/>
              </a:p>
            </p:txBody>
          </p:sp>
          <p:sp>
            <p:nvSpPr>
              <p:cNvPr id="27" name="Freeform 291">
                <a:extLst>
                  <a:ext uri="{FF2B5EF4-FFF2-40B4-BE49-F238E27FC236}">
                    <a16:creationId xmlns:a16="http://schemas.microsoft.com/office/drawing/2014/main" id="{9E44B445-D8D3-1D81-2C2D-DA83BB5B503E}"/>
                  </a:ext>
                </a:extLst>
              </p:cNvPr>
              <p:cNvSpPr>
                <a:spLocks/>
              </p:cNvSpPr>
              <p:nvPr/>
            </p:nvSpPr>
            <p:spPr bwMode="auto">
              <a:xfrm>
                <a:off x="6668" y="2597"/>
                <a:ext cx="48" cy="116"/>
              </a:xfrm>
              <a:custGeom>
                <a:avLst/>
                <a:gdLst>
                  <a:gd name="T0" fmla="*/ 75 w 217"/>
                  <a:gd name="T1" fmla="*/ 123 h 524"/>
                  <a:gd name="T2" fmla="*/ 53 w 217"/>
                  <a:gd name="T3" fmla="*/ 150 h 524"/>
                  <a:gd name="T4" fmla="*/ 14 w 217"/>
                  <a:gd name="T5" fmla="*/ 156 h 524"/>
                  <a:gd name="T6" fmla="*/ 10 w 217"/>
                  <a:gd name="T7" fmla="*/ 118 h 524"/>
                  <a:gd name="T8" fmla="*/ 85 w 217"/>
                  <a:gd name="T9" fmla="*/ 18 h 524"/>
                  <a:gd name="T10" fmla="*/ 132 w 217"/>
                  <a:gd name="T11" fmla="*/ 19 h 524"/>
                  <a:gd name="T12" fmla="*/ 206 w 217"/>
                  <a:gd name="T13" fmla="*/ 118 h 524"/>
                  <a:gd name="T14" fmla="*/ 202 w 217"/>
                  <a:gd name="T15" fmla="*/ 156 h 524"/>
                  <a:gd name="T16" fmla="*/ 163 w 217"/>
                  <a:gd name="T17" fmla="*/ 149 h 524"/>
                  <a:gd name="T18" fmla="*/ 137 w 217"/>
                  <a:gd name="T19" fmla="*/ 117 h 524"/>
                  <a:gd name="T20" fmla="*/ 136 w 217"/>
                  <a:gd name="T21" fmla="*/ 146 h 524"/>
                  <a:gd name="T22" fmla="*/ 136 w 217"/>
                  <a:gd name="T23" fmla="*/ 479 h 524"/>
                  <a:gd name="T24" fmla="*/ 132 w 217"/>
                  <a:gd name="T25" fmla="*/ 508 h 524"/>
                  <a:gd name="T26" fmla="*/ 108 w 217"/>
                  <a:gd name="T27" fmla="*/ 524 h 524"/>
                  <a:gd name="T28" fmla="*/ 84 w 217"/>
                  <a:gd name="T29" fmla="*/ 507 h 524"/>
                  <a:gd name="T30" fmla="*/ 80 w 217"/>
                  <a:gd name="T31" fmla="*/ 476 h 524"/>
                  <a:gd name="T32" fmla="*/ 80 w 217"/>
                  <a:gd name="T33" fmla="*/ 146 h 524"/>
                  <a:gd name="T34" fmla="*/ 80 w 217"/>
                  <a:gd name="T35" fmla="*/ 125 h 524"/>
                  <a:gd name="T36" fmla="*/ 75 w 217"/>
                  <a:gd name="T37" fmla="*/ 123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17" h="524">
                    <a:moveTo>
                      <a:pt x="75" y="123"/>
                    </a:moveTo>
                    <a:cubicBezTo>
                      <a:pt x="68" y="132"/>
                      <a:pt x="61" y="141"/>
                      <a:pt x="53" y="150"/>
                    </a:cubicBezTo>
                    <a:cubicBezTo>
                      <a:pt x="42" y="163"/>
                      <a:pt x="25" y="165"/>
                      <a:pt x="14" y="156"/>
                    </a:cubicBezTo>
                    <a:cubicBezTo>
                      <a:pt x="1" y="145"/>
                      <a:pt x="0" y="132"/>
                      <a:pt x="10" y="118"/>
                    </a:cubicBezTo>
                    <a:cubicBezTo>
                      <a:pt x="34" y="85"/>
                      <a:pt x="59" y="51"/>
                      <a:pt x="85" y="18"/>
                    </a:cubicBezTo>
                    <a:cubicBezTo>
                      <a:pt x="100" y="0"/>
                      <a:pt x="118" y="0"/>
                      <a:pt x="132" y="19"/>
                    </a:cubicBezTo>
                    <a:cubicBezTo>
                      <a:pt x="158" y="51"/>
                      <a:pt x="182" y="84"/>
                      <a:pt x="206" y="118"/>
                    </a:cubicBezTo>
                    <a:cubicBezTo>
                      <a:pt x="217" y="132"/>
                      <a:pt x="215" y="148"/>
                      <a:pt x="202" y="156"/>
                    </a:cubicBezTo>
                    <a:cubicBezTo>
                      <a:pt x="187" y="165"/>
                      <a:pt x="174" y="163"/>
                      <a:pt x="163" y="149"/>
                    </a:cubicBezTo>
                    <a:cubicBezTo>
                      <a:pt x="156" y="140"/>
                      <a:pt x="149" y="131"/>
                      <a:pt x="137" y="117"/>
                    </a:cubicBezTo>
                    <a:cubicBezTo>
                      <a:pt x="137" y="130"/>
                      <a:pt x="136" y="138"/>
                      <a:pt x="136" y="146"/>
                    </a:cubicBezTo>
                    <a:cubicBezTo>
                      <a:pt x="136" y="257"/>
                      <a:pt x="136" y="368"/>
                      <a:pt x="136" y="479"/>
                    </a:cubicBezTo>
                    <a:cubicBezTo>
                      <a:pt x="136" y="489"/>
                      <a:pt x="137" y="501"/>
                      <a:pt x="132" y="508"/>
                    </a:cubicBezTo>
                    <a:cubicBezTo>
                      <a:pt x="127" y="516"/>
                      <a:pt x="116" y="524"/>
                      <a:pt x="108" y="524"/>
                    </a:cubicBezTo>
                    <a:cubicBezTo>
                      <a:pt x="99" y="524"/>
                      <a:pt x="89" y="515"/>
                      <a:pt x="84" y="507"/>
                    </a:cubicBezTo>
                    <a:cubicBezTo>
                      <a:pt x="80" y="499"/>
                      <a:pt x="80" y="487"/>
                      <a:pt x="80" y="476"/>
                    </a:cubicBezTo>
                    <a:cubicBezTo>
                      <a:pt x="80" y="366"/>
                      <a:pt x="80" y="256"/>
                      <a:pt x="80" y="146"/>
                    </a:cubicBezTo>
                    <a:cubicBezTo>
                      <a:pt x="80" y="139"/>
                      <a:pt x="80" y="132"/>
                      <a:pt x="80" y="125"/>
                    </a:cubicBezTo>
                    <a:cubicBezTo>
                      <a:pt x="78" y="124"/>
                      <a:pt x="77" y="123"/>
                      <a:pt x="75" y="1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09728" tIns="54864" rIns="109728" bIns="54864" numCol="1" anchor="t" anchorCtr="0" compatLnSpc="1">
                <a:prstTxWarp prst="textNoShape">
                  <a:avLst/>
                </a:prstTxWarp>
              </a:bodyPr>
              <a:lstStyle/>
              <a:p>
                <a:endParaRPr lang="uk-UA" sz="3456"/>
              </a:p>
            </p:txBody>
          </p:sp>
          <p:sp>
            <p:nvSpPr>
              <p:cNvPr id="30" name="Freeform 292">
                <a:extLst>
                  <a:ext uri="{FF2B5EF4-FFF2-40B4-BE49-F238E27FC236}">
                    <a16:creationId xmlns:a16="http://schemas.microsoft.com/office/drawing/2014/main" id="{4AB20ED4-65CD-0398-CDF0-BB26F37D7260}"/>
                  </a:ext>
                </a:extLst>
              </p:cNvPr>
              <p:cNvSpPr>
                <a:spLocks/>
              </p:cNvSpPr>
              <p:nvPr/>
            </p:nvSpPr>
            <p:spPr bwMode="auto">
              <a:xfrm>
                <a:off x="6553" y="2786"/>
                <a:ext cx="100" cy="59"/>
              </a:xfrm>
              <a:custGeom>
                <a:avLst/>
                <a:gdLst>
                  <a:gd name="T0" fmla="*/ 123 w 455"/>
                  <a:gd name="T1" fmla="*/ 201 h 268"/>
                  <a:gd name="T2" fmla="*/ 162 w 455"/>
                  <a:gd name="T3" fmla="*/ 211 h 268"/>
                  <a:gd name="T4" fmla="*/ 187 w 455"/>
                  <a:gd name="T5" fmla="*/ 242 h 268"/>
                  <a:gd name="T6" fmla="*/ 150 w 455"/>
                  <a:gd name="T7" fmla="*/ 264 h 268"/>
                  <a:gd name="T8" fmla="*/ 29 w 455"/>
                  <a:gd name="T9" fmla="*/ 240 h 268"/>
                  <a:gd name="T10" fmla="*/ 10 w 455"/>
                  <a:gd name="T11" fmla="*/ 198 h 268"/>
                  <a:gd name="T12" fmla="*/ 71 w 455"/>
                  <a:gd name="T13" fmla="*/ 86 h 268"/>
                  <a:gd name="T14" fmla="*/ 110 w 455"/>
                  <a:gd name="T15" fmla="*/ 73 h 268"/>
                  <a:gd name="T16" fmla="*/ 119 w 455"/>
                  <a:gd name="T17" fmla="*/ 111 h 268"/>
                  <a:gd name="T18" fmla="*/ 99 w 455"/>
                  <a:gd name="T19" fmla="*/ 150 h 268"/>
                  <a:gd name="T20" fmla="*/ 121 w 455"/>
                  <a:gd name="T21" fmla="*/ 141 h 268"/>
                  <a:gd name="T22" fmla="*/ 398 w 455"/>
                  <a:gd name="T23" fmla="*/ 12 h 268"/>
                  <a:gd name="T24" fmla="*/ 447 w 455"/>
                  <a:gd name="T25" fmla="*/ 18 h 268"/>
                  <a:gd name="T26" fmla="*/ 421 w 455"/>
                  <a:gd name="T27" fmla="*/ 61 h 268"/>
                  <a:gd name="T28" fmla="*/ 148 w 455"/>
                  <a:gd name="T29" fmla="*/ 189 h 268"/>
                  <a:gd name="T30" fmla="*/ 123 w 455"/>
                  <a:gd name="T31" fmla="*/ 201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55" h="268">
                    <a:moveTo>
                      <a:pt x="123" y="201"/>
                    </a:moveTo>
                    <a:cubicBezTo>
                      <a:pt x="140" y="205"/>
                      <a:pt x="151" y="208"/>
                      <a:pt x="162" y="211"/>
                    </a:cubicBezTo>
                    <a:cubicBezTo>
                      <a:pt x="178" y="215"/>
                      <a:pt x="188" y="224"/>
                      <a:pt x="187" y="242"/>
                    </a:cubicBezTo>
                    <a:cubicBezTo>
                      <a:pt x="186" y="257"/>
                      <a:pt x="169" y="268"/>
                      <a:pt x="150" y="264"/>
                    </a:cubicBezTo>
                    <a:cubicBezTo>
                      <a:pt x="110" y="256"/>
                      <a:pt x="70" y="248"/>
                      <a:pt x="29" y="240"/>
                    </a:cubicBezTo>
                    <a:cubicBezTo>
                      <a:pt x="9" y="235"/>
                      <a:pt x="0" y="216"/>
                      <a:pt x="10" y="198"/>
                    </a:cubicBezTo>
                    <a:cubicBezTo>
                      <a:pt x="30" y="160"/>
                      <a:pt x="50" y="123"/>
                      <a:pt x="71" y="86"/>
                    </a:cubicBezTo>
                    <a:cubicBezTo>
                      <a:pt x="80" y="70"/>
                      <a:pt x="98" y="65"/>
                      <a:pt x="110" y="73"/>
                    </a:cubicBezTo>
                    <a:cubicBezTo>
                      <a:pt x="125" y="83"/>
                      <a:pt x="127" y="96"/>
                      <a:pt x="119" y="111"/>
                    </a:cubicBezTo>
                    <a:cubicBezTo>
                      <a:pt x="113" y="122"/>
                      <a:pt x="108" y="133"/>
                      <a:pt x="99" y="150"/>
                    </a:cubicBezTo>
                    <a:cubicBezTo>
                      <a:pt x="110" y="146"/>
                      <a:pt x="116" y="144"/>
                      <a:pt x="121" y="141"/>
                    </a:cubicBezTo>
                    <a:cubicBezTo>
                      <a:pt x="214" y="98"/>
                      <a:pt x="306" y="55"/>
                      <a:pt x="398" y="12"/>
                    </a:cubicBezTo>
                    <a:cubicBezTo>
                      <a:pt x="424" y="0"/>
                      <a:pt x="439" y="2"/>
                      <a:pt x="447" y="18"/>
                    </a:cubicBezTo>
                    <a:cubicBezTo>
                      <a:pt x="455" y="35"/>
                      <a:pt x="447" y="49"/>
                      <a:pt x="421" y="61"/>
                    </a:cubicBezTo>
                    <a:cubicBezTo>
                      <a:pt x="330" y="104"/>
                      <a:pt x="239" y="146"/>
                      <a:pt x="148" y="189"/>
                    </a:cubicBezTo>
                    <a:cubicBezTo>
                      <a:pt x="141" y="192"/>
                      <a:pt x="135" y="195"/>
                      <a:pt x="123" y="2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09728" tIns="54864" rIns="109728" bIns="54864" numCol="1" anchor="t" anchorCtr="0" compatLnSpc="1">
                <a:prstTxWarp prst="textNoShape">
                  <a:avLst/>
                </a:prstTxWarp>
              </a:bodyPr>
              <a:lstStyle/>
              <a:p>
                <a:endParaRPr lang="uk-UA" sz="3456"/>
              </a:p>
            </p:txBody>
          </p:sp>
          <p:sp>
            <p:nvSpPr>
              <p:cNvPr id="32" name="Freeform 293">
                <a:extLst>
                  <a:ext uri="{FF2B5EF4-FFF2-40B4-BE49-F238E27FC236}">
                    <a16:creationId xmlns:a16="http://schemas.microsoft.com/office/drawing/2014/main" id="{D544D3FC-C480-3278-A0AD-F9C268CFC0E5}"/>
                  </a:ext>
                </a:extLst>
              </p:cNvPr>
              <p:cNvSpPr>
                <a:spLocks/>
              </p:cNvSpPr>
              <p:nvPr/>
            </p:nvSpPr>
            <p:spPr bwMode="auto">
              <a:xfrm>
                <a:off x="6732" y="2786"/>
                <a:ext cx="99" cy="59"/>
              </a:xfrm>
              <a:custGeom>
                <a:avLst/>
                <a:gdLst>
                  <a:gd name="T0" fmla="*/ 330 w 452"/>
                  <a:gd name="T1" fmla="*/ 201 h 268"/>
                  <a:gd name="T2" fmla="*/ 306 w 452"/>
                  <a:gd name="T3" fmla="*/ 189 h 268"/>
                  <a:gd name="T4" fmla="*/ 31 w 452"/>
                  <a:gd name="T5" fmla="*/ 61 h 268"/>
                  <a:gd name="T6" fmla="*/ 17 w 452"/>
                  <a:gd name="T7" fmla="*/ 54 h 268"/>
                  <a:gd name="T8" fmla="*/ 7 w 452"/>
                  <a:gd name="T9" fmla="*/ 17 h 268"/>
                  <a:gd name="T10" fmla="*/ 41 w 452"/>
                  <a:gd name="T11" fmla="*/ 6 h 268"/>
                  <a:gd name="T12" fmla="*/ 128 w 452"/>
                  <a:gd name="T13" fmla="*/ 46 h 268"/>
                  <a:gd name="T14" fmla="*/ 330 w 452"/>
                  <a:gd name="T15" fmla="*/ 140 h 268"/>
                  <a:gd name="T16" fmla="*/ 351 w 452"/>
                  <a:gd name="T17" fmla="*/ 145 h 268"/>
                  <a:gd name="T18" fmla="*/ 333 w 452"/>
                  <a:gd name="T19" fmla="*/ 111 h 268"/>
                  <a:gd name="T20" fmla="*/ 343 w 452"/>
                  <a:gd name="T21" fmla="*/ 73 h 268"/>
                  <a:gd name="T22" fmla="*/ 381 w 452"/>
                  <a:gd name="T23" fmla="*/ 85 h 268"/>
                  <a:gd name="T24" fmla="*/ 443 w 452"/>
                  <a:gd name="T25" fmla="*/ 199 h 268"/>
                  <a:gd name="T26" fmla="*/ 422 w 452"/>
                  <a:gd name="T27" fmla="*/ 240 h 268"/>
                  <a:gd name="T28" fmla="*/ 303 w 452"/>
                  <a:gd name="T29" fmla="*/ 264 h 268"/>
                  <a:gd name="T30" fmla="*/ 266 w 452"/>
                  <a:gd name="T31" fmla="*/ 243 h 268"/>
                  <a:gd name="T32" fmla="*/ 292 w 452"/>
                  <a:gd name="T33" fmla="*/ 211 h 268"/>
                  <a:gd name="T34" fmla="*/ 330 w 452"/>
                  <a:gd name="T35" fmla="*/ 201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52" h="268">
                    <a:moveTo>
                      <a:pt x="330" y="201"/>
                    </a:moveTo>
                    <a:cubicBezTo>
                      <a:pt x="318" y="196"/>
                      <a:pt x="312" y="192"/>
                      <a:pt x="306" y="189"/>
                    </a:cubicBezTo>
                    <a:cubicBezTo>
                      <a:pt x="214" y="146"/>
                      <a:pt x="123" y="104"/>
                      <a:pt x="31" y="61"/>
                    </a:cubicBezTo>
                    <a:cubicBezTo>
                      <a:pt x="26" y="59"/>
                      <a:pt x="21" y="56"/>
                      <a:pt x="17" y="54"/>
                    </a:cubicBezTo>
                    <a:cubicBezTo>
                      <a:pt x="2" y="45"/>
                      <a:pt x="0" y="31"/>
                      <a:pt x="7" y="17"/>
                    </a:cubicBezTo>
                    <a:cubicBezTo>
                      <a:pt x="14" y="4"/>
                      <a:pt x="26" y="0"/>
                      <a:pt x="41" y="6"/>
                    </a:cubicBezTo>
                    <a:cubicBezTo>
                      <a:pt x="70" y="19"/>
                      <a:pt x="99" y="33"/>
                      <a:pt x="128" y="46"/>
                    </a:cubicBezTo>
                    <a:cubicBezTo>
                      <a:pt x="195" y="78"/>
                      <a:pt x="263" y="109"/>
                      <a:pt x="330" y="140"/>
                    </a:cubicBezTo>
                    <a:cubicBezTo>
                      <a:pt x="336" y="143"/>
                      <a:pt x="342" y="145"/>
                      <a:pt x="351" y="145"/>
                    </a:cubicBezTo>
                    <a:cubicBezTo>
                      <a:pt x="345" y="134"/>
                      <a:pt x="339" y="122"/>
                      <a:pt x="333" y="111"/>
                    </a:cubicBezTo>
                    <a:cubicBezTo>
                      <a:pt x="326" y="95"/>
                      <a:pt x="330" y="79"/>
                      <a:pt x="343" y="73"/>
                    </a:cubicBezTo>
                    <a:cubicBezTo>
                      <a:pt x="359" y="66"/>
                      <a:pt x="372" y="70"/>
                      <a:pt x="381" y="85"/>
                    </a:cubicBezTo>
                    <a:cubicBezTo>
                      <a:pt x="402" y="123"/>
                      <a:pt x="423" y="160"/>
                      <a:pt x="443" y="199"/>
                    </a:cubicBezTo>
                    <a:cubicBezTo>
                      <a:pt x="452" y="217"/>
                      <a:pt x="442" y="236"/>
                      <a:pt x="422" y="240"/>
                    </a:cubicBezTo>
                    <a:cubicBezTo>
                      <a:pt x="383" y="248"/>
                      <a:pt x="343" y="256"/>
                      <a:pt x="303" y="264"/>
                    </a:cubicBezTo>
                    <a:cubicBezTo>
                      <a:pt x="284" y="268"/>
                      <a:pt x="269" y="259"/>
                      <a:pt x="266" y="243"/>
                    </a:cubicBezTo>
                    <a:cubicBezTo>
                      <a:pt x="264" y="227"/>
                      <a:pt x="272" y="216"/>
                      <a:pt x="292" y="211"/>
                    </a:cubicBezTo>
                    <a:cubicBezTo>
                      <a:pt x="303" y="208"/>
                      <a:pt x="313" y="205"/>
                      <a:pt x="330" y="2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09728" tIns="54864" rIns="109728" bIns="54864" numCol="1" anchor="t" anchorCtr="0" compatLnSpc="1">
                <a:prstTxWarp prst="textNoShape">
                  <a:avLst/>
                </a:prstTxWarp>
              </a:bodyPr>
              <a:lstStyle/>
              <a:p>
                <a:endParaRPr lang="uk-UA" sz="3456"/>
              </a:p>
            </p:txBody>
          </p:sp>
        </p:grpSp>
        <p:sp>
          <p:nvSpPr>
            <p:cNvPr id="34" name="TextBox 33">
              <a:extLst>
                <a:ext uri="{FF2B5EF4-FFF2-40B4-BE49-F238E27FC236}">
                  <a16:creationId xmlns:a16="http://schemas.microsoft.com/office/drawing/2014/main" id="{706685C4-46E4-E5C5-675A-375E3346559F}"/>
                </a:ext>
              </a:extLst>
            </p:cNvPr>
            <p:cNvSpPr txBox="1"/>
            <p:nvPr/>
          </p:nvSpPr>
          <p:spPr>
            <a:xfrm>
              <a:off x="2044654" y="4259883"/>
              <a:ext cx="867455" cy="363192"/>
            </a:xfrm>
            <a:prstGeom prst="rect">
              <a:avLst/>
            </a:prstGeom>
            <a:noFill/>
          </p:spPr>
          <p:txBody>
            <a:bodyPr wrap="square" lIns="0" tIns="0" rIns="0" bIns="0" rtlCol="0">
              <a:noAutofit/>
            </a:bodyPr>
            <a:lstStyle/>
            <a:p>
              <a:pPr algn="ctr">
                <a:lnSpc>
                  <a:spcPct val="90000"/>
                </a:lnSpc>
              </a:pPr>
              <a:r>
                <a:rPr lang="en-US" sz="1200" dirty="0">
                  <a:solidFill>
                    <a:schemeClr val="tx1">
                      <a:lumMod val="75000"/>
                      <a:lumOff val="25000"/>
                    </a:schemeClr>
                  </a:solidFill>
                </a:rPr>
                <a:t>Trade </a:t>
              </a:r>
              <a:br>
                <a:rPr lang="en-US" sz="1200" dirty="0">
                  <a:solidFill>
                    <a:schemeClr val="tx1">
                      <a:lumMod val="75000"/>
                      <a:lumOff val="25000"/>
                    </a:schemeClr>
                  </a:solidFill>
                </a:rPr>
              </a:br>
              <a:r>
                <a:rPr lang="en-US" sz="1200" dirty="0">
                  <a:solidFill>
                    <a:schemeClr val="tx1">
                      <a:lumMod val="75000"/>
                      <a:lumOff val="25000"/>
                    </a:schemeClr>
                  </a:solidFill>
                </a:rPr>
                <a:t>Processor</a:t>
              </a:r>
            </a:p>
          </p:txBody>
        </p:sp>
      </p:grpSp>
      <p:grpSp>
        <p:nvGrpSpPr>
          <p:cNvPr id="69" name="Group 68">
            <a:extLst>
              <a:ext uri="{FF2B5EF4-FFF2-40B4-BE49-F238E27FC236}">
                <a16:creationId xmlns:a16="http://schemas.microsoft.com/office/drawing/2014/main" id="{806ED887-5FFA-7925-4525-91FE3BD61A07}"/>
              </a:ext>
            </a:extLst>
          </p:cNvPr>
          <p:cNvGrpSpPr/>
          <p:nvPr/>
        </p:nvGrpSpPr>
        <p:grpSpPr>
          <a:xfrm>
            <a:off x="6342489" y="2973720"/>
            <a:ext cx="867455" cy="976493"/>
            <a:chOff x="13960118" y="2536242"/>
            <a:chExt cx="867455" cy="976493"/>
          </a:xfrm>
        </p:grpSpPr>
        <p:grpSp>
          <p:nvGrpSpPr>
            <p:cNvPr id="51" name="Group 816">
              <a:extLst>
                <a:ext uri="{FF2B5EF4-FFF2-40B4-BE49-F238E27FC236}">
                  <a16:creationId xmlns:a16="http://schemas.microsoft.com/office/drawing/2014/main" id="{B0144A58-E914-DBD2-AE9A-5EB80B6A3034}"/>
                </a:ext>
              </a:extLst>
            </p:cNvPr>
            <p:cNvGrpSpPr>
              <a:grpSpLocks noChangeAspect="1"/>
            </p:cNvGrpSpPr>
            <p:nvPr/>
          </p:nvGrpSpPr>
          <p:grpSpPr bwMode="auto">
            <a:xfrm>
              <a:off x="14135466" y="2536242"/>
              <a:ext cx="516758" cy="518400"/>
              <a:chOff x="3717" y="1731"/>
              <a:chExt cx="314" cy="315"/>
            </a:xfrm>
            <a:solidFill>
              <a:schemeClr val="accent1"/>
            </a:solidFill>
          </p:grpSpPr>
          <p:sp>
            <p:nvSpPr>
              <p:cNvPr id="52" name="Freeform 817">
                <a:extLst>
                  <a:ext uri="{FF2B5EF4-FFF2-40B4-BE49-F238E27FC236}">
                    <a16:creationId xmlns:a16="http://schemas.microsoft.com/office/drawing/2014/main" id="{DA871FA7-8658-7E3F-2CC1-C4CA282EC8A6}"/>
                  </a:ext>
                </a:extLst>
              </p:cNvPr>
              <p:cNvSpPr>
                <a:spLocks noEditPoints="1"/>
              </p:cNvSpPr>
              <p:nvPr/>
            </p:nvSpPr>
            <p:spPr bwMode="auto">
              <a:xfrm>
                <a:off x="3854" y="1731"/>
                <a:ext cx="40" cy="59"/>
              </a:xfrm>
              <a:custGeom>
                <a:avLst/>
                <a:gdLst>
                  <a:gd name="T0" fmla="*/ 137 w 254"/>
                  <a:gd name="T1" fmla="*/ 0 h 379"/>
                  <a:gd name="T2" fmla="*/ 231 w 254"/>
                  <a:gd name="T3" fmla="*/ 56 h 379"/>
                  <a:gd name="T4" fmla="*/ 253 w 254"/>
                  <a:gd name="T5" fmla="*/ 94 h 379"/>
                  <a:gd name="T6" fmla="*/ 254 w 254"/>
                  <a:gd name="T7" fmla="*/ 192 h 379"/>
                  <a:gd name="T8" fmla="*/ 231 w 254"/>
                  <a:gd name="T9" fmla="*/ 230 h 379"/>
                  <a:gd name="T10" fmla="*/ 173 w 254"/>
                  <a:gd name="T11" fmla="*/ 263 h 379"/>
                  <a:gd name="T12" fmla="*/ 158 w 254"/>
                  <a:gd name="T13" fmla="*/ 288 h 379"/>
                  <a:gd name="T14" fmla="*/ 158 w 254"/>
                  <a:gd name="T15" fmla="*/ 379 h 379"/>
                  <a:gd name="T16" fmla="*/ 95 w 254"/>
                  <a:gd name="T17" fmla="*/ 379 h 379"/>
                  <a:gd name="T18" fmla="*/ 96 w 254"/>
                  <a:gd name="T19" fmla="*/ 296 h 379"/>
                  <a:gd name="T20" fmla="*/ 75 w 254"/>
                  <a:gd name="T21" fmla="*/ 260 h 379"/>
                  <a:gd name="T22" fmla="*/ 21 w 254"/>
                  <a:gd name="T23" fmla="*/ 229 h 379"/>
                  <a:gd name="T24" fmla="*/ 0 w 254"/>
                  <a:gd name="T25" fmla="*/ 193 h 379"/>
                  <a:gd name="T26" fmla="*/ 0 w 254"/>
                  <a:gd name="T27" fmla="*/ 92 h 379"/>
                  <a:gd name="T28" fmla="*/ 21 w 254"/>
                  <a:gd name="T29" fmla="*/ 57 h 379"/>
                  <a:gd name="T30" fmla="*/ 117 w 254"/>
                  <a:gd name="T31" fmla="*/ 0 h 379"/>
                  <a:gd name="T32" fmla="*/ 137 w 254"/>
                  <a:gd name="T33" fmla="*/ 0 h 379"/>
                  <a:gd name="T34" fmla="*/ 65 w 254"/>
                  <a:gd name="T35" fmla="*/ 143 h 379"/>
                  <a:gd name="T36" fmla="*/ 95 w 254"/>
                  <a:gd name="T37" fmla="*/ 200 h 379"/>
                  <a:gd name="T38" fmla="*/ 158 w 254"/>
                  <a:gd name="T39" fmla="*/ 200 h 379"/>
                  <a:gd name="T40" fmla="*/ 192 w 254"/>
                  <a:gd name="T41" fmla="*/ 142 h 379"/>
                  <a:gd name="T42" fmla="*/ 160 w 254"/>
                  <a:gd name="T43" fmla="*/ 87 h 379"/>
                  <a:gd name="T44" fmla="*/ 94 w 254"/>
                  <a:gd name="T45" fmla="*/ 86 h 379"/>
                  <a:gd name="T46" fmla="*/ 65 w 254"/>
                  <a:gd name="T47" fmla="*/ 143 h 3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54" h="379">
                    <a:moveTo>
                      <a:pt x="137" y="0"/>
                    </a:moveTo>
                    <a:cubicBezTo>
                      <a:pt x="168" y="19"/>
                      <a:pt x="199" y="38"/>
                      <a:pt x="231" y="56"/>
                    </a:cubicBezTo>
                    <a:cubicBezTo>
                      <a:pt x="246" y="65"/>
                      <a:pt x="254" y="76"/>
                      <a:pt x="253" y="94"/>
                    </a:cubicBezTo>
                    <a:cubicBezTo>
                      <a:pt x="253" y="126"/>
                      <a:pt x="253" y="159"/>
                      <a:pt x="254" y="192"/>
                    </a:cubicBezTo>
                    <a:cubicBezTo>
                      <a:pt x="254" y="209"/>
                      <a:pt x="246" y="221"/>
                      <a:pt x="231" y="230"/>
                    </a:cubicBezTo>
                    <a:cubicBezTo>
                      <a:pt x="211" y="240"/>
                      <a:pt x="192" y="253"/>
                      <a:pt x="173" y="263"/>
                    </a:cubicBezTo>
                    <a:cubicBezTo>
                      <a:pt x="162" y="269"/>
                      <a:pt x="157" y="276"/>
                      <a:pt x="158" y="288"/>
                    </a:cubicBezTo>
                    <a:cubicBezTo>
                      <a:pt x="159" y="318"/>
                      <a:pt x="158" y="348"/>
                      <a:pt x="158" y="379"/>
                    </a:cubicBezTo>
                    <a:cubicBezTo>
                      <a:pt x="137" y="379"/>
                      <a:pt x="117" y="379"/>
                      <a:pt x="95" y="379"/>
                    </a:cubicBezTo>
                    <a:cubicBezTo>
                      <a:pt x="95" y="351"/>
                      <a:pt x="94" y="324"/>
                      <a:pt x="96" y="296"/>
                    </a:cubicBezTo>
                    <a:cubicBezTo>
                      <a:pt x="97" y="279"/>
                      <a:pt x="92" y="267"/>
                      <a:pt x="75" y="260"/>
                    </a:cubicBezTo>
                    <a:cubicBezTo>
                      <a:pt x="56" y="251"/>
                      <a:pt x="39" y="239"/>
                      <a:pt x="21" y="229"/>
                    </a:cubicBezTo>
                    <a:cubicBezTo>
                      <a:pt x="7" y="221"/>
                      <a:pt x="0" y="210"/>
                      <a:pt x="0" y="193"/>
                    </a:cubicBezTo>
                    <a:cubicBezTo>
                      <a:pt x="0" y="160"/>
                      <a:pt x="0" y="126"/>
                      <a:pt x="0" y="92"/>
                    </a:cubicBezTo>
                    <a:cubicBezTo>
                      <a:pt x="0" y="76"/>
                      <a:pt x="7" y="65"/>
                      <a:pt x="21" y="57"/>
                    </a:cubicBezTo>
                    <a:cubicBezTo>
                      <a:pt x="53" y="38"/>
                      <a:pt x="85" y="19"/>
                      <a:pt x="117" y="0"/>
                    </a:cubicBezTo>
                    <a:cubicBezTo>
                      <a:pt x="123" y="0"/>
                      <a:pt x="130" y="0"/>
                      <a:pt x="137" y="0"/>
                    </a:cubicBezTo>
                    <a:close/>
                    <a:moveTo>
                      <a:pt x="65" y="143"/>
                    </a:moveTo>
                    <a:cubicBezTo>
                      <a:pt x="55" y="172"/>
                      <a:pt x="72" y="186"/>
                      <a:pt x="95" y="200"/>
                    </a:cubicBezTo>
                    <a:cubicBezTo>
                      <a:pt x="118" y="214"/>
                      <a:pt x="134" y="214"/>
                      <a:pt x="158" y="200"/>
                    </a:cubicBezTo>
                    <a:cubicBezTo>
                      <a:pt x="183" y="186"/>
                      <a:pt x="192" y="171"/>
                      <a:pt x="192" y="142"/>
                    </a:cubicBezTo>
                    <a:cubicBezTo>
                      <a:pt x="191" y="115"/>
                      <a:pt x="183" y="100"/>
                      <a:pt x="160" y="87"/>
                    </a:cubicBezTo>
                    <a:cubicBezTo>
                      <a:pt x="136" y="72"/>
                      <a:pt x="119" y="71"/>
                      <a:pt x="94" y="86"/>
                    </a:cubicBezTo>
                    <a:cubicBezTo>
                      <a:pt x="72" y="101"/>
                      <a:pt x="55" y="113"/>
                      <a:pt x="65" y="1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09728" tIns="54864" rIns="109728" bIns="54864" numCol="1" anchor="t" anchorCtr="0" compatLnSpc="1">
                <a:prstTxWarp prst="textNoShape">
                  <a:avLst/>
                </a:prstTxWarp>
              </a:bodyPr>
              <a:lstStyle/>
              <a:p>
                <a:endParaRPr lang="uk-UA" sz="3456"/>
              </a:p>
            </p:txBody>
          </p:sp>
          <p:sp>
            <p:nvSpPr>
              <p:cNvPr id="53" name="Freeform 818">
                <a:extLst>
                  <a:ext uri="{FF2B5EF4-FFF2-40B4-BE49-F238E27FC236}">
                    <a16:creationId xmlns:a16="http://schemas.microsoft.com/office/drawing/2014/main" id="{95277268-A1BB-D833-80EF-FA4B2B25F6DE}"/>
                  </a:ext>
                </a:extLst>
              </p:cNvPr>
              <p:cNvSpPr>
                <a:spLocks noEditPoints="1"/>
              </p:cNvSpPr>
              <p:nvPr/>
            </p:nvSpPr>
            <p:spPr bwMode="auto">
              <a:xfrm>
                <a:off x="3786" y="1800"/>
                <a:ext cx="176" cy="177"/>
              </a:xfrm>
              <a:custGeom>
                <a:avLst/>
                <a:gdLst>
                  <a:gd name="T0" fmla="*/ 346 w 1142"/>
                  <a:gd name="T1" fmla="*/ 963 h 1141"/>
                  <a:gd name="T2" fmla="*/ 190 w 1142"/>
                  <a:gd name="T3" fmla="*/ 995 h 1141"/>
                  <a:gd name="T4" fmla="*/ 144 w 1142"/>
                  <a:gd name="T5" fmla="*/ 826 h 1141"/>
                  <a:gd name="T6" fmla="*/ 158 w 1142"/>
                  <a:gd name="T7" fmla="*/ 749 h 1141"/>
                  <a:gd name="T8" fmla="*/ 91 w 1142"/>
                  <a:gd name="T9" fmla="*/ 692 h 1141"/>
                  <a:gd name="T10" fmla="*/ 1 w 1142"/>
                  <a:gd name="T11" fmla="*/ 536 h 1141"/>
                  <a:gd name="T12" fmla="*/ 134 w 1142"/>
                  <a:gd name="T13" fmla="*/ 449 h 1141"/>
                  <a:gd name="T14" fmla="*/ 171 w 1142"/>
                  <a:gd name="T15" fmla="*/ 343 h 1141"/>
                  <a:gd name="T16" fmla="*/ 143 w 1142"/>
                  <a:gd name="T17" fmla="*/ 192 h 1141"/>
                  <a:gd name="T18" fmla="*/ 314 w 1142"/>
                  <a:gd name="T19" fmla="*/ 142 h 1141"/>
                  <a:gd name="T20" fmla="*/ 394 w 1142"/>
                  <a:gd name="T21" fmla="*/ 156 h 1141"/>
                  <a:gd name="T22" fmla="*/ 449 w 1142"/>
                  <a:gd name="T23" fmla="*/ 90 h 1141"/>
                  <a:gd name="T24" fmla="*/ 604 w 1142"/>
                  <a:gd name="T25" fmla="*/ 0 h 1141"/>
                  <a:gd name="T26" fmla="*/ 692 w 1142"/>
                  <a:gd name="T27" fmla="*/ 134 h 1141"/>
                  <a:gd name="T28" fmla="*/ 798 w 1142"/>
                  <a:gd name="T29" fmla="*/ 171 h 1141"/>
                  <a:gd name="T30" fmla="*/ 949 w 1142"/>
                  <a:gd name="T31" fmla="*/ 143 h 1141"/>
                  <a:gd name="T32" fmla="*/ 998 w 1142"/>
                  <a:gd name="T33" fmla="*/ 314 h 1141"/>
                  <a:gd name="T34" fmla="*/ 987 w 1142"/>
                  <a:gd name="T35" fmla="*/ 398 h 1141"/>
                  <a:gd name="T36" fmla="*/ 1052 w 1142"/>
                  <a:gd name="T37" fmla="*/ 449 h 1141"/>
                  <a:gd name="T38" fmla="*/ 1141 w 1142"/>
                  <a:gd name="T39" fmla="*/ 605 h 1141"/>
                  <a:gd name="T40" fmla="*/ 1007 w 1142"/>
                  <a:gd name="T41" fmla="*/ 692 h 1141"/>
                  <a:gd name="T42" fmla="*/ 971 w 1142"/>
                  <a:gd name="T43" fmla="*/ 798 h 1141"/>
                  <a:gd name="T44" fmla="*/ 997 w 1142"/>
                  <a:gd name="T45" fmla="*/ 949 h 1141"/>
                  <a:gd name="T46" fmla="*/ 825 w 1142"/>
                  <a:gd name="T47" fmla="*/ 996 h 1141"/>
                  <a:gd name="T48" fmla="*/ 692 w 1142"/>
                  <a:gd name="T49" fmla="*/ 1006 h 1141"/>
                  <a:gd name="T50" fmla="*/ 604 w 1142"/>
                  <a:gd name="T51" fmla="*/ 1140 h 1141"/>
                  <a:gd name="T52" fmla="*/ 449 w 1142"/>
                  <a:gd name="T53" fmla="*/ 1050 h 1141"/>
                  <a:gd name="T54" fmla="*/ 629 w 1142"/>
                  <a:gd name="T55" fmla="*/ 1016 h 1141"/>
                  <a:gd name="T56" fmla="*/ 660 w 1142"/>
                  <a:gd name="T57" fmla="*/ 947 h 1141"/>
                  <a:gd name="T58" fmla="*/ 822 w 1142"/>
                  <a:gd name="T59" fmla="*/ 904 h 1141"/>
                  <a:gd name="T60" fmla="*/ 908 w 1142"/>
                  <a:gd name="T61" fmla="*/ 949 h 1141"/>
                  <a:gd name="T62" fmla="*/ 949 w 1142"/>
                  <a:gd name="T63" fmla="*/ 867 h 1141"/>
                  <a:gd name="T64" fmla="*/ 898 w 1142"/>
                  <a:gd name="T65" fmla="*/ 776 h 1141"/>
                  <a:gd name="T66" fmla="*/ 984 w 1142"/>
                  <a:gd name="T67" fmla="*/ 628 h 1141"/>
                  <a:gd name="T68" fmla="*/ 1077 w 1142"/>
                  <a:gd name="T69" fmla="*/ 601 h 1141"/>
                  <a:gd name="T70" fmla="*/ 1049 w 1142"/>
                  <a:gd name="T71" fmla="*/ 512 h 1141"/>
                  <a:gd name="T72" fmla="*/ 948 w 1142"/>
                  <a:gd name="T73" fmla="*/ 485 h 1141"/>
                  <a:gd name="T74" fmla="*/ 903 w 1142"/>
                  <a:gd name="T75" fmla="*/ 320 h 1141"/>
                  <a:gd name="T76" fmla="*/ 950 w 1142"/>
                  <a:gd name="T77" fmla="*/ 233 h 1141"/>
                  <a:gd name="T78" fmla="*/ 867 w 1142"/>
                  <a:gd name="T79" fmla="*/ 192 h 1141"/>
                  <a:gd name="T80" fmla="*/ 776 w 1142"/>
                  <a:gd name="T81" fmla="*/ 242 h 1141"/>
                  <a:gd name="T82" fmla="*/ 629 w 1142"/>
                  <a:gd name="T83" fmla="*/ 157 h 1141"/>
                  <a:gd name="T84" fmla="*/ 603 w 1142"/>
                  <a:gd name="T85" fmla="*/ 64 h 1141"/>
                  <a:gd name="T86" fmla="*/ 513 w 1142"/>
                  <a:gd name="T87" fmla="*/ 92 h 1141"/>
                  <a:gd name="T88" fmla="*/ 485 w 1142"/>
                  <a:gd name="T89" fmla="*/ 193 h 1141"/>
                  <a:gd name="T90" fmla="*/ 320 w 1142"/>
                  <a:gd name="T91" fmla="*/ 237 h 1141"/>
                  <a:gd name="T92" fmla="*/ 234 w 1142"/>
                  <a:gd name="T93" fmla="*/ 191 h 1141"/>
                  <a:gd name="T94" fmla="*/ 192 w 1142"/>
                  <a:gd name="T95" fmla="*/ 274 h 1141"/>
                  <a:gd name="T96" fmla="*/ 243 w 1142"/>
                  <a:gd name="T97" fmla="*/ 365 h 1141"/>
                  <a:gd name="T98" fmla="*/ 158 w 1142"/>
                  <a:gd name="T99" fmla="*/ 512 h 1141"/>
                  <a:gd name="T100" fmla="*/ 64 w 1142"/>
                  <a:gd name="T101" fmla="*/ 540 h 1141"/>
                  <a:gd name="T102" fmla="*/ 93 w 1142"/>
                  <a:gd name="T103" fmla="*/ 628 h 1141"/>
                  <a:gd name="T104" fmla="*/ 194 w 1142"/>
                  <a:gd name="T105" fmla="*/ 657 h 1141"/>
                  <a:gd name="T106" fmla="*/ 237 w 1142"/>
                  <a:gd name="T107" fmla="*/ 822 h 1141"/>
                  <a:gd name="T108" fmla="*/ 192 w 1142"/>
                  <a:gd name="T109" fmla="*/ 907 h 1141"/>
                  <a:gd name="T110" fmla="*/ 274 w 1142"/>
                  <a:gd name="T111" fmla="*/ 949 h 1141"/>
                  <a:gd name="T112" fmla="*/ 365 w 1142"/>
                  <a:gd name="T113" fmla="*/ 898 h 1141"/>
                  <a:gd name="T114" fmla="*/ 513 w 1142"/>
                  <a:gd name="T115" fmla="*/ 983 h 1141"/>
                  <a:gd name="T116" fmla="*/ 537 w 1142"/>
                  <a:gd name="T117" fmla="*/ 1076 h 1141"/>
                  <a:gd name="T118" fmla="*/ 629 w 1142"/>
                  <a:gd name="T119" fmla="*/ 1048 h 1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142" h="1141">
                    <a:moveTo>
                      <a:pt x="449" y="1006"/>
                    </a:moveTo>
                    <a:cubicBezTo>
                      <a:pt x="415" y="992"/>
                      <a:pt x="382" y="978"/>
                      <a:pt x="346" y="963"/>
                    </a:cubicBezTo>
                    <a:cubicBezTo>
                      <a:pt x="338" y="973"/>
                      <a:pt x="328" y="984"/>
                      <a:pt x="317" y="995"/>
                    </a:cubicBezTo>
                    <a:cubicBezTo>
                      <a:pt x="280" y="1032"/>
                      <a:pt x="228" y="1032"/>
                      <a:pt x="190" y="995"/>
                    </a:cubicBezTo>
                    <a:cubicBezTo>
                      <a:pt x="175" y="980"/>
                      <a:pt x="159" y="965"/>
                      <a:pt x="144" y="949"/>
                    </a:cubicBezTo>
                    <a:cubicBezTo>
                      <a:pt x="110" y="913"/>
                      <a:pt x="110" y="861"/>
                      <a:pt x="144" y="826"/>
                    </a:cubicBezTo>
                    <a:cubicBezTo>
                      <a:pt x="155" y="814"/>
                      <a:pt x="172" y="804"/>
                      <a:pt x="175" y="791"/>
                    </a:cubicBezTo>
                    <a:cubicBezTo>
                      <a:pt x="177" y="779"/>
                      <a:pt x="164" y="763"/>
                      <a:pt x="158" y="749"/>
                    </a:cubicBezTo>
                    <a:cubicBezTo>
                      <a:pt x="150" y="731"/>
                      <a:pt x="144" y="712"/>
                      <a:pt x="136" y="692"/>
                    </a:cubicBezTo>
                    <a:cubicBezTo>
                      <a:pt x="122" y="692"/>
                      <a:pt x="106" y="692"/>
                      <a:pt x="91" y="692"/>
                    </a:cubicBezTo>
                    <a:cubicBezTo>
                      <a:pt x="40" y="691"/>
                      <a:pt x="2" y="654"/>
                      <a:pt x="1" y="603"/>
                    </a:cubicBezTo>
                    <a:cubicBezTo>
                      <a:pt x="0" y="581"/>
                      <a:pt x="0" y="558"/>
                      <a:pt x="1" y="536"/>
                    </a:cubicBezTo>
                    <a:cubicBezTo>
                      <a:pt x="2" y="486"/>
                      <a:pt x="40" y="449"/>
                      <a:pt x="90" y="449"/>
                    </a:cubicBezTo>
                    <a:cubicBezTo>
                      <a:pt x="105" y="449"/>
                      <a:pt x="120" y="449"/>
                      <a:pt x="134" y="449"/>
                    </a:cubicBezTo>
                    <a:cubicBezTo>
                      <a:pt x="148" y="417"/>
                      <a:pt x="162" y="386"/>
                      <a:pt x="175" y="356"/>
                    </a:cubicBezTo>
                    <a:cubicBezTo>
                      <a:pt x="176" y="352"/>
                      <a:pt x="174" y="346"/>
                      <a:pt x="171" y="343"/>
                    </a:cubicBezTo>
                    <a:cubicBezTo>
                      <a:pt x="163" y="333"/>
                      <a:pt x="152" y="324"/>
                      <a:pt x="143" y="314"/>
                    </a:cubicBezTo>
                    <a:cubicBezTo>
                      <a:pt x="110" y="279"/>
                      <a:pt x="110" y="227"/>
                      <a:pt x="143" y="192"/>
                    </a:cubicBezTo>
                    <a:cubicBezTo>
                      <a:pt x="159" y="175"/>
                      <a:pt x="176" y="159"/>
                      <a:pt x="192" y="143"/>
                    </a:cubicBezTo>
                    <a:cubicBezTo>
                      <a:pt x="227" y="110"/>
                      <a:pt x="279" y="110"/>
                      <a:pt x="314" y="142"/>
                    </a:cubicBezTo>
                    <a:cubicBezTo>
                      <a:pt x="326" y="153"/>
                      <a:pt x="337" y="172"/>
                      <a:pt x="350" y="174"/>
                    </a:cubicBezTo>
                    <a:cubicBezTo>
                      <a:pt x="363" y="177"/>
                      <a:pt x="379" y="162"/>
                      <a:pt x="394" y="156"/>
                    </a:cubicBezTo>
                    <a:cubicBezTo>
                      <a:pt x="412" y="149"/>
                      <a:pt x="430" y="143"/>
                      <a:pt x="449" y="136"/>
                    </a:cubicBezTo>
                    <a:cubicBezTo>
                      <a:pt x="449" y="121"/>
                      <a:pt x="449" y="105"/>
                      <a:pt x="449" y="90"/>
                    </a:cubicBezTo>
                    <a:cubicBezTo>
                      <a:pt x="450" y="39"/>
                      <a:pt x="487" y="1"/>
                      <a:pt x="538" y="0"/>
                    </a:cubicBezTo>
                    <a:cubicBezTo>
                      <a:pt x="560" y="0"/>
                      <a:pt x="582" y="0"/>
                      <a:pt x="604" y="0"/>
                    </a:cubicBezTo>
                    <a:cubicBezTo>
                      <a:pt x="654" y="1"/>
                      <a:pt x="692" y="39"/>
                      <a:pt x="692" y="90"/>
                    </a:cubicBezTo>
                    <a:cubicBezTo>
                      <a:pt x="692" y="105"/>
                      <a:pt x="692" y="120"/>
                      <a:pt x="692" y="134"/>
                    </a:cubicBezTo>
                    <a:cubicBezTo>
                      <a:pt x="724" y="148"/>
                      <a:pt x="754" y="161"/>
                      <a:pt x="784" y="174"/>
                    </a:cubicBezTo>
                    <a:cubicBezTo>
                      <a:pt x="788" y="175"/>
                      <a:pt x="795" y="173"/>
                      <a:pt x="798" y="171"/>
                    </a:cubicBezTo>
                    <a:cubicBezTo>
                      <a:pt x="808" y="162"/>
                      <a:pt x="817" y="152"/>
                      <a:pt x="826" y="143"/>
                    </a:cubicBezTo>
                    <a:cubicBezTo>
                      <a:pt x="862" y="110"/>
                      <a:pt x="914" y="109"/>
                      <a:pt x="949" y="143"/>
                    </a:cubicBezTo>
                    <a:cubicBezTo>
                      <a:pt x="966" y="159"/>
                      <a:pt x="982" y="175"/>
                      <a:pt x="998" y="192"/>
                    </a:cubicBezTo>
                    <a:cubicBezTo>
                      <a:pt x="1031" y="227"/>
                      <a:pt x="1031" y="279"/>
                      <a:pt x="998" y="314"/>
                    </a:cubicBezTo>
                    <a:cubicBezTo>
                      <a:pt x="987" y="326"/>
                      <a:pt x="974" y="336"/>
                      <a:pt x="963" y="347"/>
                    </a:cubicBezTo>
                    <a:cubicBezTo>
                      <a:pt x="972" y="366"/>
                      <a:pt x="980" y="382"/>
                      <a:pt x="987" y="398"/>
                    </a:cubicBezTo>
                    <a:cubicBezTo>
                      <a:pt x="993" y="414"/>
                      <a:pt x="999" y="431"/>
                      <a:pt x="1005" y="449"/>
                    </a:cubicBezTo>
                    <a:cubicBezTo>
                      <a:pt x="1020" y="449"/>
                      <a:pt x="1036" y="449"/>
                      <a:pt x="1052" y="449"/>
                    </a:cubicBezTo>
                    <a:cubicBezTo>
                      <a:pt x="1100" y="449"/>
                      <a:pt x="1138" y="486"/>
                      <a:pt x="1140" y="534"/>
                    </a:cubicBezTo>
                    <a:cubicBezTo>
                      <a:pt x="1142" y="558"/>
                      <a:pt x="1141" y="582"/>
                      <a:pt x="1141" y="605"/>
                    </a:cubicBezTo>
                    <a:cubicBezTo>
                      <a:pt x="1139" y="655"/>
                      <a:pt x="1100" y="691"/>
                      <a:pt x="1051" y="692"/>
                    </a:cubicBezTo>
                    <a:cubicBezTo>
                      <a:pt x="1035" y="692"/>
                      <a:pt x="1020" y="692"/>
                      <a:pt x="1007" y="692"/>
                    </a:cubicBezTo>
                    <a:cubicBezTo>
                      <a:pt x="993" y="724"/>
                      <a:pt x="980" y="754"/>
                      <a:pt x="967" y="784"/>
                    </a:cubicBezTo>
                    <a:cubicBezTo>
                      <a:pt x="966" y="788"/>
                      <a:pt x="968" y="795"/>
                      <a:pt x="971" y="798"/>
                    </a:cubicBezTo>
                    <a:cubicBezTo>
                      <a:pt x="979" y="808"/>
                      <a:pt x="989" y="816"/>
                      <a:pt x="998" y="826"/>
                    </a:cubicBezTo>
                    <a:cubicBezTo>
                      <a:pt x="1031" y="861"/>
                      <a:pt x="1031" y="914"/>
                      <a:pt x="997" y="949"/>
                    </a:cubicBezTo>
                    <a:cubicBezTo>
                      <a:pt x="982" y="965"/>
                      <a:pt x="966" y="981"/>
                      <a:pt x="950" y="997"/>
                    </a:cubicBezTo>
                    <a:cubicBezTo>
                      <a:pt x="914" y="1031"/>
                      <a:pt x="861" y="1031"/>
                      <a:pt x="825" y="996"/>
                    </a:cubicBezTo>
                    <a:cubicBezTo>
                      <a:pt x="814" y="985"/>
                      <a:pt x="804" y="973"/>
                      <a:pt x="795" y="963"/>
                    </a:cubicBezTo>
                    <a:cubicBezTo>
                      <a:pt x="759" y="978"/>
                      <a:pt x="726" y="992"/>
                      <a:pt x="692" y="1006"/>
                    </a:cubicBezTo>
                    <a:cubicBezTo>
                      <a:pt x="692" y="1020"/>
                      <a:pt x="692" y="1035"/>
                      <a:pt x="692" y="1050"/>
                    </a:cubicBezTo>
                    <a:cubicBezTo>
                      <a:pt x="692" y="1100"/>
                      <a:pt x="655" y="1139"/>
                      <a:pt x="604" y="1140"/>
                    </a:cubicBezTo>
                    <a:cubicBezTo>
                      <a:pt x="582" y="1141"/>
                      <a:pt x="559" y="1141"/>
                      <a:pt x="537" y="1140"/>
                    </a:cubicBezTo>
                    <a:cubicBezTo>
                      <a:pt x="486" y="1138"/>
                      <a:pt x="450" y="1100"/>
                      <a:pt x="449" y="1050"/>
                    </a:cubicBezTo>
                    <a:cubicBezTo>
                      <a:pt x="449" y="1034"/>
                      <a:pt x="449" y="1019"/>
                      <a:pt x="449" y="1006"/>
                    </a:cubicBezTo>
                    <a:close/>
                    <a:moveTo>
                      <a:pt x="629" y="1016"/>
                    </a:moveTo>
                    <a:cubicBezTo>
                      <a:pt x="629" y="1007"/>
                      <a:pt x="628" y="997"/>
                      <a:pt x="629" y="987"/>
                    </a:cubicBezTo>
                    <a:cubicBezTo>
                      <a:pt x="629" y="962"/>
                      <a:pt x="635" y="953"/>
                      <a:pt x="660" y="947"/>
                    </a:cubicBezTo>
                    <a:cubicBezTo>
                      <a:pt x="701" y="937"/>
                      <a:pt x="740" y="921"/>
                      <a:pt x="776" y="898"/>
                    </a:cubicBezTo>
                    <a:cubicBezTo>
                      <a:pt x="794" y="887"/>
                      <a:pt x="806" y="888"/>
                      <a:pt x="822" y="904"/>
                    </a:cubicBezTo>
                    <a:cubicBezTo>
                      <a:pt x="838" y="919"/>
                      <a:pt x="852" y="934"/>
                      <a:pt x="868" y="949"/>
                    </a:cubicBezTo>
                    <a:cubicBezTo>
                      <a:pt x="881" y="962"/>
                      <a:pt x="894" y="962"/>
                      <a:pt x="908" y="949"/>
                    </a:cubicBezTo>
                    <a:cubicBezTo>
                      <a:pt x="922" y="936"/>
                      <a:pt x="936" y="922"/>
                      <a:pt x="949" y="908"/>
                    </a:cubicBezTo>
                    <a:cubicBezTo>
                      <a:pt x="963" y="893"/>
                      <a:pt x="963" y="881"/>
                      <a:pt x="949" y="867"/>
                    </a:cubicBezTo>
                    <a:cubicBezTo>
                      <a:pt x="934" y="851"/>
                      <a:pt x="919" y="836"/>
                      <a:pt x="904" y="821"/>
                    </a:cubicBezTo>
                    <a:cubicBezTo>
                      <a:pt x="889" y="806"/>
                      <a:pt x="887" y="794"/>
                      <a:pt x="898" y="776"/>
                    </a:cubicBezTo>
                    <a:cubicBezTo>
                      <a:pt x="921" y="739"/>
                      <a:pt x="938" y="699"/>
                      <a:pt x="948" y="657"/>
                    </a:cubicBezTo>
                    <a:cubicBezTo>
                      <a:pt x="953" y="636"/>
                      <a:pt x="963" y="628"/>
                      <a:pt x="984" y="628"/>
                    </a:cubicBezTo>
                    <a:cubicBezTo>
                      <a:pt x="1006" y="628"/>
                      <a:pt x="1028" y="628"/>
                      <a:pt x="1050" y="628"/>
                    </a:cubicBezTo>
                    <a:cubicBezTo>
                      <a:pt x="1067" y="628"/>
                      <a:pt x="1077" y="619"/>
                      <a:pt x="1077" y="601"/>
                    </a:cubicBezTo>
                    <a:cubicBezTo>
                      <a:pt x="1077" y="581"/>
                      <a:pt x="1077" y="560"/>
                      <a:pt x="1077" y="540"/>
                    </a:cubicBezTo>
                    <a:cubicBezTo>
                      <a:pt x="1077" y="522"/>
                      <a:pt x="1067" y="513"/>
                      <a:pt x="1049" y="512"/>
                    </a:cubicBezTo>
                    <a:cubicBezTo>
                      <a:pt x="1027" y="512"/>
                      <a:pt x="1006" y="513"/>
                      <a:pt x="985" y="512"/>
                    </a:cubicBezTo>
                    <a:cubicBezTo>
                      <a:pt x="963" y="512"/>
                      <a:pt x="953" y="505"/>
                      <a:pt x="948" y="485"/>
                    </a:cubicBezTo>
                    <a:cubicBezTo>
                      <a:pt x="938" y="442"/>
                      <a:pt x="921" y="401"/>
                      <a:pt x="898" y="364"/>
                    </a:cubicBezTo>
                    <a:cubicBezTo>
                      <a:pt x="887" y="347"/>
                      <a:pt x="889" y="334"/>
                      <a:pt x="903" y="320"/>
                    </a:cubicBezTo>
                    <a:cubicBezTo>
                      <a:pt x="919" y="304"/>
                      <a:pt x="935" y="289"/>
                      <a:pt x="950" y="273"/>
                    </a:cubicBezTo>
                    <a:cubicBezTo>
                      <a:pt x="963" y="260"/>
                      <a:pt x="963" y="247"/>
                      <a:pt x="950" y="233"/>
                    </a:cubicBezTo>
                    <a:cubicBezTo>
                      <a:pt x="936" y="219"/>
                      <a:pt x="922" y="205"/>
                      <a:pt x="908" y="191"/>
                    </a:cubicBezTo>
                    <a:cubicBezTo>
                      <a:pt x="894" y="178"/>
                      <a:pt x="881" y="178"/>
                      <a:pt x="867" y="192"/>
                    </a:cubicBezTo>
                    <a:cubicBezTo>
                      <a:pt x="852" y="207"/>
                      <a:pt x="837" y="222"/>
                      <a:pt x="822" y="237"/>
                    </a:cubicBezTo>
                    <a:cubicBezTo>
                      <a:pt x="807" y="252"/>
                      <a:pt x="794" y="254"/>
                      <a:pt x="776" y="242"/>
                    </a:cubicBezTo>
                    <a:cubicBezTo>
                      <a:pt x="739" y="219"/>
                      <a:pt x="699" y="203"/>
                      <a:pt x="657" y="193"/>
                    </a:cubicBezTo>
                    <a:cubicBezTo>
                      <a:pt x="637" y="188"/>
                      <a:pt x="629" y="178"/>
                      <a:pt x="629" y="157"/>
                    </a:cubicBezTo>
                    <a:cubicBezTo>
                      <a:pt x="628" y="135"/>
                      <a:pt x="629" y="112"/>
                      <a:pt x="628" y="90"/>
                    </a:cubicBezTo>
                    <a:cubicBezTo>
                      <a:pt x="628" y="74"/>
                      <a:pt x="619" y="64"/>
                      <a:pt x="603" y="64"/>
                    </a:cubicBezTo>
                    <a:cubicBezTo>
                      <a:pt x="582" y="63"/>
                      <a:pt x="561" y="63"/>
                      <a:pt x="541" y="64"/>
                    </a:cubicBezTo>
                    <a:cubicBezTo>
                      <a:pt x="522" y="65"/>
                      <a:pt x="513" y="74"/>
                      <a:pt x="513" y="92"/>
                    </a:cubicBezTo>
                    <a:cubicBezTo>
                      <a:pt x="513" y="114"/>
                      <a:pt x="513" y="136"/>
                      <a:pt x="513" y="158"/>
                    </a:cubicBezTo>
                    <a:cubicBezTo>
                      <a:pt x="512" y="178"/>
                      <a:pt x="504" y="188"/>
                      <a:pt x="485" y="193"/>
                    </a:cubicBezTo>
                    <a:cubicBezTo>
                      <a:pt x="442" y="203"/>
                      <a:pt x="402" y="220"/>
                      <a:pt x="364" y="243"/>
                    </a:cubicBezTo>
                    <a:cubicBezTo>
                      <a:pt x="347" y="253"/>
                      <a:pt x="335" y="252"/>
                      <a:pt x="320" y="237"/>
                    </a:cubicBezTo>
                    <a:cubicBezTo>
                      <a:pt x="305" y="222"/>
                      <a:pt x="289" y="206"/>
                      <a:pt x="274" y="191"/>
                    </a:cubicBezTo>
                    <a:cubicBezTo>
                      <a:pt x="260" y="178"/>
                      <a:pt x="247" y="178"/>
                      <a:pt x="234" y="191"/>
                    </a:cubicBezTo>
                    <a:cubicBezTo>
                      <a:pt x="220" y="205"/>
                      <a:pt x="206" y="219"/>
                      <a:pt x="192" y="233"/>
                    </a:cubicBezTo>
                    <a:cubicBezTo>
                      <a:pt x="178" y="247"/>
                      <a:pt x="178" y="260"/>
                      <a:pt x="192" y="274"/>
                    </a:cubicBezTo>
                    <a:cubicBezTo>
                      <a:pt x="207" y="289"/>
                      <a:pt x="223" y="304"/>
                      <a:pt x="238" y="319"/>
                    </a:cubicBezTo>
                    <a:cubicBezTo>
                      <a:pt x="252" y="334"/>
                      <a:pt x="254" y="347"/>
                      <a:pt x="243" y="365"/>
                    </a:cubicBezTo>
                    <a:cubicBezTo>
                      <a:pt x="220" y="402"/>
                      <a:pt x="204" y="442"/>
                      <a:pt x="193" y="484"/>
                    </a:cubicBezTo>
                    <a:cubicBezTo>
                      <a:pt x="188" y="504"/>
                      <a:pt x="178" y="512"/>
                      <a:pt x="158" y="512"/>
                    </a:cubicBezTo>
                    <a:cubicBezTo>
                      <a:pt x="136" y="513"/>
                      <a:pt x="114" y="512"/>
                      <a:pt x="92" y="513"/>
                    </a:cubicBezTo>
                    <a:cubicBezTo>
                      <a:pt x="74" y="513"/>
                      <a:pt x="65" y="522"/>
                      <a:pt x="64" y="540"/>
                    </a:cubicBezTo>
                    <a:cubicBezTo>
                      <a:pt x="64" y="560"/>
                      <a:pt x="64" y="580"/>
                      <a:pt x="64" y="600"/>
                    </a:cubicBezTo>
                    <a:cubicBezTo>
                      <a:pt x="65" y="619"/>
                      <a:pt x="74" y="628"/>
                      <a:pt x="93" y="628"/>
                    </a:cubicBezTo>
                    <a:cubicBezTo>
                      <a:pt x="114" y="628"/>
                      <a:pt x="134" y="628"/>
                      <a:pt x="155" y="628"/>
                    </a:cubicBezTo>
                    <a:cubicBezTo>
                      <a:pt x="179" y="628"/>
                      <a:pt x="188" y="635"/>
                      <a:pt x="194" y="657"/>
                    </a:cubicBezTo>
                    <a:cubicBezTo>
                      <a:pt x="204" y="699"/>
                      <a:pt x="220" y="739"/>
                      <a:pt x="243" y="775"/>
                    </a:cubicBezTo>
                    <a:cubicBezTo>
                      <a:pt x="254" y="794"/>
                      <a:pt x="252" y="806"/>
                      <a:pt x="237" y="822"/>
                    </a:cubicBezTo>
                    <a:cubicBezTo>
                      <a:pt x="222" y="837"/>
                      <a:pt x="206" y="852"/>
                      <a:pt x="192" y="867"/>
                    </a:cubicBezTo>
                    <a:cubicBezTo>
                      <a:pt x="179" y="881"/>
                      <a:pt x="178" y="894"/>
                      <a:pt x="192" y="907"/>
                    </a:cubicBezTo>
                    <a:cubicBezTo>
                      <a:pt x="205" y="921"/>
                      <a:pt x="219" y="935"/>
                      <a:pt x="233" y="949"/>
                    </a:cubicBezTo>
                    <a:cubicBezTo>
                      <a:pt x="248" y="963"/>
                      <a:pt x="260" y="963"/>
                      <a:pt x="274" y="949"/>
                    </a:cubicBezTo>
                    <a:cubicBezTo>
                      <a:pt x="290" y="934"/>
                      <a:pt x="305" y="918"/>
                      <a:pt x="320" y="903"/>
                    </a:cubicBezTo>
                    <a:cubicBezTo>
                      <a:pt x="335" y="888"/>
                      <a:pt x="347" y="887"/>
                      <a:pt x="365" y="898"/>
                    </a:cubicBezTo>
                    <a:cubicBezTo>
                      <a:pt x="402" y="921"/>
                      <a:pt x="442" y="937"/>
                      <a:pt x="484" y="947"/>
                    </a:cubicBezTo>
                    <a:cubicBezTo>
                      <a:pt x="505" y="953"/>
                      <a:pt x="513" y="963"/>
                      <a:pt x="513" y="983"/>
                    </a:cubicBezTo>
                    <a:cubicBezTo>
                      <a:pt x="513" y="1005"/>
                      <a:pt x="513" y="1027"/>
                      <a:pt x="513" y="1049"/>
                    </a:cubicBezTo>
                    <a:cubicBezTo>
                      <a:pt x="513" y="1066"/>
                      <a:pt x="521" y="1075"/>
                      <a:pt x="537" y="1076"/>
                    </a:cubicBezTo>
                    <a:cubicBezTo>
                      <a:pt x="559" y="1077"/>
                      <a:pt x="582" y="1077"/>
                      <a:pt x="604" y="1076"/>
                    </a:cubicBezTo>
                    <a:cubicBezTo>
                      <a:pt x="621" y="1075"/>
                      <a:pt x="628" y="1066"/>
                      <a:pt x="629" y="1048"/>
                    </a:cubicBezTo>
                    <a:cubicBezTo>
                      <a:pt x="629" y="1037"/>
                      <a:pt x="629" y="1027"/>
                      <a:pt x="629" y="10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09728" tIns="54864" rIns="109728" bIns="54864" numCol="1" anchor="t" anchorCtr="0" compatLnSpc="1">
                <a:prstTxWarp prst="textNoShape">
                  <a:avLst/>
                </a:prstTxWarp>
              </a:bodyPr>
              <a:lstStyle/>
              <a:p>
                <a:endParaRPr lang="uk-UA" sz="3456"/>
              </a:p>
            </p:txBody>
          </p:sp>
          <p:sp>
            <p:nvSpPr>
              <p:cNvPr id="54" name="Freeform 819">
                <a:extLst>
                  <a:ext uri="{FF2B5EF4-FFF2-40B4-BE49-F238E27FC236}">
                    <a16:creationId xmlns:a16="http://schemas.microsoft.com/office/drawing/2014/main" id="{869AD7A6-A5DB-99E0-5007-97366D00C371}"/>
                  </a:ext>
                </a:extLst>
              </p:cNvPr>
              <p:cNvSpPr>
                <a:spLocks noEditPoints="1"/>
              </p:cNvSpPr>
              <p:nvPr/>
            </p:nvSpPr>
            <p:spPr bwMode="auto">
              <a:xfrm>
                <a:off x="3717" y="1866"/>
                <a:ext cx="59" cy="44"/>
              </a:xfrm>
              <a:custGeom>
                <a:avLst/>
                <a:gdLst>
                  <a:gd name="T0" fmla="*/ 251 w 379"/>
                  <a:gd name="T1" fmla="*/ 175 h 288"/>
                  <a:gd name="T2" fmla="*/ 207 w 379"/>
                  <a:gd name="T3" fmla="*/ 245 h 288"/>
                  <a:gd name="T4" fmla="*/ 146 w 379"/>
                  <a:gd name="T5" fmla="*/ 280 h 288"/>
                  <a:gd name="T6" fmla="*/ 108 w 379"/>
                  <a:gd name="T7" fmla="*/ 281 h 288"/>
                  <a:gd name="T8" fmla="*/ 19 w 379"/>
                  <a:gd name="T9" fmla="*/ 229 h 288"/>
                  <a:gd name="T10" fmla="*/ 0 w 379"/>
                  <a:gd name="T11" fmla="*/ 196 h 288"/>
                  <a:gd name="T12" fmla="*/ 0 w 379"/>
                  <a:gd name="T13" fmla="*/ 93 h 288"/>
                  <a:gd name="T14" fmla="*/ 19 w 379"/>
                  <a:gd name="T15" fmla="*/ 60 h 288"/>
                  <a:gd name="T16" fmla="*/ 108 w 379"/>
                  <a:gd name="T17" fmla="*/ 8 h 288"/>
                  <a:gd name="T18" fmla="*/ 146 w 379"/>
                  <a:gd name="T19" fmla="*/ 8 h 288"/>
                  <a:gd name="T20" fmla="*/ 227 w 379"/>
                  <a:gd name="T21" fmla="*/ 55 h 288"/>
                  <a:gd name="T22" fmla="*/ 253 w 379"/>
                  <a:gd name="T23" fmla="*/ 100 h 288"/>
                  <a:gd name="T24" fmla="*/ 254 w 379"/>
                  <a:gd name="T25" fmla="*/ 113 h 288"/>
                  <a:gd name="T26" fmla="*/ 379 w 379"/>
                  <a:gd name="T27" fmla="*/ 113 h 288"/>
                  <a:gd name="T28" fmla="*/ 379 w 379"/>
                  <a:gd name="T29" fmla="*/ 175 h 288"/>
                  <a:gd name="T30" fmla="*/ 251 w 379"/>
                  <a:gd name="T31" fmla="*/ 175 h 288"/>
                  <a:gd name="T32" fmla="*/ 65 w 379"/>
                  <a:gd name="T33" fmla="*/ 144 h 288"/>
                  <a:gd name="T34" fmla="*/ 95 w 379"/>
                  <a:gd name="T35" fmla="*/ 202 h 288"/>
                  <a:gd name="T36" fmla="*/ 158 w 379"/>
                  <a:gd name="T37" fmla="*/ 201 h 288"/>
                  <a:gd name="T38" fmla="*/ 191 w 379"/>
                  <a:gd name="T39" fmla="*/ 145 h 288"/>
                  <a:gd name="T40" fmla="*/ 157 w 379"/>
                  <a:gd name="T41" fmla="*/ 86 h 288"/>
                  <a:gd name="T42" fmla="*/ 96 w 379"/>
                  <a:gd name="T43" fmla="*/ 87 h 288"/>
                  <a:gd name="T44" fmla="*/ 65 w 379"/>
                  <a:gd name="T45" fmla="*/ 14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79" h="288">
                    <a:moveTo>
                      <a:pt x="251" y="175"/>
                    </a:moveTo>
                    <a:cubicBezTo>
                      <a:pt x="264" y="217"/>
                      <a:pt x="234" y="230"/>
                      <a:pt x="207" y="245"/>
                    </a:cubicBezTo>
                    <a:cubicBezTo>
                      <a:pt x="186" y="256"/>
                      <a:pt x="166" y="268"/>
                      <a:pt x="146" y="280"/>
                    </a:cubicBezTo>
                    <a:cubicBezTo>
                      <a:pt x="133" y="288"/>
                      <a:pt x="120" y="288"/>
                      <a:pt x="108" y="281"/>
                    </a:cubicBezTo>
                    <a:cubicBezTo>
                      <a:pt x="78" y="263"/>
                      <a:pt x="48" y="246"/>
                      <a:pt x="19" y="229"/>
                    </a:cubicBezTo>
                    <a:cubicBezTo>
                      <a:pt x="6" y="221"/>
                      <a:pt x="0" y="211"/>
                      <a:pt x="0" y="196"/>
                    </a:cubicBezTo>
                    <a:cubicBezTo>
                      <a:pt x="0" y="161"/>
                      <a:pt x="0" y="127"/>
                      <a:pt x="0" y="93"/>
                    </a:cubicBezTo>
                    <a:cubicBezTo>
                      <a:pt x="0" y="78"/>
                      <a:pt x="6" y="67"/>
                      <a:pt x="19" y="60"/>
                    </a:cubicBezTo>
                    <a:cubicBezTo>
                      <a:pt x="49" y="42"/>
                      <a:pt x="78" y="25"/>
                      <a:pt x="108" y="8"/>
                    </a:cubicBezTo>
                    <a:cubicBezTo>
                      <a:pt x="121" y="0"/>
                      <a:pt x="133" y="0"/>
                      <a:pt x="146" y="8"/>
                    </a:cubicBezTo>
                    <a:cubicBezTo>
                      <a:pt x="173" y="24"/>
                      <a:pt x="200" y="40"/>
                      <a:pt x="227" y="55"/>
                    </a:cubicBezTo>
                    <a:cubicBezTo>
                      <a:pt x="246" y="65"/>
                      <a:pt x="256" y="79"/>
                      <a:pt x="253" y="100"/>
                    </a:cubicBezTo>
                    <a:cubicBezTo>
                      <a:pt x="253" y="104"/>
                      <a:pt x="254" y="107"/>
                      <a:pt x="254" y="113"/>
                    </a:cubicBezTo>
                    <a:cubicBezTo>
                      <a:pt x="296" y="113"/>
                      <a:pt x="337" y="113"/>
                      <a:pt x="379" y="113"/>
                    </a:cubicBezTo>
                    <a:cubicBezTo>
                      <a:pt x="379" y="134"/>
                      <a:pt x="379" y="153"/>
                      <a:pt x="379" y="175"/>
                    </a:cubicBezTo>
                    <a:cubicBezTo>
                      <a:pt x="337" y="175"/>
                      <a:pt x="296" y="175"/>
                      <a:pt x="251" y="175"/>
                    </a:cubicBezTo>
                    <a:close/>
                    <a:moveTo>
                      <a:pt x="65" y="144"/>
                    </a:moveTo>
                    <a:cubicBezTo>
                      <a:pt x="55" y="174"/>
                      <a:pt x="73" y="187"/>
                      <a:pt x="95" y="202"/>
                    </a:cubicBezTo>
                    <a:cubicBezTo>
                      <a:pt x="119" y="216"/>
                      <a:pt x="135" y="214"/>
                      <a:pt x="158" y="201"/>
                    </a:cubicBezTo>
                    <a:cubicBezTo>
                      <a:pt x="182" y="187"/>
                      <a:pt x="191" y="173"/>
                      <a:pt x="191" y="145"/>
                    </a:cubicBezTo>
                    <a:cubicBezTo>
                      <a:pt x="191" y="116"/>
                      <a:pt x="182" y="100"/>
                      <a:pt x="157" y="86"/>
                    </a:cubicBezTo>
                    <a:cubicBezTo>
                      <a:pt x="134" y="74"/>
                      <a:pt x="118" y="73"/>
                      <a:pt x="96" y="87"/>
                    </a:cubicBezTo>
                    <a:cubicBezTo>
                      <a:pt x="73" y="101"/>
                      <a:pt x="55" y="114"/>
                      <a:pt x="65" y="14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09728" tIns="54864" rIns="109728" bIns="54864" numCol="1" anchor="t" anchorCtr="0" compatLnSpc="1">
                <a:prstTxWarp prst="textNoShape">
                  <a:avLst/>
                </a:prstTxWarp>
              </a:bodyPr>
              <a:lstStyle/>
              <a:p>
                <a:endParaRPr lang="uk-UA" sz="3456"/>
              </a:p>
            </p:txBody>
          </p:sp>
          <p:sp>
            <p:nvSpPr>
              <p:cNvPr id="55" name="Freeform 820">
                <a:extLst>
                  <a:ext uri="{FF2B5EF4-FFF2-40B4-BE49-F238E27FC236}">
                    <a16:creationId xmlns:a16="http://schemas.microsoft.com/office/drawing/2014/main" id="{70066A45-06BE-6717-8ECC-4200C73645EF}"/>
                  </a:ext>
                </a:extLst>
              </p:cNvPr>
              <p:cNvSpPr>
                <a:spLocks noEditPoints="1"/>
              </p:cNvSpPr>
              <p:nvPr/>
            </p:nvSpPr>
            <p:spPr bwMode="auto">
              <a:xfrm>
                <a:off x="3972" y="1866"/>
                <a:ext cx="59" cy="44"/>
              </a:xfrm>
              <a:custGeom>
                <a:avLst/>
                <a:gdLst>
                  <a:gd name="T0" fmla="*/ 125 w 379"/>
                  <a:gd name="T1" fmla="*/ 175 h 288"/>
                  <a:gd name="T2" fmla="*/ 0 w 379"/>
                  <a:gd name="T3" fmla="*/ 175 h 288"/>
                  <a:gd name="T4" fmla="*/ 0 w 379"/>
                  <a:gd name="T5" fmla="*/ 113 h 288"/>
                  <a:gd name="T6" fmla="*/ 121 w 379"/>
                  <a:gd name="T7" fmla="*/ 113 h 288"/>
                  <a:gd name="T8" fmla="*/ 125 w 379"/>
                  <a:gd name="T9" fmla="*/ 109 h 288"/>
                  <a:gd name="T10" fmla="*/ 163 w 379"/>
                  <a:gd name="T11" fmla="*/ 48 h 288"/>
                  <a:gd name="T12" fmla="*/ 230 w 379"/>
                  <a:gd name="T13" fmla="*/ 9 h 288"/>
                  <a:gd name="T14" fmla="*/ 273 w 379"/>
                  <a:gd name="T15" fmla="*/ 9 h 288"/>
                  <a:gd name="T16" fmla="*/ 359 w 379"/>
                  <a:gd name="T17" fmla="*/ 59 h 288"/>
                  <a:gd name="T18" fmla="*/ 379 w 379"/>
                  <a:gd name="T19" fmla="*/ 93 h 288"/>
                  <a:gd name="T20" fmla="*/ 379 w 379"/>
                  <a:gd name="T21" fmla="*/ 195 h 288"/>
                  <a:gd name="T22" fmla="*/ 359 w 379"/>
                  <a:gd name="T23" fmla="*/ 229 h 288"/>
                  <a:gd name="T24" fmla="*/ 272 w 379"/>
                  <a:gd name="T25" fmla="*/ 280 h 288"/>
                  <a:gd name="T26" fmla="*/ 232 w 379"/>
                  <a:gd name="T27" fmla="*/ 280 h 288"/>
                  <a:gd name="T28" fmla="*/ 152 w 379"/>
                  <a:gd name="T29" fmla="*/ 234 h 288"/>
                  <a:gd name="T30" fmla="*/ 125 w 379"/>
                  <a:gd name="T31" fmla="*/ 188 h 288"/>
                  <a:gd name="T32" fmla="*/ 125 w 379"/>
                  <a:gd name="T33" fmla="*/ 175 h 288"/>
                  <a:gd name="T34" fmla="*/ 313 w 379"/>
                  <a:gd name="T35" fmla="*/ 144 h 288"/>
                  <a:gd name="T36" fmla="*/ 284 w 379"/>
                  <a:gd name="T37" fmla="*/ 87 h 288"/>
                  <a:gd name="T38" fmla="*/ 220 w 379"/>
                  <a:gd name="T39" fmla="*/ 87 h 288"/>
                  <a:gd name="T40" fmla="*/ 188 w 379"/>
                  <a:gd name="T41" fmla="*/ 144 h 288"/>
                  <a:gd name="T42" fmla="*/ 221 w 379"/>
                  <a:gd name="T43" fmla="*/ 201 h 288"/>
                  <a:gd name="T44" fmla="*/ 283 w 379"/>
                  <a:gd name="T45" fmla="*/ 201 h 288"/>
                  <a:gd name="T46" fmla="*/ 313 w 379"/>
                  <a:gd name="T47" fmla="*/ 14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79" h="288">
                    <a:moveTo>
                      <a:pt x="125" y="175"/>
                    </a:moveTo>
                    <a:cubicBezTo>
                      <a:pt x="82" y="175"/>
                      <a:pt x="41" y="175"/>
                      <a:pt x="0" y="175"/>
                    </a:cubicBezTo>
                    <a:cubicBezTo>
                      <a:pt x="0" y="154"/>
                      <a:pt x="0" y="135"/>
                      <a:pt x="0" y="113"/>
                    </a:cubicBezTo>
                    <a:cubicBezTo>
                      <a:pt x="41" y="113"/>
                      <a:pt x="82" y="113"/>
                      <a:pt x="121" y="113"/>
                    </a:cubicBezTo>
                    <a:cubicBezTo>
                      <a:pt x="123" y="111"/>
                      <a:pt x="125" y="110"/>
                      <a:pt x="125" y="109"/>
                    </a:cubicBezTo>
                    <a:cubicBezTo>
                      <a:pt x="120" y="78"/>
                      <a:pt x="137" y="61"/>
                      <a:pt x="163" y="48"/>
                    </a:cubicBezTo>
                    <a:cubicBezTo>
                      <a:pt x="186" y="37"/>
                      <a:pt x="208" y="23"/>
                      <a:pt x="230" y="9"/>
                    </a:cubicBezTo>
                    <a:cubicBezTo>
                      <a:pt x="245" y="0"/>
                      <a:pt x="258" y="0"/>
                      <a:pt x="273" y="9"/>
                    </a:cubicBezTo>
                    <a:cubicBezTo>
                      <a:pt x="301" y="26"/>
                      <a:pt x="330" y="43"/>
                      <a:pt x="359" y="59"/>
                    </a:cubicBezTo>
                    <a:cubicBezTo>
                      <a:pt x="372" y="67"/>
                      <a:pt x="379" y="78"/>
                      <a:pt x="379" y="93"/>
                    </a:cubicBezTo>
                    <a:cubicBezTo>
                      <a:pt x="378" y="127"/>
                      <a:pt x="378" y="161"/>
                      <a:pt x="379" y="195"/>
                    </a:cubicBezTo>
                    <a:cubicBezTo>
                      <a:pt x="379" y="210"/>
                      <a:pt x="373" y="221"/>
                      <a:pt x="359" y="229"/>
                    </a:cubicBezTo>
                    <a:cubicBezTo>
                      <a:pt x="330" y="246"/>
                      <a:pt x="301" y="263"/>
                      <a:pt x="272" y="280"/>
                    </a:cubicBezTo>
                    <a:cubicBezTo>
                      <a:pt x="258" y="288"/>
                      <a:pt x="246" y="288"/>
                      <a:pt x="232" y="280"/>
                    </a:cubicBezTo>
                    <a:cubicBezTo>
                      <a:pt x="206" y="264"/>
                      <a:pt x="179" y="248"/>
                      <a:pt x="152" y="234"/>
                    </a:cubicBezTo>
                    <a:cubicBezTo>
                      <a:pt x="133" y="224"/>
                      <a:pt x="123" y="210"/>
                      <a:pt x="125" y="188"/>
                    </a:cubicBezTo>
                    <a:cubicBezTo>
                      <a:pt x="126" y="185"/>
                      <a:pt x="125" y="181"/>
                      <a:pt x="125" y="175"/>
                    </a:cubicBezTo>
                    <a:close/>
                    <a:moveTo>
                      <a:pt x="313" y="144"/>
                    </a:moveTo>
                    <a:cubicBezTo>
                      <a:pt x="323" y="115"/>
                      <a:pt x="307" y="102"/>
                      <a:pt x="284" y="87"/>
                    </a:cubicBezTo>
                    <a:cubicBezTo>
                      <a:pt x="260" y="73"/>
                      <a:pt x="244" y="74"/>
                      <a:pt x="220" y="87"/>
                    </a:cubicBezTo>
                    <a:cubicBezTo>
                      <a:pt x="195" y="101"/>
                      <a:pt x="188" y="117"/>
                      <a:pt x="188" y="144"/>
                    </a:cubicBezTo>
                    <a:cubicBezTo>
                      <a:pt x="187" y="172"/>
                      <a:pt x="196" y="187"/>
                      <a:pt x="221" y="201"/>
                    </a:cubicBezTo>
                    <a:cubicBezTo>
                      <a:pt x="244" y="215"/>
                      <a:pt x="260" y="215"/>
                      <a:pt x="283" y="201"/>
                    </a:cubicBezTo>
                    <a:cubicBezTo>
                      <a:pt x="307" y="187"/>
                      <a:pt x="323" y="173"/>
                      <a:pt x="313" y="14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09728" tIns="54864" rIns="109728" bIns="54864" numCol="1" anchor="t" anchorCtr="0" compatLnSpc="1">
                <a:prstTxWarp prst="textNoShape">
                  <a:avLst/>
                </a:prstTxWarp>
              </a:bodyPr>
              <a:lstStyle/>
              <a:p>
                <a:endParaRPr lang="uk-UA" sz="3456"/>
              </a:p>
            </p:txBody>
          </p:sp>
          <p:sp>
            <p:nvSpPr>
              <p:cNvPr id="56" name="Freeform 821">
                <a:extLst>
                  <a:ext uri="{FF2B5EF4-FFF2-40B4-BE49-F238E27FC236}">
                    <a16:creationId xmlns:a16="http://schemas.microsoft.com/office/drawing/2014/main" id="{8F809BA3-3B3A-FBC8-EE43-20DD85373351}"/>
                  </a:ext>
                </a:extLst>
              </p:cNvPr>
              <p:cNvSpPr>
                <a:spLocks noEditPoints="1"/>
              </p:cNvSpPr>
              <p:nvPr/>
            </p:nvSpPr>
            <p:spPr bwMode="auto">
              <a:xfrm>
                <a:off x="3940" y="1954"/>
                <a:ext cx="51" cy="51"/>
              </a:xfrm>
              <a:custGeom>
                <a:avLst/>
                <a:gdLst>
                  <a:gd name="T0" fmla="*/ 0 w 330"/>
                  <a:gd name="T1" fmla="*/ 45 h 330"/>
                  <a:gd name="T2" fmla="*/ 47 w 330"/>
                  <a:gd name="T3" fmla="*/ 0 h 330"/>
                  <a:gd name="T4" fmla="*/ 110 w 330"/>
                  <a:gd name="T5" fmla="*/ 65 h 330"/>
                  <a:gd name="T6" fmla="*/ 137 w 330"/>
                  <a:gd name="T7" fmla="*/ 72 h 330"/>
                  <a:gd name="T8" fmla="*/ 204 w 330"/>
                  <a:gd name="T9" fmla="*/ 54 h 330"/>
                  <a:gd name="T10" fmla="*/ 245 w 330"/>
                  <a:gd name="T11" fmla="*/ 65 h 330"/>
                  <a:gd name="T12" fmla="*/ 315 w 330"/>
                  <a:gd name="T13" fmla="*/ 136 h 330"/>
                  <a:gd name="T14" fmla="*/ 326 w 330"/>
                  <a:gd name="T15" fmla="*/ 175 h 330"/>
                  <a:gd name="T16" fmla="*/ 301 w 330"/>
                  <a:gd name="T17" fmla="*/ 270 h 330"/>
                  <a:gd name="T18" fmla="*/ 271 w 330"/>
                  <a:gd name="T19" fmla="*/ 300 h 330"/>
                  <a:gd name="T20" fmla="*/ 175 w 330"/>
                  <a:gd name="T21" fmla="*/ 325 h 330"/>
                  <a:gd name="T22" fmla="*/ 137 w 330"/>
                  <a:gd name="T23" fmla="*/ 315 h 330"/>
                  <a:gd name="T24" fmla="*/ 65 w 330"/>
                  <a:gd name="T25" fmla="*/ 244 h 330"/>
                  <a:gd name="T26" fmla="*/ 55 w 330"/>
                  <a:gd name="T27" fmla="*/ 204 h 330"/>
                  <a:gd name="T28" fmla="*/ 73 w 330"/>
                  <a:gd name="T29" fmla="*/ 136 h 330"/>
                  <a:gd name="T30" fmla="*/ 66 w 330"/>
                  <a:gd name="T31" fmla="*/ 110 h 330"/>
                  <a:gd name="T32" fmla="*/ 0 w 330"/>
                  <a:gd name="T33" fmla="*/ 45 h 330"/>
                  <a:gd name="T34" fmla="*/ 260 w 330"/>
                  <a:gd name="T35" fmla="*/ 175 h 330"/>
                  <a:gd name="T36" fmla="*/ 256 w 330"/>
                  <a:gd name="T37" fmla="*/ 166 h 330"/>
                  <a:gd name="T38" fmla="*/ 214 w 330"/>
                  <a:gd name="T39" fmla="*/ 124 h 330"/>
                  <a:gd name="T40" fmla="*/ 199 w 330"/>
                  <a:gd name="T41" fmla="*/ 121 h 330"/>
                  <a:gd name="T42" fmla="*/ 123 w 330"/>
                  <a:gd name="T43" fmla="*/ 193 h 330"/>
                  <a:gd name="T44" fmla="*/ 122 w 330"/>
                  <a:gd name="T45" fmla="*/ 199 h 330"/>
                  <a:gd name="T46" fmla="*/ 125 w 330"/>
                  <a:gd name="T47" fmla="*/ 214 h 330"/>
                  <a:gd name="T48" fmla="*/ 228 w 330"/>
                  <a:gd name="T49" fmla="*/ 246 h 330"/>
                  <a:gd name="T50" fmla="*/ 234 w 330"/>
                  <a:gd name="T51" fmla="*/ 244 h 330"/>
                  <a:gd name="T52" fmla="*/ 244 w 330"/>
                  <a:gd name="T53" fmla="*/ 234 h 330"/>
                  <a:gd name="T54" fmla="*/ 260 w 330"/>
                  <a:gd name="T55" fmla="*/ 175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30" h="330">
                    <a:moveTo>
                      <a:pt x="0" y="45"/>
                    </a:moveTo>
                    <a:cubicBezTo>
                      <a:pt x="16" y="30"/>
                      <a:pt x="30" y="16"/>
                      <a:pt x="47" y="0"/>
                    </a:cubicBezTo>
                    <a:cubicBezTo>
                      <a:pt x="68" y="21"/>
                      <a:pt x="90" y="43"/>
                      <a:pt x="110" y="65"/>
                    </a:cubicBezTo>
                    <a:cubicBezTo>
                      <a:pt x="118" y="74"/>
                      <a:pt x="126" y="75"/>
                      <a:pt x="137" y="72"/>
                    </a:cubicBezTo>
                    <a:cubicBezTo>
                      <a:pt x="159" y="65"/>
                      <a:pt x="181" y="60"/>
                      <a:pt x="204" y="54"/>
                    </a:cubicBezTo>
                    <a:cubicBezTo>
                      <a:pt x="220" y="50"/>
                      <a:pt x="233" y="53"/>
                      <a:pt x="245" y="65"/>
                    </a:cubicBezTo>
                    <a:cubicBezTo>
                      <a:pt x="268" y="89"/>
                      <a:pt x="292" y="112"/>
                      <a:pt x="315" y="136"/>
                    </a:cubicBezTo>
                    <a:cubicBezTo>
                      <a:pt x="327" y="147"/>
                      <a:pt x="330" y="160"/>
                      <a:pt x="326" y="175"/>
                    </a:cubicBezTo>
                    <a:cubicBezTo>
                      <a:pt x="317" y="207"/>
                      <a:pt x="309" y="238"/>
                      <a:pt x="301" y="270"/>
                    </a:cubicBezTo>
                    <a:cubicBezTo>
                      <a:pt x="297" y="286"/>
                      <a:pt x="288" y="296"/>
                      <a:pt x="271" y="300"/>
                    </a:cubicBezTo>
                    <a:cubicBezTo>
                      <a:pt x="239" y="308"/>
                      <a:pt x="207" y="317"/>
                      <a:pt x="175" y="325"/>
                    </a:cubicBezTo>
                    <a:cubicBezTo>
                      <a:pt x="160" y="330"/>
                      <a:pt x="148" y="326"/>
                      <a:pt x="137" y="315"/>
                    </a:cubicBezTo>
                    <a:cubicBezTo>
                      <a:pt x="113" y="291"/>
                      <a:pt x="89" y="267"/>
                      <a:pt x="65" y="244"/>
                    </a:cubicBezTo>
                    <a:cubicBezTo>
                      <a:pt x="53" y="232"/>
                      <a:pt x="50" y="219"/>
                      <a:pt x="55" y="204"/>
                    </a:cubicBezTo>
                    <a:cubicBezTo>
                      <a:pt x="61" y="181"/>
                      <a:pt x="66" y="158"/>
                      <a:pt x="73" y="136"/>
                    </a:cubicBezTo>
                    <a:cubicBezTo>
                      <a:pt x="76" y="125"/>
                      <a:pt x="75" y="118"/>
                      <a:pt x="66" y="110"/>
                    </a:cubicBezTo>
                    <a:cubicBezTo>
                      <a:pt x="44" y="89"/>
                      <a:pt x="23" y="67"/>
                      <a:pt x="0" y="45"/>
                    </a:cubicBezTo>
                    <a:close/>
                    <a:moveTo>
                      <a:pt x="260" y="175"/>
                    </a:moveTo>
                    <a:cubicBezTo>
                      <a:pt x="259" y="173"/>
                      <a:pt x="258" y="169"/>
                      <a:pt x="256" y="166"/>
                    </a:cubicBezTo>
                    <a:cubicBezTo>
                      <a:pt x="242" y="152"/>
                      <a:pt x="228" y="138"/>
                      <a:pt x="214" y="124"/>
                    </a:cubicBezTo>
                    <a:cubicBezTo>
                      <a:pt x="210" y="121"/>
                      <a:pt x="204" y="120"/>
                      <a:pt x="199" y="121"/>
                    </a:cubicBezTo>
                    <a:cubicBezTo>
                      <a:pt x="139" y="133"/>
                      <a:pt x="139" y="134"/>
                      <a:pt x="123" y="193"/>
                    </a:cubicBezTo>
                    <a:cubicBezTo>
                      <a:pt x="123" y="195"/>
                      <a:pt x="121" y="197"/>
                      <a:pt x="122" y="199"/>
                    </a:cubicBezTo>
                    <a:cubicBezTo>
                      <a:pt x="122" y="204"/>
                      <a:pt x="122" y="210"/>
                      <a:pt x="125" y="214"/>
                    </a:cubicBezTo>
                    <a:cubicBezTo>
                      <a:pt x="167" y="262"/>
                      <a:pt x="167" y="262"/>
                      <a:pt x="228" y="246"/>
                    </a:cubicBezTo>
                    <a:cubicBezTo>
                      <a:pt x="230" y="245"/>
                      <a:pt x="233" y="245"/>
                      <a:pt x="234" y="244"/>
                    </a:cubicBezTo>
                    <a:cubicBezTo>
                      <a:pt x="238" y="241"/>
                      <a:pt x="243" y="238"/>
                      <a:pt x="244" y="234"/>
                    </a:cubicBezTo>
                    <a:cubicBezTo>
                      <a:pt x="250" y="216"/>
                      <a:pt x="255" y="197"/>
                      <a:pt x="260" y="17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09728" tIns="54864" rIns="109728" bIns="54864" numCol="1" anchor="t" anchorCtr="0" compatLnSpc="1">
                <a:prstTxWarp prst="textNoShape">
                  <a:avLst/>
                </a:prstTxWarp>
              </a:bodyPr>
              <a:lstStyle/>
              <a:p>
                <a:endParaRPr lang="uk-UA" sz="3456"/>
              </a:p>
            </p:txBody>
          </p:sp>
          <p:sp>
            <p:nvSpPr>
              <p:cNvPr id="57" name="Freeform 822">
                <a:extLst>
                  <a:ext uri="{FF2B5EF4-FFF2-40B4-BE49-F238E27FC236}">
                    <a16:creationId xmlns:a16="http://schemas.microsoft.com/office/drawing/2014/main" id="{DC9D38D0-D730-2128-DC1C-29AE5A988F79}"/>
                  </a:ext>
                </a:extLst>
              </p:cNvPr>
              <p:cNvSpPr>
                <a:spLocks noEditPoints="1"/>
              </p:cNvSpPr>
              <p:nvPr/>
            </p:nvSpPr>
            <p:spPr bwMode="auto">
              <a:xfrm>
                <a:off x="3757" y="1954"/>
                <a:ext cx="51" cy="51"/>
              </a:xfrm>
              <a:custGeom>
                <a:avLst/>
                <a:gdLst>
                  <a:gd name="T0" fmla="*/ 327 w 327"/>
                  <a:gd name="T1" fmla="*/ 47 h 328"/>
                  <a:gd name="T2" fmla="*/ 264 w 327"/>
                  <a:gd name="T3" fmla="*/ 109 h 328"/>
                  <a:gd name="T4" fmla="*/ 258 w 327"/>
                  <a:gd name="T5" fmla="*/ 135 h 328"/>
                  <a:gd name="T6" fmla="*/ 276 w 327"/>
                  <a:gd name="T7" fmla="*/ 202 h 328"/>
                  <a:gd name="T8" fmla="*/ 265 w 327"/>
                  <a:gd name="T9" fmla="*/ 243 h 328"/>
                  <a:gd name="T10" fmla="*/ 194 w 327"/>
                  <a:gd name="T11" fmla="*/ 314 h 328"/>
                  <a:gd name="T12" fmla="*/ 154 w 327"/>
                  <a:gd name="T13" fmla="*/ 324 h 328"/>
                  <a:gd name="T14" fmla="*/ 58 w 327"/>
                  <a:gd name="T15" fmla="*/ 299 h 328"/>
                  <a:gd name="T16" fmla="*/ 30 w 327"/>
                  <a:gd name="T17" fmla="*/ 271 h 328"/>
                  <a:gd name="T18" fmla="*/ 4 w 327"/>
                  <a:gd name="T19" fmla="*/ 173 h 328"/>
                  <a:gd name="T20" fmla="*/ 15 w 327"/>
                  <a:gd name="T21" fmla="*/ 135 h 328"/>
                  <a:gd name="T22" fmla="*/ 86 w 327"/>
                  <a:gd name="T23" fmla="*/ 63 h 328"/>
                  <a:gd name="T24" fmla="*/ 126 w 327"/>
                  <a:gd name="T25" fmla="*/ 53 h 328"/>
                  <a:gd name="T26" fmla="*/ 196 w 327"/>
                  <a:gd name="T27" fmla="*/ 71 h 328"/>
                  <a:gd name="T28" fmla="*/ 218 w 327"/>
                  <a:gd name="T29" fmla="*/ 65 h 328"/>
                  <a:gd name="T30" fmla="*/ 283 w 327"/>
                  <a:gd name="T31" fmla="*/ 0 h 328"/>
                  <a:gd name="T32" fmla="*/ 327 w 327"/>
                  <a:gd name="T33" fmla="*/ 47 h 328"/>
                  <a:gd name="T34" fmla="*/ 210 w 327"/>
                  <a:gd name="T35" fmla="*/ 204 h 328"/>
                  <a:gd name="T36" fmla="*/ 209 w 327"/>
                  <a:gd name="T37" fmla="*/ 196 h 328"/>
                  <a:gd name="T38" fmla="*/ 136 w 327"/>
                  <a:gd name="T39" fmla="*/ 121 h 328"/>
                  <a:gd name="T40" fmla="*/ 111 w 327"/>
                  <a:gd name="T41" fmla="*/ 128 h 328"/>
                  <a:gd name="T42" fmla="*/ 73 w 327"/>
                  <a:gd name="T43" fmla="*/ 171 h 328"/>
                  <a:gd name="T44" fmla="*/ 85 w 327"/>
                  <a:gd name="T45" fmla="*/ 229 h 328"/>
                  <a:gd name="T46" fmla="*/ 100 w 327"/>
                  <a:gd name="T47" fmla="*/ 244 h 328"/>
                  <a:gd name="T48" fmla="*/ 158 w 327"/>
                  <a:gd name="T49" fmla="*/ 256 h 328"/>
                  <a:gd name="T50" fmla="*/ 201 w 327"/>
                  <a:gd name="T51" fmla="*/ 217 h 328"/>
                  <a:gd name="T52" fmla="*/ 207 w 327"/>
                  <a:gd name="T53" fmla="*/ 211 h 328"/>
                  <a:gd name="T54" fmla="*/ 210 w 327"/>
                  <a:gd name="T55" fmla="*/ 204 h 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27" h="328">
                    <a:moveTo>
                      <a:pt x="327" y="47"/>
                    </a:moveTo>
                    <a:cubicBezTo>
                      <a:pt x="308" y="66"/>
                      <a:pt x="287" y="88"/>
                      <a:pt x="264" y="109"/>
                    </a:cubicBezTo>
                    <a:cubicBezTo>
                      <a:pt x="256" y="117"/>
                      <a:pt x="254" y="125"/>
                      <a:pt x="258" y="135"/>
                    </a:cubicBezTo>
                    <a:cubicBezTo>
                      <a:pt x="264" y="158"/>
                      <a:pt x="270" y="180"/>
                      <a:pt x="276" y="202"/>
                    </a:cubicBezTo>
                    <a:cubicBezTo>
                      <a:pt x="280" y="218"/>
                      <a:pt x="277" y="232"/>
                      <a:pt x="265" y="243"/>
                    </a:cubicBezTo>
                    <a:cubicBezTo>
                      <a:pt x="241" y="266"/>
                      <a:pt x="218" y="290"/>
                      <a:pt x="194" y="314"/>
                    </a:cubicBezTo>
                    <a:cubicBezTo>
                      <a:pt x="183" y="325"/>
                      <a:pt x="170" y="328"/>
                      <a:pt x="154" y="324"/>
                    </a:cubicBezTo>
                    <a:cubicBezTo>
                      <a:pt x="123" y="315"/>
                      <a:pt x="90" y="307"/>
                      <a:pt x="58" y="299"/>
                    </a:cubicBezTo>
                    <a:cubicBezTo>
                      <a:pt x="43" y="295"/>
                      <a:pt x="34" y="286"/>
                      <a:pt x="30" y="271"/>
                    </a:cubicBezTo>
                    <a:cubicBezTo>
                      <a:pt x="22" y="238"/>
                      <a:pt x="13" y="206"/>
                      <a:pt x="4" y="173"/>
                    </a:cubicBezTo>
                    <a:cubicBezTo>
                      <a:pt x="0" y="158"/>
                      <a:pt x="4" y="146"/>
                      <a:pt x="15" y="135"/>
                    </a:cubicBezTo>
                    <a:cubicBezTo>
                      <a:pt x="39" y="111"/>
                      <a:pt x="63" y="88"/>
                      <a:pt x="86" y="63"/>
                    </a:cubicBezTo>
                    <a:cubicBezTo>
                      <a:pt x="98" y="51"/>
                      <a:pt x="111" y="49"/>
                      <a:pt x="126" y="53"/>
                    </a:cubicBezTo>
                    <a:cubicBezTo>
                      <a:pt x="149" y="59"/>
                      <a:pt x="173" y="66"/>
                      <a:pt x="196" y="71"/>
                    </a:cubicBezTo>
                    <a:cubicBezTo>
                      <a:pt x="203" y="73"/>
                      <a:pt x="213" y="70"/>
                      <a:pt x="218" y="65"/>
                    </a:cubicBezTo>
                    <a:cubicBezTo>
                      <a:pt x="241" y="44"/>
                      <a:pt x="262" y="22"/>
                      <a:pt x="283" y="0"/>
                    </a:cubicBezTo>
                    <a:cubicBezTo>
                      <a:pt x="298" y="16"/>
                      <a:pt x="312" y="31"/>
                      <a:pt x="327" y="47"/>
                    </a:cubicBezTo>
                    <a:close/>
                    <a:moveTo>
                      <a:pt x="210" y="204"/>
                    </a:moveTo>
                    <a:cubicBezTo>
                      <a:pt x="209" y="200"/>
                      <a:pt x="209" y="198"/>
                      <a:pt x="209" y="196"/>
                    </a:cubicBezTo>
                    <a:cubicBezTo>
                      <a:pt x="195" y="136"/>
                      <a:pt x="195" y="136"/>
                      <a:pt x="136" y="121"/>
                    </a:cubicBezTo>
                    <a:cubicBezTo>
                      <a:pt x="125" y="118"/>
                      <a:pt x="118" y="120"/>
                      <a:pt x="111" y="128"/>
                    </a:cubicBezTo>
                    <a:cubicBezTo>
                      <a:pt x="98" y="143"/>
                      <a:pt x="77" y="155"/>
                      <a:pt x="73" y="171"/>
                    </a:cubicBezTo>
                    <a:cubicBezTo>
                      <a:pt x="68" y="189"/>
                      <a:pt x="79" y="210"/>
                      <a:pt x="85" y="229"/>
                    </a:cubicBezTo>
                    <a:cubicBezTo>
                      <a:pt x="87" y="235"/>
                      <a:pt x="94" y="242"/>
                      <a:pt x="100" y="244"/>
                    </a:cubicBezTo>
                    <a:cubicBezTo>
                      <a:pt x="119" y="250"/>
                      <a:pt x="141" y="261"/>
                      <a:pt x="158" y="256"/>
                    </a:cubicBezTo>
                    <a:cubicBezTo>
                      <a:pt x="175" y="252"/>
                      <a:pt x="187" y="231"/>
                      <a:pt x="201" y="217"/>
                    </a:cubicBezTo>
                    <a:cubicBezTo>
                      <a:pt x="203" y="215"/>
                      <a:pt x="205" y="214"/>
                      <a:pt x="207" y="211"/>
                    </a:cubicBezTo>
                    <a:cubicBezTo>
                      <a:pt x="209" y="209"/>
                      <a:pt x="210" y="206"/>
                      <a:pt x="210" y="20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09728" tIns="54864" rIns="109728" bIns="54864" numCol="1" anchor="t" anchorCtr="0" compatLnSpc="1">
                <a:prstTxWarp prst="textNoShape">
                  <a:avLst/>
                </a:prstTxWarp>
              </a:bodyPr>
              <a:lstStyle/>
              <a:p>
                <a:endParaRPr lang="uk-UA" sz="3456"/>
              </a:p>
            </p:txBody>
          </p:sp>
          <p:sp>
            <p:nvSpPr>
              <p:cNvPr id="58" name="Freeform 823">
                <a:extLst>
                  <a:ext uri="{FF2B5EF4-FFF2-40B4-BE49-F238E27FC236}">
                    <a16:creationId xmlns:a16="http://schemas.microsoft.com/office/drawing/2014/main" id="{1A7E6907-CFE8-AFF1-F46D-F2C099F051DD}"/>
                  </a:ext>
                </a:extLst>
              </p:cNvPr>
              <p:cNvSpPr>
                <a:spLocks noEditPoints="1"/>
              </p:cNvSpPr>
              <p:nvPr/>
            </p:nvSpPr>
            <p:spPr bwMode="auto">
              <a:xfrm>
                <a:off x="3940" y="1771"/>
                <a:ext cx="51" cy="51"/>
              </a:xfrm>
              <a:custGeom>
                <a:avLst/>
                <a:gdLst>
                  <a:gd name="T0" fmla="*/ 46 w 329"/>
                  <a:gd name="T1" fmla="*/ 329 h 329"/>
                  <a:gd name="T2" fmla="*/ 0 w 329"/>
                  <a:gd name="T3" fmla="*/ 284 h 329"/>
                  <a:gd name="T4" fmla="*/ 66 w 329"/>
                  <a:gd name="T5" fmla="*/ 219 h 329"/>
                  <a:gd name="T6" fmla="*/ 72 w 329"/>
                  <a:gd name="T7" fmla="*/ 195 h 329"/>
                  <a:gd name="T8" fmla="*/ 53 w 329"/>
                  <a:gd name="T9" fmla="*/ 125 h 329"/>
                  <a:gd name="T10" fmla="*/ 64 w 329"/>
                  <a:gd name="T11" fmla="*/ 85 h 329"/>
                  <a:gd name="T12" fmla="*/ 135 w 329"/>
                  <a:gd name="T13" fmla="*/ 15 h 329"/>
                  <a:gd name="T14" fmla="*/ 174 w 329"/>
                  <a:gd name="T15" fmla="*/ 4 h 329"/>
                  <a:gd name="T16" fmla="*/ 270 w 329"/>
                  <a:gd name="T17" fmla="*/ 29 h 329"/>
                  <a:gd name="T18" fmla="*/ 300 w 329"/>
                  <a:gd name="T19" fmla="*/ 58 h 329"/>
                  <a:gd name="T20" fmla="*/ 325 w 329"/>
                  <a:gd name="T21" fmla="*/ 154 h 329"/>
                  <a:gd name="T22" fmla="*/ 314 w 329"/>
                  <a:gd name="T23" fmla="*/ 194 h 329"/>
                  <a:gd name="T24" fmla="*/ 244 w 329"/>
                  <a:gd name="T25" fmla="*/ 265 h 329"/>
                  <a:gd name="T26" fmla="*/ 204 w 329"/>
                  <a:gd name="T27" fmla="*/ 275 h 329"/>
                  <a:gd name="T28" fmla="*/ 134 w 329"/>
                  <a:gd name="T29" fmla="*/ 257 h 329"/>
                  <a:gd name="T30" fmla="*/ 110 w 329"/>
                  <a:gd name="T31" fmla="*/ 263 h 329"/>
                  <a:gd name="T32" fmla="*/ 46 w 329"/>
                  <a:gd name="T33" fmla="*/ 329 h 329"/>
                  <a:gd name="T34" fmla="*/ 204 w 329"/>
                  <a:gd name="T35" fmla="*/ 210 h 329"/>
                  <a:gd name="T36" fmla="*/ 213 w 329"/>
                  <a:gd name="T37" fmla="*/ 205 h 329"/>
                  <a:gd name="T38" fmla="*/ 254 w 329"/>
                  <a:gd name="T39" fmla="*/ 164 h 329"/>
                  <a:gd name="T40" fmla="*/ 257 w 329"/>
                  <a:gd name="T41" fmla="*/ 148 h 329"/>
                  <a:gd name="T42" fmla="*/ 181 w 329"/>
                  <a:gd name="T43" fmla="*/ 72 h 329"/>
                  <a:gd name="T44" fmla="*/ 165 w 329"/>
                  <a:gd name="T45" fmla="*/ 75 h 329"/>
                  <a:gd name="T46" fmla="*/ 134 w 329"/>
                  <a:gd name="T47" fmla="*/ 183 h 329"/>
                  <a:gd name="T48" fmla="*/ 135 w 329"/>
                  <a:gd name="T49" fmla="*/ 186 h 329"/>
                  <a:gd name="T50" fmla="*/ 143 w 329"/>
                  <a:gd name="T51" fmla="*/ 194 h 329"/>
                  <a:gd name="T52" fmla="*/ 204 w 329"/>
                  <a:gd name="T53" fmla="*/ 210 h 3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29" h="329">
                    <a:moveTo>
                      <a:pt x="46" y="329"/>
                    </a:moveTo>
                    <a:cubicBezTo>
                      <a:pt x="30" y="314"/>
                      <a:pt x="15" y="299"/>
                      <a:pt x="0" y="284"/>
                    </a:cubicBezTo>
                    <a:cubicBezTo>
                      <a:pt x="22" y="262"/>
                      <a:pt x="43" y="240"/>
                      <a:pt x="66" y="219"/>
                    </a:cubicBezTo>
                    <a:cubicBezTo>
                      <a:pt x="73" y="212"/>
                      <a:pt x="75" y="205"/>
                      <a:pt x="72" y="195"/>
                    </a:cubicBezTo>
                    <a:cubicBezTo>
                      <a:pt x="66" y="172"/>
                      <a:pt x="60" y="148"/>
                      <a:pt x="53" y="125"/>
                    </a:cubicBezTo>
                    <a:cubicBezTo>
                      <a:pt x="49" y="110"/>
                      <a:pt x="52" y="97"/>
                      <a:pt x="64" y="85"/>
                    </a:cubicBezTo>
                    <a:cubicBezTo>
                      <a:pt x="88" y="62"/>
                      <a:pt x="112" y="39"/>
                      <a:pt x="135" y="15"/>
                    </a:cubicBezTo>
                    <a:cubicBezTo>
                      <a:pt x="146" y="3"/>
                      <a:pt x="159" y="0"/>
                      <a:pt x="174" y="4"/>
                    </a:cubicBezTo>
                    <a:cubicBezTo>
                      <a:pt x="206" y="13"/>
                      <a:pt x="238" y="21"/>
                      <a:pt x="270" y="29"/>
                    </a:cubicBezTo>
                    <a:cubicBezTo>
                      <a:pt x="286" y="33"/>
                      <a:pt x="296" y="42"/>
                      <a:pt x="300" y="58"/>
                    </a:cubicBezTo>
                    <a:cubicBezTo>
                      <a:pt x="308" y="90"/>
                      <a:pt x="316" y="123"/>
                      <a:pt x="325" y="154"/>
                    </a:cubicBezTo>
                    <a:cubicBezTo>
                      <a:pt x="329" y="170"/>
                      <a:pt x="326" y="183"/>
                      <a:pt x="314" y="194"/>
                    </a:cubicBezTo>
                    <a:cubicBezTo>
                      <a:pt x="290" y="217"/>
                      <a:pt x="267" y="241"/>
                      <a:pt x="244" y="265"/>
                    </a:cubicBezTo>
                    <a:cubicBezTo>
                      <a:pt x="232" y="276"/>
                      <a:pt x="219" y="280"/>
                      <a:pt x="204" y="275"/>
                    </a:cubicBezTo>
                    <a:cubicBezTo>
                      <a:pt x="181" y="269"/>
                      <a:pt x="157" y="263"/>
                      <a:pt x="134" y="257"/>
                    </a:cubicBezTo>
                    <a:cubicBezTo>
                      <a:pt x="124" y="254"/>
                      <a:pt x="117" y="256"/>
                      <a:pt x="110" y="263"/>
                    </a:cubicBezTo>
                    <a:cubicBezTo>
                      <a:pt x="89" y="286"/>
                      <a:pt x="67" y="307"/>
                      <a:pt x="46" y="329"/>
                    </a:cubicBezTo>
                    <a:close/>
                    <a:moveTo>
                      <a:pt x="204" y="210"/>
                    </a:moveTo>
                    <a:cubicBezTo>
                      <a:pt x="206" y="209"/>
                      <a:pt x="210" y="208"/>
                      <a:pt x="213" y="205"/>
                    </a:cubicBezTo>
                    <a:cubicBezTo>
                      <a:pt x="227" y="192"/>
                      <a:pt x="241" y="178"/>
                      <a:pt x="254" y="164"/>
                    </a:cubicBezTo>
                    <a:cubicBezTo>
                      <a:pt x="257" y="161"/>
                      <a:pt x="258" y="153"/>
                      <a:pt x="257" y="148"/>
                    </a:cubicBezTo>
                    <a:cubicBezTo>
                      <a:pt x="243" y="85"/>
                      <a:pt x="243" y="85"/>
                      <a:pt x="181" y="72"/>
                    </a:cubicBezTo>
                    <a:cubicBezTo>
                      <a:pt x="176" y="71"/>
                      <a:pt x="168" y="72"/>
                      <a:pt x="165" y="75"/>
                    </a:cubicBezTo>
                    <a:cubicBezTo>
                      <a:pt x="116" y="117"/>
                      <a:pt x="115" y="122"/>
                      <a:pt x="134" y="183"/>
                    </a:cubicBezTo>
                    <a:cubicBezTo>
                      <a:pt x="135" y="184"/>
                      <a:pt x="134" y="185"/>
                      <a:pt x="135" y="186"/>
                    </a:cubicBezTo>
                    <a:cubicBezTo>
                      <a:pt x="138" y="189"/>
                      <a:pt x="140" y="193"/>
                      <a:pt x="143" y="194"/>
                    </a:cubicBezTo>
                    <a:cubicBezTo>
                      <a:pt x="162" y="199"/>
                      <a:pt x="182" y="204"/>
                      <a:pt x="204" y="2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09728" tIns="54864" rIns="109728" bIns="54864" numCol="1" anchor="t" anchorCtr="0" compatLnSpc="1">
                <a:prstTxWarp prst="textNoShape">
                  <a:avLst/>
                </a:prstTxWarp>
              </a:bodyPr>
              <a:lstStyle/>
              <a:p>
                <a:endParaRPr lang="uk-UA" sz="3456"/>
              </a:p>
            </p:txBody>
          </p:sp>
          <p:sp>
            <p:nvSpPr>
              <p:cNvPr id="59" name="Freeform 824">
                <a:extLst>
                  <a:ext uri="{FF2B5EF4-FFF2-40B4-BE49-F238E27FC236}">
                    <a16:creationId xmlns:a16="http://schemas.microsoft.com/office/drawing/2014/main" id="{A71B9EC3-0488-FEEA-A847-67ADF286B24D}"/>
                  </a:ext>
                </a:extLst>
              </p:cNvPr>
              <p:cNvSpPr>
                <a:spLocks noEditPoints="1"/>
              </p:cNvSpPr>
              <p:nvPr/>
            </p:nvSpPr>
            <p:spPr bwMode="auto">
              <a:xfrm>
                <a:off x="3757" y="1771"/>
                <a:ext cx="51" cy="51"/>
              </a:xfrm>
              <a:custGeom>
                <a:avLst/>
                <a:gdLst>
                  <a:gd name="T0" fmla="*/ 330 w 330"/>
                  <a:gd name="T1" fmla="*/ 283 h 330"/>
                  <a:gd name="T2" fmla="*/ 285 w 330"/>
                  <a:gd name="T3" fmla="*/ 330 h 330"/>
                  <a:gd name="T4" fmla="*/ 220 w 330"/>
                  <a:gd name="T5" fmla="*/ 263 h 330"/>
                  <a:gd name="T6" fmla="*/ 194 w 330"/>
                  <a:gd name="T7" fmla="*/ 257 h 330"/>
                  <a:gd name="T8" fmla="*/ 128 w 330"/>
                  <a:gd name="T9" fmla="*/ 275 h 330"/>
                  <a:gd name="T10" fmla="*/ 85 w 330"/>
                  <a:gd name="T11" fmla="*/ 264 h 330"/>
                  <a:gd name="T12" fmla="*/ 16 w 330"/>
                  <a:gd name="T13" fmla="*/ 195 h 330"/>
                  <a:gd name="T14" fmla="*/ 5 w 330"/>
                  <a:gd name="T15" fmla="*/ 153 h 330"/>
                  <a:gd name="T16" fmla="*/ 30 w 330"/>
                  <a:gd name="T17" fmla="*/ 59 h 330"/>
                  <a:gd name="T18" fmla="*/ 59 w 330"/>
                  <a:gd name="T19" fmla="*/ 29 h 330"/>
                  <a:gd name="T20" fmla="*/ 155 w 330"/>
                  <a:gd name="T21" fmla="*/ 4 h 330"/>
                  <a:gd name="T22" fmla="*/ 194 w 330"/>
                  <a:gd name="T23" fmla="*/ 15 h 330"/>
                  <a:gd name="T24" fmla="*/ 265 w 330"/>
                  <a:gd name="T25" fmla="*/ 85 h 330"/>
                  <a:gd name="T26" fmla="*/ 276 w 330"/>
                  <a:gd name="T27" fmla="*/ 126 h 330"/>
                  <a:gd name="T28" fmla="*/ 257 w 330"/>
                  <a:gd name="T29" fmla="*/ 195 h 330"/>
                  <a:gd name="T30" fmla="*/ 263 w 330"/>
                  <a:gd name="T31" fmla="*/ 218 h 330"/>
                  <a:gd name="T32" fmla="*/ 330 w 330"/>
                  <a:gd name="T33" fmla="*/ 283 h 330"/>
                  <a:gd name="T34" fmla="*/ 123 w 330"/>
                  <a:gd name="T35" fmla="*/ 210 h 330"/>
                  <a:gd name="T36" fmla="*/ 132 w 330"/>
                  <a:gd name="T37" fmla="*/ 208 h 330"/>
                  <a:gd name="T38" fmla="*/ 209 w 330"/>
                  <a:gd name="T39" fmla="*/ 131 h 330"/>
                  <a:gd name="T40" fmla="*/ 208 w 330"/>
                  <a:gd name="T41" fmla="*/ 119 h 330"/>
                  <a:gd name="T42" fmla="*/ 160 w 330"/>
                  <a:gd name="T43" fmla="*/ 72 h 330"/>
                  <a:gd name="T44" fmla="*/ 116 w 330"/>
                  <a:gd name="T45" fmla="*/ 80 h 330"/>
                  <a:gd name="T46" fmla="*/ 100 w 330"/>
                  <a:gd name="T47" fmla="*/ 84 h 330"/>
                  <a:gd name="T48" fmla="*/ 85 w 330"/>
                  <a:gd name="T49" fmla="*/ 99 h 330"/>
                  <a:gd name="T50" fmla="*/ 72 w 330"/>
                  <a:gd name="T51" fmla="*/ 148 h 330"/>
                  <a:gd name="T52" fmla="*/ 77 w 330"/>
                  <a:gd name="T53" fmla="*/ 165 h 330"/>
                  <a:gd name="T54" fmla="*/ 115 w 330"/>
                  <a:gd name="T55" fmla="*/ 203 h 330"/>
                  <a:gd name="T56" fmla="*/ 123 w 330"/>
                  <a:gd name="T57" fmla="*/ 210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30" h="330">
                    <a:moveTo>
                      <a:pt x="330" y="283"/>
                    </a:moveTo>
                    <a:cubicBezTo>
                      <a:pt x="314" y="300"/>
                      <a:pt x="300" y="314"/>
                      <a:pt x="285" y="330"/>
                    </a:cubicBezTo>
                    <a:cubicBezTo>
                      <a:pt x="263" y="308"/>
                      <a:pt x="241" y="286"/>
                      <a:pt x="220" y="263"/>
                    </a:cubicBezTo>
                    <a:cubicBezTo>
                      <a:pt x="212" y="255"/>
                      <a:pt x="205" y="254"/>
                      <a:pt x="194" y="257"/>
                    </a:cubicBezTo>
                    <a:cubicBezTo>
                      <a:pt x="172" y="263"/>
                      <a:pt x="150" y="269"/>
                      <a:pt x="128" y="275"/>
                    </a:cubicBezTo>
                    <a:cubicBezTo>
                      <a:pt x="111" y="280"/>
                      <a:pt x="97" y="277"/>
                      <a:pt x="85" y="264"/>
                    </a:cubicBezTo>
                    <a:cubicBezTo>
                      <a:pt x="62" y="240"/>
                      <a:pt x="39" y="217"/>
                      <a:pt x="16" y="195"/>
                    </a:cubicBezTo>
                    <a:cubicBezTo>
                      <a:pt x="4" y="183"/>
                      <a:pt x="0" y="170"/>
                      <a:pt x="5" y="153"/>
                    </a:cubicBezTo>
                    <a:cubicBezTo>
                      <a:pt x="14" y="122"/>
                      <a:pt x="22" y="90"/>
                      <a:pt x="30" y="59"/>
                    </a:cubicBezTo>
                    <a:cubicBezTo>
                      <a:pt x="34" y="43"/>
                      <a:pt x="43" y="33"/>
                      <a:pt x="59" y="29"/>
                    </a:cubicBezTo>
                    <a:cubicBezTo>
                      <a:pt x="91" y="21"/>
                      <a:pt x="123" y="13"/>
                      <a:pt x="155" y="4"/>
                    </a:cubicBezTo>
                    <a:cubicBezTo>
                      <a:pt x="170" y="0"/>
                      <a:pt x="183" y="3"/>
                      <a:pt x="194" y="15"/>
                    </a:cubicBezTo>
                    <a:cubicBezTo>
                      <a:pt x="218" y="38"/>
                      <a:pt x="241" y="62"/>
                      <a:pt x="265" y="85"/>
                    </a:cubicBezTo>
                    <a:cubicBezTo>
                      <a:pt x="277" y="97"/>
                      <a:pt x="280" y="110"/>
                      <a:pt x="276" y="126"/>
                    </a:cubicBezTo>
                    <a:cubicBezTo>
                      <a:pt x="269" y="149"/>
                      <a:pt x="264" y="172"/>
                      <a:pt x="257" y="195"/>
                    </a:cubicBezTo>
                    <a:cubicBezTo>
                      <a:pt x="254" y="204"/>
                      <a:pt x="256" y="211"/>
                      <a:pt x="263" y="218"/>
                    </a:cubicBezTo>
                    <a:cubicBezTo>
                      <a:pt x="286" y="240"/>
                      <a:pt x="308" y="262"/>
                      <a:pt x="330" y="283"/>
                    </a:cubicBezTo>
                    <a:close/>
                    <a:moveTo>
                      <a:pt x="123" y="210"/>
                    </a:moveTo>
                    <a:cubicBezTo>
                      <a:pt x="128" y="209"/>
                      <a:pt x="130" y="209"/>
                      <a:pt x="132" y="208"/>
                    </a:cubicBezTo>
                    <a:cubicBezTo>
                      <a:pt x="195" y="194"/>
                      <a:pt x="196" y="194"/>
                      <a:pt x="209" y="131"/>
                    </a:cubicBezTo>
                    <a:cubicBezTo>
                      <a:pt x="209" y="127"/>
                      <a:pt x="210" y="121"/>
                      <a:pt x="208" y="119"/>
                    </a:cubicBezTo>
                    <a:cubicBezTo>
                      <a:pt x="193" y="102"/>
                      <a:pt x="178" y="83"/>
                      <a:pt x="160" y="72"/>
                    </a:cubicBezTo>
                    <a:cubicBezTo>
                      <a:pt x="150" y="67"/>
                      <a:pt x="131" y="77"/>
                      <a:pt x="116" y="80"/>
                    </a:cubicBezTo>
                    <a:cubicBezTo>
                      <a:pt x="111" y="81"/>
                      <a:pt x="105" y="81"/>
                      <a:pt x="100" y="84"/>
                    </a:cubicBezTo>
                    <a:cubicBezTo>
                      <a:pt x="94" y="88"/>
                      <a:pt x="87" y="93"/>
                      <a:pt x="85" y="99"/>
                    </a:cubicBezTo>
                    <a:cubicBezTo>
                      <a:pt x="80" y="115"/>
                      <a:pt x="76" y="131"/>
                      <a:pt x="72" y="148"/>
                    </a:cubicBezTo>
                    <a:cubicBezTo>
                      <a:pt x="71" y="153"/>
                      <a:pt x="73" y="161"/>
                      <a:pt x="77" y="165"/>
                    </a:cubicBezTo>
                    <a:cubicBezTo>
                      <a:pt x="89" y="179"/>
                      <a:pt x="102" y="191"/>
                      <a:pt x="115" y="203"/>
                    </a:cubicBezTo>
                    <a:cubicBezTo>
                      <a:pt x="118" y="206"/>
                      <a:pt x="121" y="208"/>
                      <a:pt x="123" y="2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09728" tIns="54864" rIns="109728" bIns="54864" numCol="1" anchor="t" anchorCtr="0" compatLnSpc="1">
                <a:prstTxWarp prst="textNoShape">
                  <a:avLst/>
                </a:prstTxWarp>
              </a:bodyPr>
              <a:lstStyle/>
              <a:p>
                <a:endParaRPr lang="uk-UA" sz="3456"/>
              </a:p>
            </p:txBody>
          </p:sp>
          <p:sp>
            <p:nvSpPr>
              <p:cNvPr id="60" name="Freeform 825">
                <a:extLst>
                  <a:ext uri="{FF2B5EF4-FFF2-40B4-BE49-F238E27FC236}">
                    <a16:creationId xmlns:a16="http://schemas.microsoft.com/office/drawing/2014/main" id="{685647BC-262E-B86B-71AC-5F5F77C7E124}"/>
                  </a:ext>
                </a:extLst>
              </p:cNvPr>
              <p:cNvSpPr>
                <a:spLocks noEditPoints="1"/>
              </p:cNvSpPr>
              <p:nvPr/>
            </p:nvSpPr>
            <p:spPr bwMode="auto">
              <a:xfrm>
                <a:off x="3854" y="1986"/>
                <a:ext cx="40" cy="60"/>
              </a:xfrm>
              <a:custGeom>
                <a:avLst/>
                <a:gdLst>
                  <a:gd name="T0" fmla="*/ 95 w 253"/>
                  <a:gd name="T1" fmla="*/ 0 h 381"/>
                  <a:gd name="T2" fmla="*/ 158 w 253"/>
                  <a:gd name="T3" fmla="*/ 0 h 381"/>
                  <a:gd name="T4" fmla="*/ 158 w 253"/>
                  <a:gd name="T5" fmla="*/ 81 h 381"/>
                  <a:gd name="T6" fmla="*/ 181 w 253"/>
                  <a:gd name="T7" fmla="*/ 121 h 381"/>
                  <a:gd name="T8" fmla="*/ 233 w 253"/>
                  <a:gd name="T9" fmla="*/ 151 h 381"/>
                  <a:gd name="T10" fmla="*/ 253 w 253"/>
                  <a:gd name="T11" fmla="*/ 186 h 381"/>
                  <a:gd name="T12" fmla="*/ 253 w 253"/>
                  <a:gd name="T13" fmla="*/ 288 h 381"/>
                  <a:gd name="T14" fmla="*/ 234 w 253"/>
                  <a:gd name="T15" fmla="*/ 321 h 381"/>
                  <a:gd name="T16" fmla="*/ 145 w 253"/>
                  <a:gd name="T17" fmla="*/ 373 h 381"/>
                  <a:gd name="T18" fmla="*/ 107 w 253"/>
                  <a:gd name="T19" fmla="*/ 373 h 381"/>
                  <a:gd name="T20" fmla="*/ 19 w 253"/>
                  <a:gd name="T21" fmla="*/ 321 h 381"/>
                  <a:gd name="T22" fmla="*/ 0 w 253"/>
                  <a:gd name="T23" fmla="*/ 289 h 381"/>
                  <a:gd name="T24" fmla="*/ 0 w 253"/>
                  <a:gd name="T25" fmla="*/ 183 h 381"/>
                  <a:gd name="T26" fmla="*/ 19 w 253"/>
                  <a:gd name="T27" fmla="*/ 152 h 381"/>
                  <a:gd name="T28" fmla="*/ 83 w 253"/>
                  <a:gd name="T29" fmla="*/ 115 h 381"/>
                  <a:gd name="T30" fmla="*/ 96 w 253"/>
                  <a:gd name="T31" fmla="*/ 94 h 381"/>
                  <a:gd name="T32" fmla="*/ 95 w 253"/>
                  <a:gd name="T33" fmla="*/ 0 h 381"/>
                  <a:gd name="T34" fmla="*/ 63 w 253"/>
                  <a:gd name="T35" fmla="*/ 232 h 381"/>
                  <a:gd name="T36" fmla="*/ 94 w 253"/>
                  <a:gd name="T37" fmla="*/ 293 h 381"/>
                  <a:gd name="T38" fmla="*/ 160 w 253"/>
                  <a:gd name="T39" fmla="*/ 293 h 381"/>
                  <a:gd name="T40" fmla="*/ 192 w 253"/>
                  <a:gd name="T41" fmla="*/ 238 h 381"/>
                  <a:gd name="T42" fmla="*/ 158 w 253"/>
                  <a:gd name="T43" fmla="*/ 179 h 381"/>
                  <a:gd name="T44" fmla="*/ 95 w 253"/>
                  <a:gd name="T45" fmla="*/ 180 h 381"/>
                  <a:gd name="T46" fmla="*/ 63 w 253"/>
                  <a:gd name="T47" fmla="*/ 232 h 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53" h="381">
                    <a:moveTo>
                      <a:pt x="95" y="0"/>
                    </a:moveTo>
                    <a:cubicBezTo>
                      <a:pt x="116" y="0"/>
                      <a:pt x="136" y="0"/>
                      <a:pt x="158" y="0"/>
                    </a:cubicBezTo>
                    <a:cubicBezTo>
                      <a:pt x="158" y="27"/>
                      <a:pt x="160" y="54"/>
                      <a:pt x="158" y="81"/>
                    </a:cubicBezTo>
                    <a:cubicBezTo>
                      <a:pt x="156" y="101"/>
                      <a:pt x="162" y="113"/>
                      <a:pt x="181" y="121"/>
                    </a:cubicBezTo>
                    <a:cubicBezTo>
                      <a:pt x="199" y="130"/>
                      <a:pt x="216" y="141"/>
                      <a:pt x="233" y="151"/>
                    </a:cubicBezTo>
                    <a:cubicBezTo>
                      <a:pt x="247" y="159"/>
                      <a:pt x="253" y="170"/>
                      <a:pt x="253" y="186"/>
                    </a:cubicBezTo>
                    <a:cubicBezTo>
                      <a:pt x="253" y="220"/>
                      <a:pt x="253" y="254"/>
                      <a:pt x="253" y="288"/>
                    </a:cubicBezTo>
                    <a:cubicBezTo>
                      <a:pt x="253" y="303"/>
                      <a:pt x="247" y="314"/>
                      <a:pt x="234" y="321"/>
                    </a:cubicBezTo>
                    <a:cubicBezTo>
                      <a:pt x="204" y="338"/>
                      <a:pt x="175" y="356"/>
                      <a:pt x="145" y="373"/>
                    </a:cubicBezTo>
                    <a:cubicBezTo>
                      <a:pt x="132" y="381"/>
                      <a:pt x="120" y="380"/>
                      <a:pt x="107" y="373"/>
                    </a:cubicBezTo>
                    <a:cubicBezTo>
                      <a:pt x="78" y="355"/>
                      <a:pt x="48" y="338"/>
                      <a:pt x="19" y="321"/>
                    </a:cubicBezTo>
                    <a:cubicBezTo>
                      <a:pt x="6" y="314"/>
                      <a:pt x="0" y="304"/>
                      <a:pt x="0" y="289"/>
                    </a:cubicBezTo>
                    <a:cubicBezTo>
                      <a:pt x="0" y="254"/>
                      <a:pt x="0" y="219"/>
                      <a:pt x="0" y="183"/>
                    </a:cubicBezTo>
                    <a:cubicBezTo>
                      <a:pt x="0" y="169"/>
                      <a:pt x="7" y="159"/>
                      <a:pt x="19" y="152"/>
                    </a:cubicBezTo>
                    <a:cubicBezTo>
                      <a:pt x="41" y="140"/>
                      <a:pt x="62" y="127"/>
                      <a:pt x="83" y="115"/>
                    </a:cubicBezTo>
                    <a:cubicBezTo>
                      <a:pt x="92" y="110"/>
                      <a:pt x="96" y="104"/>
                      <a:pt x="96" y="94"/>
                    </a:cubicBezTo>
                    <a:cubicBezTo>
                      <a:pt x="95" y="63"/>
                      <a:pt x="95" y="32"/>
                      <a:pt x="95" y="0"/>
                    </a:cubicBezTo>
                    <a:close/>
                    <a:moveTo>
                      <a:pt x="63" y="232"/>
                    </a:moveTo>
                    <a:cubicBezTo>
                      <a:pt x="63" y="274"/>
                      <a:pt x="65" y="272"/>
                      <a:pt x="94" y="293"/>
                    </a:cubicBezTo>
                    <a:cubicBezTo>
                      <a:pt x="118" y="309"/>
                      <a:pt x="136" y="307"/>
                      <a:pt x="160" y="293"/>
                    </a:cubicBezTo>
                    <a:cubicBezTo>
                      <a:pt x="183" y="279"/>
                      <a:pt x="191" y="265"/>
                      <a:pt x="192" y="238"/>
                    </a:cubicBezTo>
                    <a:cubicBezTo>
                      <a:pt x="192" y="209"/>
                      <a:pt x="183" y="194"/>
                      <a:pt x="158" y="179"/>
                    </a:cubicBezTo>
                    <a:cubicBezTo>
                      <a:pt x="134" y="165"/>
                      <a:pt x="118" y="166"/>
                      <a:pt x="95" y="180"/>
                    </a:cubicBezTo>
                    <a:cubicBezTo>
                      <a:pt x="72" y="194"/>
                      <a:pt x="55" y="207"/>
                      <a:pt x="63" y="2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09728" tIns="54864" rIns="109728" bIns="54864" numCol="1" anchor="t" anchorCtr="0" compatLnSpc="1">
                <a:prstTxWarp prst="textNoShape">
                  <a:avLst/>
                </a:prstTxWarp>
              </a:bodyPr>
              <a:lstStyle/>
              <a:p>
                <a:endParaRPr lang="uk-UA" sz="3456"/>
              </a:p>
            </p:txBody>
          </p:sp>
          <p:sp>
            <p:nvSpPr>
              <p:cNvPr id="61" name="Freeform 826">
                <a:extLst>
                  <a:ext uri="{FF2B5EF4-FFF2-40B4-BE49-F238E27FC236}">
                    <a16:creationId xmlns:a16="http://schemas.microsoft.com/office/drawing/2014/main" id="{FF8C7BA8-C3E2-836E-ABBD-7C7557E37B3A}"/>
                  </a:ext>
                </a:extLst>
              </p:cNvPr>
              <p:cNvSpPr>
                <a:spLocks noEditPoints="1"/>
              </p:cNvSpPr>
              <p:nvPr/>
            </p:nvSpPr>
            <p:spPr bwMode="auto">
              <a:xfrm>
                <a:off x="3837" y="1851"/>
                <a:ext cx="74" cy="74"/>
              </a:xfrm>
              <a:custGeom>
                <a:avLst/>
                <a:gdLst>
                  <a:gd name="T0" fmla="*/ 238 w 475"/>
                  <a:gd name="T1" fmla="*/ 0 h 475"/>
                  <a:gd name="T2" fmla="*/ 475 w 475"/>
                  <a:gd name="T3" fmla="*/ 237 h 475"/>
                  <a:gd name="T4" fmla="*/ 237 w 475"/>
                  <a:gd name="T5" fmla="*/ 474 h 475"/>
                  <a:gd name="T6" fmla="*/ 1 w 475"/>
                  <a:gd name="T7" fmla="*/ 236 h 475"/>
                  <a:gd name="T8" fmla="*/ 238 w 475"/>
                  <a:gd name="T9" fmla="*/ 0 h 475"/>
                  <a:gd name="T10" fmla="*/ 242 w 475"/>
                  <a:gd name="T11" fmla="*/ 411 h 475"/>
                  <a:gd name="T12" fmla="*/ 412 w 475"/>
                  <a:gd name="T13" fmla="*/ 234 h 475"/>
                  <a:gd name="T14" fmla="*/ 233 w 475"/>
                  <a:gd name="T15" fmla="*/ 63 h 475"/>
                  <a:gd name="T16" fmla="*/ 64 w 475"/>
                  <a:gd name="T17" fmla="*/ 242 h 475"/>
                  <a:gd name="T18" fmla="*/ 242 w 475"/>
                  <a:gd name="T19" fmla="*/ 411 h 4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75" h="475">
                    <a:moveTo>
                      <a:pt x="238" y="0"/>
                    </a:moveTo>
                    <a:cubicBezTo>
                      <a:pt x="369" y="0"/>
                      <a:pt x="475" y="106"/>
                      <a:pt x="475" y="237"/>
                    </a:cubicBezTo>
                    <a:cubicBezTo>
                      <a:pt x="475" y="369"/>
                      <a:pt x="369" y="475"/>
                      <a:pt x="237" y="474"/>
                    </a:cubicBezTo>
                    <a:cubicBezTo>
                      <a:pt x="105" y="474"/>
                      <a:pt x="0" y="368"/>
                      <a:pt x="1" y="236"/>
                    </a:cubicBezTo>
                    <a:cubicBezTo>
                      <a:pt x="1" y="105"/>
                      <a:pt x="107" y="0"/>
                      <a:pt x="238" y="0"/>
                    </a:cubicBezTo>
                    <a:close/>
                    <a:moveTo>
                      <a:pt x="242" y="411"/>
                    </a:moveTo>
                    <a:cubicBezTo>
                      <a:pt x="339" y="407"/>
                      <a:pt x="415" y="328"/>
                      <a:pt x="412" y="234"/>
                    </a:cubicBezTo>
                    <a:cubicBezTo>
                      <a:pt x="409" y="136"/>
                      <a:pt x="328" y="59"/>
                      <a:pt x="233" y="63"/>
                    </a:cubicBezTo>
                    <a:cubicBezTo>
                      <a:pt x="136" y="67"/>
                      <a:pt x="60" y="147"/>
                      <a:pt x="64" y="242"/>
                    </a:cubicBezTo>
                    <a:cubicBezTo>
                      <a:pt x="67" y="339"/>
                      <a:pt x="148" y="415"/>
                      <a:pt x="242" y="4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09728" tIns="54864" rIns="109728" bIns="54864" numCol="1" anchor="t" anchorCtr="0" compatLnSpc="1">
                <a:prstTxWarp prst="textNoShape">
                  <a:avLst/>
                </a:prstTxWarp>
              </a:bodyPr>
              <a:lstStyle/>
              <a:p>
                <a:endParaRPr lang="uk-UA" sz="3456"/>
              </a:p>
            </p:txBody>
          </p:sp>
        </p:grpSp>
        <p:sp>
          <p:nvSpPr>
            <p:cNvPr id="64" name="TextBox 63">
              <a:extLst>
                <a:ext uri="{FF2B5EF4-FFF2-40B4-BE49-F238E27FC236}">
                  <a16:creationId xmlns:a16="http://schemas.microsoft.com/office/drawing/2014/main" id="{2A8DDCA3-BBEF-40C6-E2B6-2E458C3FA51C}"/>
                </a:ext>
              </a:extLst>
            </p:cNvPr>
            <p:cNvSpPr txBox="1"/>
            <p:nvPr/>
          </p:nvSpPr>
          <p:spPr>
            <a:xfrm>
              <a:off x="13960118" y="3149543"/>
              <a:ext cx="867455" cy="363192"/>
            </a:xfrm>
            <a:prstGeom prst="rect">
              <a:avLst/>
            </a:prstGeom>
            <a:noFill/>
          </p:spPr>
          <p:txBody>
            <a:bodyPr wrap="square" lIns="0" tIns="0" rIns="0" bIns="0" rtlCol="0">
              <a:noAutofit/>
            </a:bodyPr>
            <a:lstStyle/>
            <a:p>
              <a:pPr algn="ctr">
                <a:lnSpc>
                  <a:spcPct val="90000"/>
                </a:lnSpc>
              </a:pPr>
              <a:r>
                <a:rPr lang="en-US" sz="1200" dirty="0">
                  <a:solidFill>
                    <a:schemeClr val="tx1">
                      <a:lumMod val="75000"/>
                      <a:lumOff val="25000"/>
                    </a:schemeClr>
                  </a:solidFill>
                </a:rPr>
                <a:t>Limits</a:t>
              </a:r>
              <a:br>
                <a:rPr lang="en-US" sz="1200" dirty="0">
                  <a:solidFill>
                    <a:schemeClr val="tx1">
                      <a:lumMod val="75000"/>
                      <a:lumOff val="25000"/>
                    </a:schemeClr>
                  </a:solidFill>
                </a:rPr>
              </a:br>
              <a:r>
                <a:rPr lang="en-US" sz="1200" dirty="0">
                  <a:solidFill>
                    <a:schemeClr val="tx1">
                      <a:lumMod val="75000"/>
                      <a:lumOff val="25000"/>
                    </a:schemeClr>
                  </a:solidFill>
                </a:rPr>
                <a:t>System</a:t>
              </a:r>
            </a:p>
          </p:txBody>
        </p:sp>
      </p:grpSp>
      <p:cxnSp>
        <p:nvCxnSpPr>
          <p:cNvPr id="77" name="Straight Arrow Connector 76">
            <a:extLst>
              <a:ext uri="{FF2B5EF4-FFF2-40B4-BE49-F238E27FC236}">
                <a16:creationId xmlns:a16="http://schemas.microsoft.com/office/drawing/2014/main" id="{0336CBBF-032C-463D-D078-A4985D12F6A0}"/>
              </a:ext>
            </a:extLst>
          </p:cNvPr>
          <p:cNvCxnSpPr>
            <a:cxnSpLocks/>
          </p:cNvCxnSpPr>
          <p:nvPr/>
        </p:nvCxnSpPr>
        <p:spPr>
          <a:xfrm>
            <a:off x="1752837" y="3174105"/>
            <a:ext cx="1117289" cy="0"/>
          </a:xfrm>
          <a:prstGeom prst="straightConnector1">
            <a:avLst/>
          </a:prstGeom>
          <a:ln w="12700" cap="rnd">
            <a:solidFill>
              <a:schemeClr val="accent6"/>
            </a:solidFill>
            <a:tailEnd type="arrow" w="med" len="sm"/>
          </a:ln>
        </p:spPr>
        <p:style>
          <a:lnRef idx="1">
            <a:schemeClr val="accent1"/>
          </a:lnRef>
          <a:fillRef idx="0">
            <a:schemeClr val="accent1"/>
          </a:fillRef>
          <a:effectRef idx="0">
            <a:schemeClr val="accent1"/>
          </a:effectRef>
          <a:fontRef idx="minor">
            <a:schemeClr val="lt1"/>
          </a:fontRef>
        </p:style>
      </p:cxnSp>
      <p:sp>
        <p:nvSpPr>
          <p:cNvPr id="84" name="Freeform: Shape 2">
            <a:extLst>
              <a:ext uri="{FF2B5EF4-FFF2-40B4-BE49-F238E27FC236}">
                <a16:creationId xmlns:a16="http://schemas.microsoft.com/office/drawing/2014/main" id="{71C38FAB-715D-C205-B191-BD93C4DF324D}"/>
              </a:ext>
            </a:extLst>
          </p:cNvPr>
          <p:cNvSpPr/>
          <p:nvPr/>
        </p:nvSpPr>
        <p:spPr>
          <a:xfrm rot="10800000">
            <a:off x="1441908" y="3985771"/>
            <a:ext cx="3430926" cy="224323"/>
          </a:xfrm>
          <a:custGeom>
            <a:avLst/>
            <a:gdLst>
              <a:gd name="connsiteX0" fmla="*/ 0 w 10000"/>
              <a:gd name="connsiteY0" fmla="*/ 9788 h 10000"/>
              <a:gd name="connsiteX1" fmla="*/ 1992 w 10000"/>
              <a:gd name="connsiteY1" fmla="*/ 0 h 10000"/>
              <a:gd name="connsiteX2" fmla="*/ 10000 w 10000"/>
              <a:gd name="connsiteY2" fmla="*/ 0 h 10000"/>
              <a:gd name="connsiteX3" fmla="*/ 10000 w 10000"/>
              <a:gd name="connsiteY3" fmla="*/ 10000 h 10000"/>
              <a:gd name="connsiteX0" fmla="*/ 0 w 10000"/>
              <a:gd name="connsiteY0" fmla="*/ 9788 h 10000"/>
              <a:gd name="connsiteX1" fmla="*/ 1992 w 10000"/>
              <a:gd name="connsiteY1" fmla="*/ 0 h 10000"/>
              <a:gd name="connsiteX2" fmla="*/ 8008 w 10000"/>
              <a:gd name="connsiteY2" fmla="*/ 56 h 10000"/>
              <a:gd name="connsiteX3" fmla="*/ 10000 w 10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10000" h="10000" fill="none">
                <a:moveTo>
                  <a:pt x="0" y="9788"/>
                </a:moveTo>
                <a:lnTo>
                  <a:pt x="1992" y="0"/>
                </a:lnTo>
                <a:lnTo>
                  <a:pt x="8008" y="56"/>
                </a:lnTo>
                <a:lnTo>
                  <a:pt x="10000" y="10000"/>
                </a:lnTo>
              </a:path>
            </a:pathLst>
          </a:custGeom>
          <a:ln w="12700" cap="rnd">
            <a:solidFill>
              <a:schemeClr val="accent5"/>
            </a:solidFill>
            <a:tailEnd type="arrow" w="med" len="sm"/>
          </a:ln>
        </p:spPr>
        <p:style>
          <a:lnRef idx="1">
            <a:schemeClr val="accent1"/>
          </a:lnRef>
          <a:fillRef idx="0">
            <a:schemeClr val="accent1"/>
          </a:fillRef>
          <a:effectRef idx="0">
            <a:schemeClr val="accent1"/>
          </a:effectRef>
          <a:fontRef idx="minor">
            <a:schemeClr val="lt1"/>
          </a:fontRef>
        </p:style>
        <p:txBody>
          <a:bodyPr vert="horz" wrap="none" lIns="5400" tIns="5400" rIns="5400" bIns="5400" anchor="ctr" anchorCtr="1" compatLnSpc="0"/>
          <a:lstStyle/>
          <a:p>
            <a:pPr hangingPunct="0"/>
            <a:endParaRPr lang="x-none" sz="1800" dirty="0">
              <a:solidFill>
                <a:schemeClr val="lt1"/>
              </a:solidFill>
              <a:latin typeface="Arial" pitchFamily="18"/>
              <a:cs typeface="Arial" charset="0"/>
            </a:endParaRPr>
          </a:p>
        </p:txBody>
      </p:sp>
      <p:sp>
        <p:nvSpPr>
          <p:cNvPr id="91" name="Content Placeholder 10">
            <a:extLst>
              <a:ext uri="{FF2B5EF4-FFF2-40B4-BE49-F238E27FC236}">
                <a16:creationId xmlns:a16="http://schemas.microsoft.com/office/drawing/2014/main" id="{9D371044-8CD9-9152-FAF7-1D7B5B4C7A67}"/>
              </a:ext>
            </a:extLst>
          </p:cNvPr>
          <p:cNvSpPr txBox="1">
            <a:spLocks/>
          </p:cNvSpPr>
          <p:nvPr/>
        </p:nvSpPr>
        <p:spPr bwMode="auto">
          <a:xfrm>
            <a:off x="7585634" y="2432014"/>
            <a:ext cx="6347514" cy="988583"/>
          </a:xfrm>
          <a:prstGeom prst="rect">
            <a:avLst/>
          </a:prstGeom>
          <a:noFill/>
          <a:ln w="12700">
            <a:noFill/>
            <a:miter lim="800000"/>
            <a:headEnd/>
            <a:tailEnd/>
          </a:ln>
          <a:effectLst/>
        </p:spPr>
        <p:txBody>
          <a:bodyPr vert="horz" wrap="square" lIns="0" tIns="0" rIns="0" bIns="0" numCol="1" spcCol="180000" anchor="t" anchorCtr="0" compatLnSpc="1">
            <a:prstTxWarp prst="textNoShape">
              <a:avLst/>
            </a:prstTxWarp>
            <a:noAutofit/>
          </a:bodyPr>
          <a:lstStyle>
            <a:lvl1pPr marL="238114" indent="-238114" algn="l" defTabSz="1349308" rtl="0" eaLnBrk="1" fontAlgn="base" hangingPunct="1">
              <a:lnSpc>
                <a:spcPct val="110000"/>
              </a:lnSpc>
              <a:spcBef>
                <a:spcPct val="40000"/>
              </a:spcBef>
              <a:spcAft>
                <a:spcPct val="0"/>
              </a:spcAft>
              <a:buClr>
                <a:schemeClr val="bg1"/>
              </a:buClr>
              <a:buChar char="•"/>
              <a:defRPr sz="2000">
                <a:solidFill>
                  <a:schemeClr val="bg2">
                    <a:lumMod val="60000"/>
                    <a:lumOff val="40000"/>
                  </a:schemeClr>
                </a:solidFill>
                <a:latin typeface="+mn-lt"/>
                <a:ea typeface="+mn-ea"/>
                <a:cs typeface="+mn-cs"/>
              </a:defRPr>
            </a:lvl1pPr>
            <a:lvl2pPr marL="487566" indent="-247185" algn="l" defTabSz="1349308" rtl="0" eaLnBrk="1" fontAlgn="base" hangingPunct="1">
              <a:lnSpc>
                <a:spcPct val="110000"/>
              </a:lnSpc>
              <a:spcBef>
                <a:spcPct val="40000"/>
              </a:spcBef>
              <a:spcAft>
                <a:spcPct val="0"/>
              </a:spcAft>
              <a:buClr>
                <a:schemeClr val="bg1"/>
              </a:buClr>
              <a:buFont typeface="Arial" pitchFamily="34" charset="0"/>
              <a:buChar char="–"/>
              <a:defRPr sz="1800">
                <a:solidFill>
                  <a:schemeClr val="bg2">
                    <a:lumMod val="60000"/>
                    <a:lumOff val="40000"/>
                  </a:schemeClr>
                </a:solidFill>
                <a:latin typeface="+mn-lt"/>
              </a:defRPr>
            </a:lvl2pPr>
            <a:lvl3pPr marL="723411" indent="-233578" algn="l" defTabSz="1349308" rtl="0" eaLnBrk="1" fontAlgn="base" hangingPunct="1">
              <a:lnSpc>
                <a:spcPct val="110000"/>
              </a:lnSpc>
              <a:spcBef>
                <a:spcPct val="40000"/>
              </a:spcBef>
              <a:spcAft>
                <a:spcPct val="0"/>
              </a:spcAft>
              <a:buClr>
                <a:schemeClr val="bg1"/>
              </a:buClr>
              <a:buChar char="•"/>
              <a:defRPr sz="1800">
                <a:solidFill>
                  <a:schemeClr val="bg2">
                    <a:lumMod val="60000"/>
                    <a:lumOff val="40000"/>
                  </a:schemeClr>
                </a:solidFill>
                <a:latin typeface="+mn-lt"/>
              </a:defRPr>
            </a:lvl3pPr>
            <a:lvl4pPr marL="984201" indent="-258523" algn="l" defTabSz="1349308" rtl="0" eaLnBrk="1" fontAlgn="base" hangingPunct="1">
              <a:lnSpc>
                <a:spcPct val="110000"/>
              </a:lnSpc>
              <a:spcBef>
                <a:spcPct val="40000"/>
              </a:spcBef>
              <a:spcAft>
                <a:spcPct val="0"/>
              </a:spcAft>
              <a:buClr>
                <a:schemeClr val="bg1"/>
              </a:buClr>
              <a:buFont typeface="Arial" pitchFamily="34" charset="0"/>
              <a:buChar char="–"/>
              <a:defRPr sz="1600">
                <a:solidFill>
                  <a:schemeClr val="bg2">
                    <a:lumMod val="60000"/>
                    <a:lumOff val="40000"/>
                  </a:schemeClr>
                </a:solidFill>
                <a:latin typeface="+mn-lt"/>
              </a:defRPr>
            </a:lvl4pPr>
            <a:lvl5pPr marL="1217779" indent="-231310" algn="l" defTabSz="1349308" rtl="0" eaLnBrk="1" fontAlgn="base" hangingPunct="1">
              <a:lnSpc>
                <a:spcPct val="110000"/>
              </a:lnSpc>
              <a:spcBef>
                <a:spcPct val="40000"/>
              </a:spcBef>
              <a:spcAft>
                <a:spcPct val="0"/>
              </a:spcAft>
              <a:buClr>
                <a:schemeClr val="bg1"/>
              </a:buClr>
              <a:buFont typeface="Arial" pitchFamily="34" charset="0"/>
              <a:buChar char="»"/>
              <a:defRPr sz="1400">
                <a:solidFill>
                  <a:schemeClr val="bg2">
                    <a:lumMod val="60000"/>
                    <a:lumOff val="40000"/>
                  </a:schemeClr>
                </a:solidFill>
                <a:latin typeface="+mn-lt"/>
              </a:defRPr>
            </a:lvl5pPr>
            <a:lvl6pPr marL="1870889" indent="-231310" algn="l" defTabSz="1349308" rtl="0" eaLnBrk="1" fontAlgn="base" hangingPunct="1">
              <a:lnSpc>
                <a:spcPct val="90000"/>
              </a:lnSpc>
              <a:spcBef>
                <a:spcPct val="40000"/>
              </a:spcBef>
              <a:spcAft>
                <a:spcPct val="0"/>
              </a:spcAft>
              <a:buClr>
                <a:schemeClr val="tx2"/>
              </a:buClr>
              <a:buFont typeface="Arial" pitchFamily="34" charset="0"/>
              <a:buChar char="»"/>
              <a:defRPr sz="2600">
                <a:solidFill>
                  <a:schemeClr val="tx1"/>
                </a:solidFill>
                <a:latin typeface="+mn-lt"/>
              </a:defRPr>
            </a:lvl6pPr>
            <a:lvl7pPr marL="2524000" indent="-231310" algn="l" defTabSz="1349308" rtl="0" eaLnBrk="1" fontAlgn="base" hangingPunct="1">
              <a:lnSpc>
                <a:spcPct val="90000"/>
              </a:lnSpc>
              <a:spcBef>
                <a:spcPct val="40000"/>
              </a:spcBef>
              <a:spcAft>
                <a:spcPct val="0"/>
              </a:spcAft>
              <a:buClr>
                <a:schemeClr val="tx2"/>
              </a:buClr>
              <a:buFont typeface="Arial" pitchFamily="34" charset="0"/>
              <a:buChar char="»"/>
              <a:defRPr sz="2600">
                <a:solidFill>
                  <a:schemeClr val="tx1"/>
                </a:solidFill>
                <a:latin typeface="+mn-lt"/>
              </a:defRPr>
            </a:lvl7pPr>
            <a:lvl8pPr marL="3177110" indent="-231310" algn="l" defTabSz="1349308" rtl="0" eaLnBrk="1" fontAlgn="base" hangingPunct="1">
              <a:lnSpc>
                <a:spcPct val="90000"/>
              </a:lnSpc>
              <a:spcBef>
                <a:spcPct val="40000"/>
              </a:spcBef>
              <a:spcAft>
                <a:spcPct val="0"/>
              </a:spcAft>
              <a:buClr>
                <a:schemeClr val="tx2"/>
              </a:buClr>
              <a:buFont typeface="Arial" pitchFamily="34" charset="0"/>
              <a:buChar char="»"/>
              <a:defRPr sz="2600">
                <a:solidFill>
                  <a:schemeClr val="tx1"/>
                </a:solidFill>
                <a:latin typeface="+mn-lt"/>
              </a:defRPr>
            </a:lvl8pPr>
            <a:lvl9pPr marL="3830220" indent="-231310" algn="l" defTabSz="1349308" rtl="0" eaLnBrk="1" fontAlgn="base" hangingPunct="1">
              <a:lnSpc>
                <a:spcPct val="90000"/>
              </a:lnSpc>
              <a:spcBef>
                <a:spcPct val="40000"/>
              </a:spcBef>
              <a:spcAft>
                <a:spcPct val="0"/>
              </a:spcAft>
              <a:buClr>
                <a:schemeClr val="tx2"/>
              </a:buClr>
              <a:buFont typeface="Arial" pitchFamily="34" charset="0"/>
              <a:buChar char="»"/>
              <a:defRPr sz="2600">
                <a:solidFill>
                  <a:schemeClr val="tx1"/>
                </a:solidFill>
                <a:latin typeface="+mn-lt"/>
              </a:defRPr>
            </a:lvl9pPr>
          </a:lstStyle>
          <a:p>
            <a:pPr marL="0" indent="0">
              <a:spcBef>
                <a:spcPts val="0"/>
              </a:spcBef>
              <a:spcAft>
                <a:spcPts val="100"/>
              </a:spcAft>
              <a:buClrTx/>
              <a:buNone/>
            </a:pPr>
            <a:r>
              <a:rPr lang="en-US" sz="1500" dirty="0">
                <a:solidFill>
                  <a:schemeClr val="tx1">
                    <a:lumMod val="75000"/>
                    <a:lumOff val="25000"/>
                  </a:schemeClr>
                </a:solidFill>
              </a:rPr>
              <a:t>Transactions for major high volume, seasonal business clients couldn’t be processed as multiple, high frequency limit check requests caused record locking and repeated check failure due to technical limitations of the Limit Management System</a:t>
            </a:r>
          </a:p>
        </p:txBody>
      </p:sp>
      <p:sp>
        <p:nvSpPr>
          <p:cNvPr id="92" name="Content Placeholder 10">
            <a:extLst>
              <a:ext uri="{FF2B5EF4-FFF2-40B4-BE49-F238E27FC236}">
                <a16:creationId xmlns:a16="http://schemas.microsoft.com/office/drawing/2014/main" id="{86AE333C-824D-6298-5A21-14151E9008A6}"/>
              </a:ext>
            </a:extLst>
          </p:cNvPr>
          <p:cNvSpPr txBox="1">
            <a:spLocks/>
          </p:cNvSpPr>
          <p:nvPr/>
        </p:nvSpPr>
        <p:spPr bwMode="auto">
          <a:xfrm>
            <a:off x="7620802" y="4007976"/>
            <a:ext cx="6320500" cy="1959836"/>
          </a:xfrm>
          <a:prstGeom prst="rect">
            <a:avLst/>
          </a:prstGeom>
          <a:noFill/>
          <a:ln w="12700">
            <a:noFill/>
            <a:miter lim="800000"/>
            <a:headEnd/>
            <a:tailEnd/>
          </a:ln>
          <a:effectLst/>
        </p:spPr>
        <p:txBody>
          <a:bodyPr vert="horz" wrap="square" lIns="0" tIns="0" rIns="0" bIns="0" numCol="1" spcCol="180000" anchor="t" anchorCtr="0" compatLnSpc="1">
            <a:prstTxWarp prst="textNoShape">
              <a:avLst/>
            </a:prstTxWarp>
            <a:noAutofit/>
          </a:bodyPr>
          <a:lstStyle>
            <a:lvl1pPr marL="238114" indent="-238114" algn="l" defTabSz="1349308" rtl="0" eaLnBrk="1" fontAlgn="base" hangingPunct="1">
              <a:lnSpc>
                <a:spcPct val="110000"/>
              </a:lnSpc>
              <a:spcBef>
                <a:spcPct val="40000"/>
              </a:spcBef>
              <a:spcAft>
                <a:spcPct val="0"/>
              </a:spcAft>
              <a:buClr>
                <a:schemeClr val="bg1"/>
              </a:buClr>
              <a:buChar char="•"/>
              <a:defRPr sz="2000">
                <a:solidFill>
                  <a:schemeClr val="bg2">
                    <a:lumMod val="60000"/>
                    <a:lumOff val="40000"/>
                  </a:schemeClr>
                </a:solidFill>
                <a:latin typeface="+mn-lt"/>
                <a:ea typeface="+mn-ea"/>
                <a:cs typeface="+mn-cs"/>
              </a:defRPr>
            </a:lvl1pPr>
            <a:lvl2pPr marL="487566" indent="-247185" algn="l" defTabSz="1349308" rtl="0" eaLnBrk="1" fontAlgn="base" hangingPunct="1">
              <a:lnSpc>
                <a:spcPct val="110000"/>
              </a:lnSpc>
              <a:spcBef>
                <a:spcPct val="40000"/>
              </a:spcBef>
              <a:spcAft>
                <a:spcPct val="0"/>
              </a:spcAft>
              <a:buClr>
                <a:schemeClr val="bg1"/>
              </a:buClr>
              <a:buFont typeface="Arial" pitchFamily="34" charset="0"/>
              <a:buChar char="–"/>
              <a:defRPr sz="1800">
                <a:solidFill>
                  <a:schemeClr val="bg2">
                    <a:lumMod val="60000"/>
                    <a:lumOff val="40000"/>
                  </a:schemeClr>
                </a:solidFill>
                <a:latin typeface="+mn-lt"/>
              </a:defRPr>
            </a:lvl2pPr>
            <a:lvl3pPr marL="723411" indent="-233578" algn="l" defTabSz="1349308" rtl="0" eaLnBrk="1" fontAlgn="base" hangingPunct="1">
              <a:lnSpc>
                <a:spcPct val="110000"/>
              </a:lnSpc>
              <a:spcBef>
                <a:spcPct val="40000"/>
              </a:spcBef>
              <a:spcAft>
                <a:spcPct val="0"/>
              </a:spcAft>
              <a:buClr>
                <a:schemeClr val="bg1"/>
              </a:buClr>
              <a:buChar char="•"/>
              <a:defRPr sz="1800">
                <a:solidFill>
                  <a:schemeClr val="bg2">
                    <a:lumMod val="60000"/>
                    <a:lumOff val="40000"/>
                  </a:schemeClr>
                </a:solidFill>
                <a:latin typeface="+mn-lt"/>
              </a:defRPr>
            </a:lvl3pPr>
            <a:lvl4pPr marL="984201" indent="-258523" algn="l" defTabSz="1349308" rtl="0" eaLnBrk="1" fontAlgn="base" hangingPunct="1">
              <a:lnSpc>
                <a:spcPct val="110000"/>
              </a:lnSpc>
              <a:spcBef>
                <a:spcPct val="40000"/>
              </a:spcBef>
              <a:spcAft>
                <a:spcPct val="0"/>
              </a:spcAft>
              <a:buClr>
                <a:schemeClr val="bg1"/>
              </a:buClr>
              <a:buFont typeface="Arial" pitchFamily="34" charset="0"/>
              <a:buChar char="–"/>
              <a:defRPr sz="1600">
                <a:solidFill>
                  <a:schemeClr val="bg2">
                    <a:lumMod val="60000"/>
                    <a:lumOff val="40000"/>
                  </a:schemeClr>
                </a:solidFill>
                <a:latin typeface="+mn-lt"/>
              </a:defRPr>
            </a:lvl4pPr>
            <a:lvl5pPr marL="1217779" indent="-231310" algn="l" defTabSz="1349308" rtl="0" eaLnBrk="1" fontAlgn="base" hangingPunct="1">
              <a:lnSpc>
                <a:spcPct val="110000"/>
              </a:lnSpc>
              <a:spcBef>
                <a:spcPct val="40000"/>
              </a:spcBef>
              <a:spcAft>
                <a:spcPct val="0"/>
              </a:spcAft>
              <a:buClr>
                <a:schemeClr val="bg1"/>
              </a:buClr>
              <a:buFont typeface="Arial" pitchFamily="34" charset="0"/>
              <a:buChar char="»"/>
              <a:defRPr sz="1400">
                <a:solidFill>
                  <a:schemeClr val="bg2">
                    <a:lumMod val="60000"/>
                    <a:lumOff val="40000"/>
                  </a:schemeClr>
                </a:solidFill>
                <a:latin typeface="+mn-lt"/>
              </a:defRPr>
            </a:lvl5pPr>
            <a:lvl6pPr marL="1870889" indent="-231310" algn="l" defTabSz="1349308" rtl="0" eaLnBrk="1" fontAlgn="base" hangingPunct="1">
              <a:lnSpc>
                <a:spcPct val="90000"/>
              </a:lnSpc>
              <a:spcBef>
                <a:spcPct val="40000"/>
              </a:spcBef>
              <a:spcAft>
                <a:spcPct val="0"/>
              </a:spcAft>
              <a:buClr>
                <a:schemeClr val="tx2"/>
              </a:buClr>
              <a:buFont typeface="Arial" pitchFamily="34" charset="0"/>
              <a:buChar char="»"/>
              <a:defRPr sz="2600">
                <a:solidFill>
                  <a:schemeClr val="tx1"/>
                </a:solidFill>
                <a:latin typeface="+mn-lt"/>
              </a:defRPr>
            </a:lvl6pPr>
            <a:lvl7pPr marL="2524000" indent="-231310" algn="l" defTabSz="1349308" rtl="0" eaLnBrk="1" fontAlgn="base" hangingPunct="1">
              <a:lnSpc>
                <a:spcPct val="90000"/>
              </a:lnSpc>
              <a:spcBef>
                <a:spcPct val="40000"/>
              </a:spcBef>
              <a:spcAft>
                <a:spcPct val="0"/>
              </a:spcAft>
              <a:buClr>
                <a:schemeClr val="tx2"/>
              </a:buClr>
              <a:buFont typeface="Arial" pitchFamily="34" charset="0"/>
              <a:buChar char="»"/>
              <a:defRPr sz="2600">
                <a:solidFill>
                  <a:schemeClr val="tx1"/>
                </a:solidFill>
                <a:latin typeface="+mn-lt"/>
              </a:defRPr>
            </a:lvl7pPr>
            <a:lvl8pPr marL="3177110" indent="-231310" algn="l" defTabSz="1349308" rtl="0" eaLnBrk="1" fontAlgn="base" hangingPunct="1">
              <a:lnSpc>
                <a:spcPct val="90000"/>
              </a:lnSpc>
              <a:spcBef>
                <a:spcPct val="40000"/>
              </a:spcBef>
              <a:spcAft>
                <a:spcPct val="0"/>
              </a:spcAft>
              <a:buClr>
                <a:schemeClr val="tx2"/>
              </a:buClr>
              <a:buFont typeface="Arial" pitchFamily="34" charset="0"/>
              <a:buChar char="»"/>
              <a:defRPr sz="2600">
                <a:solidFill>
                  <a:schemeClr val="tx1"/>
                </a:solidFill>
                <a:latin typeface="+mn-lt"/>
              </a:defRPr>
            </a:lvl8pPr>
            <a:lvl9pPr marL="3830220" indent="-231310" algn="l" defTabSz="1349308" rtl="0" eaLnBrk="1" fontAlgn="base" hangingPunct="1">
              <a:lnSpc>
                <a:spcPct val="90000"/>
              </a:lnSpc>
              <a:spcBef>
                <a:spcPct val="40000"/>
              </a:spcBef>
              <a:spcAft>
                <a:spcPct val="0"/>
              </a:spcAft>
              <a:buClr>
                <a:schemeClr val="tx2"/>
              </a:buClr>
              <a:buFont typeface="Arial" pitchFamily="34" charset="0"/>
              <a:buChar char="»"/>
              <a:defRPr sz="2600">
                <a:solidFill>
                  <a:schemeClr val="tx1"/>
                </a:solidFill>
                <a:latin typeface="+mn-lt"/>
              </a:defRPr>
            </a:lvl9pPr>
          </a:lstStyle>
          <a:p>
            <a:pPr marL="0" indent="0">
              <a:spcBef>
                <a:spcPts val="0"/>
              </a:spcBef>
              <a:spcAft>
                <a:spcPts val="100"/>
              </a:spcAft>
              <a:buClrTx/>
              <a:buNone/>
            </a:pPr>
            <a:r>
              <a:rPr lang="en-US" sz="1500" dirty="0">
                <a:solidFill>
                  <a:schemeClr val="tx1">
                    <a:lumMod val="75000"/>
                    <a:lumOff val="25000"/>
                  </a:schemeClr>
                </a:solidFill>
              </a:rPr>
              <a:t>Introduction of an aggregation engine into the existing TF Monitor. A customizable list of client IDs would be maintained, allowing the transactions involving them to be routed to the aggregation engine, while the other transactions flowed straight through to the limits system. The aggregation engine would combine the multiple Limit Check calls for a single limits facility and send one call to the Limits System. The response would be segregated and returned to the Trade Processing system, with the original transaction references.</a:t>
            </a:r>
          </a:p>
        </p:txBody>
      </p:sp>
      <p:sp>
        <p:nvSpPr>
          <p:cNvPr id="93" name="Content Placeholder 10">
            <a:extLst>
              <a:ext uri="{FF2B5EF4-FFF2-40B4-BE49-F238E27FC236}">
                <a16:creationId xmlns:a16="http://schemas.microsoft.com/office/drawing/2014/main" id="{E536547F-622F-8554-E356-A59137E2795C}"/>
              </a:ext>
            </a:extLst>
          </p:cNvPr>
          <p:cNvSpPr txBox="1">
            <a:spLocks/>
          </p:cNvSpPr>
          <p:nvPr/>
        </p:nvSpPr>
        <p:spPr bwMode="auto">
          <a:xfrm>
            <a:off x="7620803" y="6627428"/>
            <a:ext cx="6323798" cy="485754"/>
          </a:xfrm>
          <a:prstGeom prst="rect">
            <a:avLst/>
          </a:prstGeom>
          <a:noFill/>
          <a:ln w="12700">
            <a:noFill/>
            <a:miter lim="800000"/>
            <a:headEnd/>
            <a:tailEnd/>
          </a:ln>
          <a:effectLst/>
        </p:spPr>
        <p:txBody>
          <a:bodyPr vert="horz" wrap="square" lIns="0" tIns="0" rIns="0" bIns="0" numCol="1" spcCol="180000" anchor="t" anchorCtr="0" compatLnSpc="1">
            <a:prstTxWarp prst="textNoShape">
              <a:avLst/>
            </a:prstTxWarp>
            <a:noAutofit/>
          </a:bodyPr>
          <a:lstStyle>
            <a:lvl1pPr marL="238114" indent="-238114" algn="l" defTabSz="1349308" rtl="0" eaLnBrk="1" fontAlgn="base" hangingPunct="1">
              <a:lnSpc>
                <a:spcPct val="110000"/>
              </a:lnSpc>
              <a:spcBef>
                <a:spcPct val="40000"/>
              </a:spcBef>
              <a:spcAft>
                <a:spcPct val="0"/>
              </a:spcAft>
              <a:buClr>
                <a:schemeClr val="bg1"/>
              </a:buClr>
              <a:buChar char="•"/>
              <a:defRPr sz="2000">
                <a:solidFill>
                  <a:schemeClr val="bg2">
                    <a:lumMod val="60000"/>
                    <a:lumOff val="40000"/>
                  </a:schemeClr>
                </a:solidFill>
                <a:latin typeface="+mn-lt"/>
                <a:ea typeface="+mn-ea"/>
                <a:cs typeface="+mn-cs"/>
              </a:defRPr>
            </a:lvl1pPr>
            <a:lvl2pPr marL="487566" indent="-247185" algn="l" defTabSz="1349308" rtl="0" eaLnBrk="1" fontAlgn="base" hangingPunct="1">
              <a:lnSpc>
                <a:spcPct val="110000"/>
              </a:lnSpc>
              <a:spcBef>
                <a:spcPct val="40000"/>
              </a:spcBef>
              <a:spcAft>
                <a:spcPct val="0"/>
              </a:spcAft>
              <a:buClr>
                <a:schemeClr val="bg1"/>
              </a:buClr>
              <a:buFont typeface="Arial" pitchFamily="34" charset="0"/>
              <a:buChar char="–"/>
              <a:defRPr sz="1800">
                <a:solidFill>
                  <a:schemeClr val="bg2">
                    <a:lumMod val="60000"/>
                    <a:lumOff val="40000"/>
                  </a:schemeClr>
                </a:solidFill>
                <a:latin typeface="+mn-lt"/>
              </a:defRPr>
            </a:lvl2pPr>
            <a:lvl3pPr marL="723411" indent="-233578" algn="l" defTabSz="1349308" rtl="0" eaLnBrk="1" fontAlgn="base" hangingPunct="1">
              <a:lnSpc>
                <a:spcPct val="110000"/>
              </a:lnSpc>
              <a:spcBef>
                <a:spcPct val="40000"/>
              </a:spcBef>
              <a:spcAft>
                <a:spcPct val="0"/>
              </a:spcAft>
              <a:buClr>
                <a:schemeClr val="bg1"/>
              </a:buClr>
              <a:buChar char="•"/>
              <a:defRPr sz="1800">
                <a:solidFill>
                  <a:schemeClr val="bg2">
                    <a:lumMod val="60000"/>
                    <a:lumOff val="40000"/>
                  </a:schemeClr>
                </a:solidFill>
                <a:latin typeface="+mn-lt"/>
              </a:defRPr>
            </a:lvl3pPr>
            <a:lvl4pPr marL="984201" indent="-258523" algn="l" defTabSz="1349308" rtl="0" eaLnBrk="1" fontAlgn="base" hangingPunct="1">
              <a:lnSpc>
                <a:spcPct val="110000"/>
              </a:lnSpc>
              <a:spcBef>
                <a:spcPct val="40000"/>
              </a:spcBef>
              <a:spcAft>
                <a:spcPct val="0"/>
              </a:spcAft>
              <a:buClr>
                <a:schemeClr val="bg1"/>
              </a:buClr>
              <a:buFont typeface="Arial" pitchFamily="34" charset="0"/>
              <a:buChar char="–"/>
              <a:defRPr sz="1600">
                <a:solidFill>
                  <a:schemeClr val="bg2">
                    <a:lumMod val="60000"/>
                    <a:lumOff val="40000"/>
                  </a:schemeClr>
                </a:solidFill>
                <a:latin typeface="+mn-lt"/>
              </a:defRPr>
            </a:lvl4pPr>
            <a:lvl5pPr marL="1217779" indent="-231310" algn="l" defTabSz="1349308" rtl="0" eaLnBrk="1" fontAlgn="base" hangingPunct="1">
              <a:lnSpc>
                <a:spcPct val="110000"/>
              </a:lnSpc>
              <a:spcBef>
                <a:spcPct val="40000"/>
              </a:spcBef>
              <a:spcAft>
                <a:spcPct val="0"/>
              </a:spcAft>
              <a:buClr>
                <a:schemeClr val="bg1"/>
              </a:buClr>
              <a:buFont typeface="Arial" pitchFamily="34" charset="0"/>
              <a:buChar char="»"/>
              <a:defRPr sz="1400">
                <a:solidFill>
                  <a:schemeClr val="bg2">
                    <a:lumMod val="60000"/>
                    <a:lumOff val="40000"/>
                  </a:schemeClr>
                </a:solidFill>
                <a:latin typeface="+mn-lt"/>
              </a:defRPr>
            </a:lvl5pPr>
            <a:lvl6pPr marL="1870889" indent="-231310" algn="l" defTabSz="1349308" rtl="0" eaLnBrk="1" fontAlgn="base" hangingPunct="1">
              <a:lnSpc>
                <a:spcPct val="90000"/>
              </a:lnSpc>
              <a:spcBef>
                <a:spcPct val="40000"/>
              </a:spcBef>
              <a:spcAft>
                <a:spcPct val="0"/>
              </a:spcAft>
              <a:buClr>
                <a:schemeClr val="tx2"/>
              </a:buClr>
              <a:buFont typeface="Arial" pitchFamily="34" charset="0"/>
              <a:buChar char="»"/>
              <a:defRPr sz="2600">
                <a:solidFill>
                  <a:schemeClr val="tx1"/>
                </a:solidFill>
                <a:latin typeface="+mn-lt"/>
              </a:defRPr>
            </a:lvl6pPr>
            <a:lvl7pPr marL="2524000" indent="-231310" algn="l" defTabSz="1349308" rtl="0" eaLnBrk="1" fontAlgn="base" hangingPunct="1">
              <a:lnSpc>
                <a:spcPct val="90000"/>
              </a:lnSpc>
              <a:spcBef>
                <a:spcPct val="40000"/>
              </a:spcBef>
              <a:spcAft>
                <a:spcPct val="0"/>
              </a:spcAft>
              <a:buClr>
                <a:schemeClr val="tx2"/>
              </a:buClr>
              <a:buFont typeface="Arial" pitchFamily="34" charset="0"/>
              <a:buChar char="»"/>
              <a:defRPr sz="2600">
                <a:solidFill>
                  <a:schemeClr val="tx1"/>
                </a:solidFill>
                <a:latin typeface="+mn-lt"/>
              </a:defRPr>
            </a:lvl7pPr>
            <a:lvl8pPr marL="3177110" indent="-231310" algn="l" defTabSz="1349308" rtl="0" eaLnBrk="1" fontAlgn="base" hangingPunct="1">
              <a:lnSpc>
                <a:spcPct val="90000"/>
              </a:lnSpc>
              <a:spcBef>
                <a:spcPct val="40000"/>
              </a:spcBef>
              <a:spcAft>
                <a:spcPct val="0"/>
              </a:spcAft>
              <a:buClr>
                <a:schemeClr val="tx2"/>
              </a:buClr>
              <a:buFont typeface="Arial" pitchFamily="34" charset="0"/>
              <a:buChar char="»"/>
              <a:defRPr sz="2600">
                <a:solidFill>
                  <a:schemeClr val="tx1"/>
                </a:solidFill>
                <a:latin typeface="+mn-lt"/>
              </a:defRPr>
            </a:lvl8pPr>
            <a:lvl9pPr marL="3830220" indent="-231310" algn="l" defTabSz="1349308" rtl="0" eaLnBrk="1" fontAlgn="base" hangingPunct="1">
              <a:lnSpc>
                <a:spcPct val="90000"/>
              </a:lnSpc>
              <a:spcBef>
                <a:spcPct val="40000"/>
              </a:spcBef>
              <a:spcAft>
                <a:spcPct val="0"/>
              </a:spcAft>
              <a:buClr>
                <a:schemeClr val="tx2"/>
              </a:buClr>
              <a:buFont typeface="Arial" pitchFamily="34" charset="0"/>
              <a:buChar char="»"/>
              <a:defRPr sz="2600">
                <a:solidFill>
                  <a:schemeClr val="tx1"/>
                </a:solidFill>
                <a:latin typeface="+mn-lt"/>
              </a:defRPr>
            </a:lvl9pPr>
          </a:lstStyle>
          <a:p>
            <a:pPr marL="0" indent="0">
              <a:spcBef>
                <a:spcPts val="0"/>
              </a:spcBef>
              <a:spcAft>
                <a:spcPts val="100"/>
              </a:spcAft>
              <a:buClrTx/>
              <a:buNone/>
            </a:pPr>
            <a:r>
              <a:rPr lang="en-US" sz="1500" dirty="0">
                <a:solidFill>
                  <a:schemeClr val="tx1">
                    <a:lumMod val="75000"/>
                    <a:lumOff val="25000"/>
                  </a:schemeClr>
                </a:solidFill>
              </a:rPr>
              <a:t>Inclusion of clients with high volume, seasonal businesses under the Trade Finance processing umbrella</a:t>
            </a:r>
          </a:p>
        </p:txBody>
      </p:sp>
      <p:sp>
        <p:nvSpPr>
          <p:cNvPr id="95" name="Content Placeholder 10">
            <a:extLst>
              <a:ext uri="{FF2B5EF4-FFF2-40B4-BE49-F238E27FC236}">
                <a16:creationId xmlns:a16="http://schemas.microsoft.com/office/drawing/2014/main" id="{685262C1-BC26-1448-3D02-768AD756E442}"/>
              </a:ext>
            </a:extLst>
          </p:cNvPr>
          <p:cNvSpPr txBox="1">
            <a:spLocks/>
          </p:cNvSpPr>
          <p:nvPr/>
        </p:nvSpPr>
        <p:spPr>
          <a:xfrm>
            <a:off x="7585635" y="2038279"/>
            <a:ext cx="6355668" cy="371915"/>
          </a:xfrm>
          <a:prstGeom prst="rect">
            <a:avLst/>
          </a:prstGeom>
        </p:spPr>
        <p:txBody>
          <a:bodyPr lIns="0" tIns="0" rIns="0" bIns="0" anchor="t" anchorCtr="0">
            <a:noAutofit/>
          </a:bodyPr>
          <a:lstStyle>
            <a:lvl1pPr marL="0" indent="0" algn="l" defTabSz="1463040" rtl="0" eaLnBrk="1" latinLnBrk="0" hangingPunct="1">
              <a:spcBef>
                <a:spcPts val="1200"/>
              </a:spcBef>
              <a:buFontTx/>
              <a:buNone/>
              <a:defRPr sz="2000" b="1" kern="1200">
                <a:solidFill>
                  <a:schemeClr val="tx1"/>
                </a:solidFill>
                <a:latin typeface="+mn-lt"/>
                <a:ea typeface="+mn-ea"/>
                <a:cs typeface="+mn-cs"/>
              </a:defRPr>
            </a:lvl1pPr>
            <a:lvl2pPr marL="0" indent="0" algn="l" defTabSz="1463040" rtl="0" eaLnBrk="1" latinLnBrk="0" hangingPunct="1">
              <a:spcBef>
                <a:spcPts val="1200"/>
              </a:spcBef>
              <a:buFontTx/>
              <a:buNone/>
              <a:defRPr sz="2000" kern="1200">
                <a:solidFill>
                  <a:schemeClr val="tx1"/>
                </a:solidFill>
                <a:latin typeface="+mn-lt"/>
                <a:ea typeface="+mn-ea"/>
                <a:cs typeface="+mn-cs"/>
              </a:defRPr>
            </a:lvl2pPr>
            <a:lvl3pPr marL="228600" indent="-228600" algn="l" defTabSz="1463040" rtl="0" eaLnBrk="1" latinLnBrk="0" hangingPunct="1">
              <a:spcBef>
                <a:spcPts val="1200"/>
              </a:spcBef>
              <a:buFont typeface="Arial" pitchFamily="34" charset="0"/>
              <a:buChar char="•"/>
              <a:tabLst/>
              <a:defRPr sz="2000" kern="1200">
                <a:solidFill>
                  <a:schemeClr val="tx1"/>
                </a:solidFill>
                <a:latin typeface="+mn-lt"/>
                <a:ea typeface="+mn-ea"/>
                <a:cs typeface="+mn-cs"/>
              </a:defRPr>
            </a:lvl3pPr>
            <a:lvl4pPr marL="457200" indent="-228600" algn="l" defTabSz="1463040" rtl="0" eaLnBrk="1" latinLnBrk="0" hangingPunct="1">
              <a:spcBef>
                <a:spcPts val="600"/>
              </a:spcBef>
              <a:buFont typeface="Arial" pitchFamily="34" charset="0"/>
              <a:buChar char="–"/>
              <a:tabLst/>
              <a:defRPr sz="2000" kern="1200">
                <a:solidFill>
                  <a:schemeClr val="tx1"/>
                </a:solidFill>
                <a:latin typeface="+mn-lt"/>
                <a:ea typeface="+mn-ea"/>
                <a:cs typeface="+mn-cs"/>
              </a:defRPr>
            </a:lvl4pPr>
            <a:lvl5pPr marL="685800" indent="-228600" algn="l" defTabSz="1463040" rtl="0" eaLnBrk="1" latinLnBrk="0" hangingPunct="1">
              <a:spcBef>
                <a:spcPts val="600"/>
              </a:spcBef>
              <a:buFont typeface="Arial" pitchFamily="34" charset="0"/>
              <a:buChar char="–"/>
              <a:tabLst/>
              <a:defRPr sz="2000" kern="1200">
                <a:solidFill>
                  <a:schemeClr val="tx1"/>
                </a:solidFill>
                <a:latin typeface="+mn-lt"/>
                <a:ea typeface="+mn-ea"/>
                <a:cs typeface="+mn-cs"/>
              </a:defRPr>
            </a:lvl5pPr>
            <a:lvl6pPr marL="914400" indent="-228600" algn="l" defTabSz="1463040" rtl="0" eaLnBrk="1" latinLnBrk="0" hangingPunct="1">
              <a:spcBef>
                <a:spcPts val="600"/>
              </a:spcBef>
              <a:buFont typeface="Arial" pitchFamily="34" charset="0"/>
              <a:buChar char="–"/>
              <a:defRPr sz="2000" kern="1200">
                <a:solidFill>
                  <a:schemeClr val="tx1"/>
                </a:solidFill>
                <a:latin typeface="+mn-lt"/>
                <a:ea typeface="+mn-ea"/>
                <a:cs typeface="+mn-cs"/>
              </a:defRPr>
            </a:lvl6pPr>
            <a:lvl7pPr marL="1143000" indent="-228600" algn="l" defTabSz="1463040" rtl="0" eaLnBrk="1" latinLnBrk="0" hangingPunct="1">
              <a:spcBef>
                <a:spcPts val="600"/>
              </a:spcBef>
              <a:buFont typeface="Arial" pitchFamily="34" charset="0"/>
              <a:buChar char="–"/>
              <a:tabLst/>
              <a:defRPr sz="2000" kern="1200">
                <a:solidFill>
                  <a:schemeClr val="tx1"/>
                </a:solidFill>
                <a:latin typeface="+mn-lt"/>
                <a:ea typeface="+mn-ea"/>
                <a:cs typeface="+mn-cs"/>
              </a:defRPr>
            </a:lvl7pPr>
            <a:lvl8pPr marL="1371600" indent="-228600" algn="l" defTabSz="1463040" rtl="0" eaLnBrk="1" latinLnBrk="0" hangingPunct="1">
              <a:spcBef>
                <a:spcPts val="600"/>
              </a:spcBef>
              <a:buFont typeface="Arial" pitchFamily="34" charset="0"/>
              <a:buChar char="–"/>
              <a:defRPr sz="2000" kern="1200" baseline="0">
                <a:solidFill>
                  <a:schemeClr val="tx1"/>
                </a:solidFill>
                <a:latin typeface="+mn-lt"/>
                <a:ea typeface="+mn-ea"/>
                <a:cs typeface="+mn-cs"/>
              </a:defRPr>
            </a:lvl8pPr>
            <a:lvl9pPr marL="1600200" indent="-228600" algn="l" defTabSz="1463040" rtl="0" eaLnBrk="1" latinLnBrk="0" hangingPunct="1">
              <a:spcBef>
                <a:spcPts val="600"/>
              </a:spcBef>
              <a:buFont typeface="Arial" pitchFamily="34" charset="0"/>
              <a:buChar char="–"/>
              <a:tabLst/>
              <a:defRPr sz="2000" kern="1200" baseline="0">
                <a:solidFill>
                  <a:schemeClr val="tx1"/>
                </a:solidFill>
                <a:latin typeface="+mn-lt"/>
                <a:ea typeface="+mn-ea"/>
                <a:cs typeface="+mn-cs"/>
              </a:defRPr>
            </a:lvl9pPr>
          </a:lstStyle>
          <a:p>
            <a:pPr>
              <a:lnSpc>
                <a:spcPct val="90000"/>
              </a:lnSpc>
              <a:spcBef>
                <a:spcPts val="1800"/>
              </a:spcBef>
              <a:spcAft>
                <a:spcPts val="0"/>
              </a:spcAft>
            </a:pPr>
            <a:r>
              <a:rPr lang="en-US" sz="1800" dirty="0">
                <a:solidFill>
                  <a:schemeClr val="accent1"/>
                </a:solidFill>
              </a:rPr>
              <a:t>PROBLEM STATEMENT</a:t>
            </a:r>
          </a:p>
        </p:txBody>
      </p:sp>
      <p:cxnSp>
        <p:nvCxnSpPr>
          <p:cNvPr id="96" name="Straight Connector 95">
            <a:extLst>
              <a:ext uri="{FF2B5EF4-FFF2-40B4-BE49-F238E27FC236}">
                <a16:creationId xmlns:a16="http://schemas.microsoft.com/office/drawing/2014/main" id="{B69F3F2D-E6BC-E358-FDEC-077A09A8773E}"/>
              </a:ext>
            </a:extLst>
          </p:cNvPr>
          <p:cNvCxnSpPr>
            <a:cxnSpLocks/>
          </p:cNvCxnSpPr>
          <p:nvPr/>
        </p:nvCxnSpPr>
        <p:spPr>
          <a:xfrm>
            <a:off x="7585634" y="2333277"/>
            <a:ext cx="6355668" cy="0"/>
          </a:xfrm>
          <a:prstGeom prst="line">
            <a:avLst/>
          </a:prstGeom>
          <a:ln w="19050" cap="sq">
            <a:solidFill>
              <a:schemeClr val="tx2">
                <a:lumMod val="90000"/>
              </a:schemeClr>
            </a:solidFill>
          </a:ln>
        </p:spPr>
        <p:style>
          <a:lnRef idx="1">
            <a:schemeClr val="accent1"/>
          </a:lnRef>
          <a:fillRef idx="0">
            <a:schemeClr val="accent1"/>
          </a:fillRef>
          <a:effectRef idx="0">
            <a:schemeClr val="accent1"/>
          </a:effectRef>
          <a:fontRef idx="minor">
            <a:schemeClr val="lt1"/>
          </a:fontRef>
        </p:style>
      </p:cxnSp>
      <p:sp>
        <p:nvSpPr>
          <p:cNvPr id="101" name="Content Placeholder 10">
            <a:extLst>
              <a:ext uri="{FF2B5EF4-FFF2-40B4-BE49-F238E27FC236}">
                <a16:creationId xmlns:a16="http://schemas.microsoft.com/office/drawing/2014/main" id="{8C7E93F3-14F6-CA51-8F16-05803CABA37D}"/>
              </a:ext>
            </a:extLst>
          </p:cNvPr>
          <p:cNvSpPr txBox="1">
            <a:spLocks/>
          </p:cNvSpPr>
          <p:nvPr/>
        </p:nvSpPr>
        <p:spPr>
          <a:xfrm>
            <a:off x="7585635" y="3597652"/>
            <a:ext cx="6358966" cy="380763"/>
          </a:xfrm>
          <a:prstGeom prst="rect">
            <a:avLst/>
          </a:prstGeom>
        </p:spPr>
        <p:txBody>
          <a:bodyPr lIns="0" tIns="0" rIns="0" bIns="0" anchor="t" anchorCtr="0">
            <a:noAutofit/>
          </a:bodyPr>
          <a:lstStyle>
            <a:lvl1pPr marL="0" indent="0" algn="l" defTabSz="1463040" rtl="0" eaLnBrk="1" latinLnBrk="0" hangingPunct="1">
              <a:spcBef>
                <a:spcPts val="1200"/>
              </a:spcBef>
              <a:buFontTx/>
              <a:buNone/>
              <a:defRPr sz="2000" b="1" kern="1200">
                <a:solidFill>
                  <a:schemeClr val="tx1"/>
                </a:solidFill>
                <a:latin typeface="+mn-lt"/>
                <a:ea typeface="+mn-ea"/>
                <a:cs typeface="+mn-cs"/>
              </a:defRPr>
            </a:lvl1pPr>
            <a:lvl2pPr marL="0" indent="0" algn="l" defTabSz="1463040" rtl="0" eaLnBrk="1" latinLnBrk="0" hangingPunct="1">
              <a:spcBef>
                <a:spcPts val="1200"/>
              </a:spcBef>
              <a:buFontTx/>
              <a:buNone/>
              <a:defRPr sz="2000" kern="1200">
                <a:solidFill>
                  <a:schemeClr val="tx1"/>
                </a:solidFill>
                <a:latin typeface="+mn-lt"/>
                <a:ea typeface="+mn-ea"/>
                <a:cs typeface="+mn-cs"/>
              </a:defRPr>
            </a:lvl2pPr>
            <a:lvl3pPr marL="228600" indent="-228600" algn="l" defTabSz="1463040" rtl="0" eaLnBrk="1" latinLnBrk="0" hangingPunct="1">
              <a:spcBef>
                <a:spcPts val="1200"/>
              </a:spcBef>
              <a:buFont typeface="Arial" pitchFamily="34" charset="0"/>
              <a:buChar char="•"/>
              <a:tabLst/>
              <a:defRPr sz="2000" kern="1200">
                <a:solidFill>
                  <a:schemeClr val="tx1"/>
                </a:solidFill>
                <a:latin typeface="+mn-lt"/>
                <a:ea typeface="+mn-ea"/>
                <a:cs typeface="+mn-cs"/>
              </a:defRPr>
            </a:lvl3pPr>
            <a:lvl4pPr marL="457200" indent="-228600" algn="l" defTabSz="1463040" rtl="0" eaLnBrk="1" latinLnBrk="0" hangingPunct="1">
              <a:spcBef>
                <a:spcPts val="600"/>
              </a:spcBef>
              <a:buFont typeface="Arial" pitchFamily="34" charset="0"/>
              <a:buChar char="–"/>
              <a:tabLst/>
              <a:defRPr sz="2000" kern="1200">
                <a:solidFill>
                  <a:schemeClr val="tx1"/>
                </a:solidFill>
                <a:latin typeface="+mn-lt"/>
                <a:ea typeface="+mn-ea"/>
                <a:cs typeface="+mn-cs"/>
              </a:defRPr>
            </a:lvl4pPr>
            <a:lvl5pPr marL="685800" indent="-228600" algn="l" defTabSz="1463040" rtl="0" eaLnBrk="1" latinLnBrk="0" hangingPunct="1">
              <a:spcBef>
                <a:spcPts val="600"/>
              </a:spcBef>
              <a:buFont typeface="Arial" pitchFamily="34" charset="0"/>
              <a:buChar char="–"/>
              <a:tabLst/>
              <a:defRPr sz="2000" kern="1200">
                <a:solidFill>
                  <a:schemeClr val="tx1"/>
                </a:solidFill>
                <a:latin typeface="+mn-lt"/>
                <a:ea typeface="+mn-ea"/>
                <a:cs typeface="+mn-cs"/>
              </a:defRPr>
            </a:lvl5pPr>
            <a:lvl6pPr marL="914400" indent="-228600" algn="l" defTabSz="1463040" rtl="0" eaLnBrk="1" latinLnBrk="0" hangingPunct="1">
              <a:spcBef>
                <a:spcPts val="600"/>
              </a:spcBef>
              <a:buFont typeface="Arial" pitchFamily="34" charset="0"/>
              <a:buChar char="–"/>
              <a:defRPr sz="2000" kern="1200">
                <a:solidFill>
                  <a:schemeClr val="tx1"/>
                </a:solidFill>
                <a:latin typeface="+mn-lt"/>
                <a:ea typeface="+mn-ea"/>
                <a:cs typeface="+mn-cs"/>
              </a:defRPr>
            </a:lvl6pPr>
            <a:lvl7pPr marL="1143000" indent="-228600" algn="l" defTabSz="1463040" rtl="0" eaLnBrk="1" latinLnBrk="0" hangingPunct="1">
              <a:spcBef>
                <a:spcPts val="600"/>
              </a:spcBef>
              <a:buFont typeface="Arial" pitchFamily="34" charset="0"/>
              <a:buChar char="–"/>
              <a:tabLst/>
              <a:defRPr sz="2000" kern="1200">
                <a:solidFill>
                  <a:schemeClr val="tx1"/>
                </a:solidFill>
                <a:latin typeface="+mn-lt"/>
                <a:ea typeface="+mn-ea"/>
                <a:cs typeface="+mn-cs"/>
              </a:defRPr>
            </a:lvl7pPr>
            <a:lvl8pPr marL="1371600" indent="-228600" algn="l" defTabSz="1463040" rtl="0" eaLnBrk="1" latinLnBrk="0" hangingPunct="1">
              <a:spcBef>
                <a:spcPts val="600"/>
              </a:spcBef>
              <a:buFont typeface="Arial" pitchFamily="34" charset="0"/>
              <a:buChar char="–"/>
              <a:defRPr sz="2000" kern="1200" baseline="0">
                <a:solidFill>
                  <a:schemeClr val="tx1"/>
                </a:solidFill>
                <a:latin typeface="+mn-lt"/>
                <a:ea typeface="+mn-ea"/>
                <a:cs typeface="+mn-cs"/>
              </a:defRPr>
            </a:lvl8pPr>
            <a:lvl9pPr marL="1600200" indent="-228600" algn="l" defTabSz="1463040" rtl="0" eaLnBrk="1" latinLnBrk="0" hangingPunct="1">
              <a:spcBef>
                <a:spcPts val="600"/>
              </a:spcBef>
              <a:buFont typeface="Arial" pitchFamily="34" charset="0"/>
              <a:buChar char="–"/>
              <a:tabLst/>
              <a:defRPr sz="2000" kern="1200" baseline="0">
                <a:solidFill>
                  <a:schemeClr val="tx1"/>
                </a:solidFill>
                <a:latin typeface="+mn-lt"/>
                <a:ea typeface="+mn-ea"/>
                <a:cs typeface="+mn-cs"/>
              </a:defRPr>
            </a:lvl9pPr>
          </a:lstStyle>
          <a:p>
            <a:pPr>
              <a:lnSpc>
                <a:spcPct val="90000"/>
              </a:lnSpc>
              <a:spcBef>
                <a:spcPts val="1800"/>
              </a:spcBef>
              <a:spcAft>
                <a:spcPts val="0"/>
              </a:spcAft>
            </a:pPr>
            <a:r>
              <a:rPr lang="en-US" sz="1800" dirty="0">
                <a:solidFill>
                  <a:schemeClr val="accent1"/>
                </a:solidFill>
              </a:rPr>
              <a:t>SOLUTION</a:t>
            </a:r>
          </a:p>
        </p:txBody>
      </p:sp>
      <p:cxnSp>
        <p:nvCxnSpPr>
          <p:cNvPr id="102" name="Straight Connector 101">
            <a:extLst>
              <a:ext uri="{FF2B5EF4-FFF2-40B4-BE49-F238E27FC236}">
                <a16:creationId xmlns:a16="http://schemas.microsoft.com/office/drawing/2014/main" id="{02353931-602D-FC4E-399E-13C92A284499}"/>
              </a:ext>
            </a:extLst>
          </p:cNvPr>
          <p:cNvCxnSpPr>
            <a:cxnSpLocks/>
          </p:cNvCxnSpPr>
          <p:nvPr/>
        </p:nvCxnSpPr>
        <p:spPr>
          <a:xfrm>
            <a:off x="7585634" y="3893882"/>
            <a:ext cx="6358966" cy="0"/>
          </a:xfrm>
          <a:prstGeom prst="line">
            <a:avLst/>
          </a:prstGeom>
          <a:ln w="19050" cap="sq">
            <a:solidFill>
              <a:schemeClr val="tx2">
                <a:lumMod val="90000"/>
              </a:schemeClr>
            </a:solidFill>
          </a:ln>
        </p:spPr>
        <p:style>
          <a:lnRef idx="1">
            <a:schemeClr val="accent1"/>
          </a:lnRef>
          <a:fillRef idx="0">
            <a:schemeClr val="accent1"/>
          </a:fillRef>
          <a:effectRef idx="0">
            <a:schemeClr val="accent1"/>
          </a:effectRef>
          <a:fontRef idx="minor">
            <a:schemeClr val="lt1"/>
          </a:fontRef>
        </p:style>
      </p:cxnSp>
      <p:sp>
        <p:nvSpPr>
          <p:cNvPr id="107" name="Content Placeholder 10">
            <a:extLst>
              <a:ext uri="{FF2B5EF4-FFF2-40B4-BE49-F238E27FC236}">
                <a16:creationId xmlns:a16="http://schemas.microsoft.com/office/drawing/2014/main" id="{59FCA055-3D35-6860-2743-3629E06034DE}"/>
              </a:ext>
            </a:extLst>
          </p:cNvPr>
          <p:cNvSpPr txBox="1">
            <a:spLocks/>
          </p:cNvSpPr>
          <p:nvPr/>
        </p:nvSpPr>
        <p:spPr>
          <a:xfrm>
            <a:off x="7585635" y="6225771"/>
            <a:ext cx="6358966" cy="380761"/>
          </a:xfrm>
          <a:prstGeom prst="rect">
            <a:avLst/>
          </a:prstGeom>
        </p:spPr>
        <p:txBody>
          <a:bodyPr lIns="0" tIns="0" rIns="0" bIns="0" anchor="t" anchorCtr="0">
            <a:noAutofit/>
          </a:bodyPr>
          <a:lstStyle>
            <a:lvl1pPr marL="0" indent="0" algn="l" defTabSz="1463040" rtl="0" eaLnBrk="1" latinLnBrk="0" hangingPunct="1">
              <a:spcBef>
                <a:spcPts val="1200"/>
              </a:spcBef>
              <a:buFontTx/>
              <a:buNone/>
              <a:defRPr sz="2000" b="1" kern="1200">
                <a:solidFill>
                  <a:schemeClr val="tx1"/>
                </a:solidFill>
                <a:latin typeface="+mn-lt"/>
                <a:ea typeface="+mn-ea"/>
                <a:cs typeface="+mn-cs"/>
              </a:defRPr>
            </a:lvl1pPr>
            <a:lvl2pPr marL="0" indent="0" algn="l" defTabSz="1463040" rtl="0" eaLnBrk="1" latinLnBrk="0" hangingPunct="1">
              <a:spcBef>
                <a:spcPts val="1200"/>
              </a:spcBef>
              <a:buFontTx/>
              <a:buNone/>
              <a:defRPr sz="2000" kern="1200">
                <a:solidFill>
                  <a:schemeClr val="tx1"/>
                </a:solidFill>
                <a:latin typeface="+mn-lt"/>
                <a:ea typeface="+mn-ea"/>
                <a:cs typeface="+mn-cs"/>
              </a:defRPr>
            </a:lvl2pPr>
            <a:lvl3pPr marL="228600" indent="-228600" algn="l" defTabSz="1463040" rtl="0" eaLnBrk="1" latinLnBrk="0" hangingPunct="1">
              <a:spcBef>
                <a:spcPts val="1200"/>
              </a:spcBef>
              <a:buFont typeface="Arial" pitchFamily="34" charset="0"/>
              <a:buChar char="•"/>
              <a:tabLst/>
              <a:defRPr sz="2000" kern="1200">
                <a:solidFill>
                  <a:schemeClr val="tx1"/>
                </a:solidFill>
                <a:latin typeface="+mn-lt"/>
                <a:ea typeface="+mn-ea"/>
                <a:cs typeface="+mn-cs"/>
              </a:defRPr>
            </a:lvl3pPr>
            <a:lvl4pPr marL="457200" indent="-228600" algn="l" defTabSz="1463040" rtl="0" eaLnBrk="1" latinLnBrk="0" hangingPunct="1">
              <a:spcBef>
                <a:spcPts val="600"/>
              </a:spcBef>
              <a:buFont typeface="Arial" pitchFamily="34" charset="0"/>
              <a:buChar char="–"/>
              <a:tabLst/>
              <a:defRPr sz="2000" kern="1200">
                <a:solidFill>
                  <a:schemeClr val="tx1"/>
                </a:solidFill>
                <a:latin typeface="+mn-lt"/>
                <a:ea typeface="+mn-ea"/>
                <a:cs typeface="+mn-cs"/>
              </a:defRPr>
            </a:lvl4pPr>
            <a:lvl5pPr marL="685800" indent="-228600" algn="l" defTabSz="1463040" rtl="0" eaLnBrk="1" latinLnBrk="0" hangingPunct="1">
              <a:spcBef>
                <a:spcPts val="600"/>
              </a:spcBef>
              <a:buFont typeface="Arial" pitchFamily="34" charset="0"/>
              <a:buChar char="–"/>
              <a:tabLst/>
              <a:defRPr sz="2000" kern="1200">
                <a:solidFill>
                  <a:schemeClr val="tx1"/>
                </a:solidFill>
                <a:latin typeface="+mn-lt"/>
                <a:ea typeface="+mn-ea"/>
                <a:cs typeface="+mn-cs"/>
              </a:defRPr>
            </a:lvl5pPr>
            <a:lvl6pPr marL="914400" indent="-228600" algn="l" defTabSz="1463040" rtl="0" eaLnBrk="1" latinLnBrk="0" hangingPunct="1">
              <a:spcBef>
                <a:spcPts val="600"/>
              </a:spcBef>
              <a:buFont typeface="Arial" pitchFamily="34" charset="0"/>
              <a:buChar char="–"/>
              <a:defRPr sz="2000" kern="1200">
                <a:solidFill>
                  <a:schemeClr val="tx1"/>
                </a:solidFill>
                <a:latin typeface="+mn-lt"/>
                <a:ea typeface="+mn-ea"/>
                <a:cs typeface="+mn-cs"/>
              </a:defRPr>
            </a:lvl6pPr>
            <a:lvl7pPr marL="1143000" indent="-228600" algn="l" defTabSz="1463040" rtl="0" eaLnBrk="1" latinLnBrk="0" hangingPunct="1">
              <a:spcBef>
                <a:spcPts val="600"/>
              </a:spcBef>
              <a:buFont typeface="Arial" pitchFamily="34" charset="0"/>
              <a:buChar char="–"/>
              <a:tabLst/>
              <a:defRPr sz="2000" kern="1200">
                <a:solidFill>
                  <a:schemeClr val="tx1"/>
                </a:solidFill>
                <a:latin typeface="+mn-lt"/>
                <a:ea typeface="+mn-ea"/>
                <a:cs typeface="+mn-cs"/>
              </a:defRPr>
            </a:lvl7pPr>
            <a:lvl8pPr marL="1371600" indent="-228600" algn="l" defTabSz="1463040" rtl="0" eaLnBrk="1" latinLnBrk="0" hangingPunct="1">
              <a:spcBef>
                <a:spcPts val="600"/>
              </a:spcBef>
              <a:buFont typeface="Arial" pitchFamily="34" charset="0"/>
              <a:buChar char="–"/>
              <a:defRPr sz="2000" kern="1200" baseline="0">
                <a:solidFill>
                  <a:schemeClr val="tx1"/>
                </a:solidFill>
                <a:latin typeface="+mn-lt"/>
                <a:ea typeface="+mn-ea"/>
                <a:cs typeface="+mn-cs"/>
              </a:defRPr>
            </a:lvl8pPr>
            <a:lvl9pPr marL="1600200" indent="-228600" algn="l" defTabSz="1463040" rtl="0" eaLnBrk="1" latinLnBrk="0" hangingPunct="1">
              <a:spcBef>
                <a:spcPts val="600"/>
              </a:spcBef>
              <a:buFont typeface="Arial" pitchFamily="34" charset="0"/>
              <a:buChar char="–"/>
              <a:tabLst/>
              <a:defRPr sz="2000" kern="1200" baseline="0">
                <a:solidFill>
                  <a:schemeClr val="tx1"/>
                </a:solidFill>
                <a:latin typeface="+mn-lt"/>
                <a:ea typeface="+mn-ea"/>
                <a:cs typeface="+mn-cs"/>
              </a:defRPr>
            </a:lvl9pPr>
          </a:lstStyle>
          <a:p>
            <a:pPr>
              <a:lnSpc>
                <a:spcPct val="90000"/>
              </a:lnSpc>
              <a:spcBef>
                <a:spcPts val="1800"/>
              </a:spcBef>
              <a:spcAft>
                <a:spcPts val="0"/>
              </a:spcAft>
            </a:pPr>
            <a:r>
              <a:rPr lang="en-US" sz="1800" dirty="0">
                <a:solidFill>
                  <a:schemeClr val="accent1"/>
                </a:solidFill>
              </a:rPr>
              <a:t>OUTCOME</a:t>
            </a:r>
          </a:p>
        </p:txBody>
      </p:sp>
      <p:cxnSp>
        <p:nvCxnSpPr>
          <p:cNvPr id="108" name="Straight Connector 107">
            <a:extLst>
              <a:ext uri="{FF2B5EF4-FFF2-40B4-BE49-F238E27FC236}">
                <a16:creationId xmlns:a16="http://schemas.microsoft.com/office/drawing/2014/main" id="{D846828C-6127-9981-0936-689B940BC33A}"/>
              </a:ext>
            </a:extLst>
          </p:cNvPr>
          <p:cNvCxnSpPr>
            <a:cxnSpLocks/>
          </p:cNvCxnSpPr>
          <p:nvPr/>
        </p:nvCxnSpPr>
        <p:spPr>
          <a:xfrm>
            <a:off x="7585634" y="6525630"/>
            <a:ext cx="6355668" cy="0"/>
          </a:xfrm>
          <a:prstGeom prst="line">
            <a:avLst/>
          </a:prstGeom>
          <a:ln w="19050" cap="sq">
            <a:solidFill>
              <a:schemeClr val="tx2">
                <a:lumMod val="90000"/>
              </a:schemeClr>
            </a:solidFill>
          </a:ln>
        </p:spPr>
        <p:style>
          <a:lnRef idx="1">
            <a:schemeClr val="accent1"/>
          </a:lnRef>
          <a:fillRef idx="0">
            <a:schemeClr val="accent1"/>
          </a:fillRef>
          <a:effectRef idx="0">
            <a:schemeClr val="accent1"/>
          </a:effectRef>
          <a:fontRef idx="minor">
            <a:schemeClr val="lt1"/>
          </a:fontRef>
        </p:style>
      </p:cxnSp>
      <p:sp>
        <p:nvSpPr>
          <p:cNvPr id="71" name="TextBox 70">
            <a:extLst>
              <a:ext uri="{FF2B5EF4-FFF2-40B4-BE49-F238E27FC236}">
                <a16:creationId xmlns:a16="http://schemas.microsoft.com/office/drawing/2014/main" id="{37AF1F79-AC0F-0001-7AFA-8F94B2773A6E}"/>
              </a:ext>
            </a:extLst>
          </p:cNvPr>
          <p:cNvSpPr txBox="1"/>
          <p:nvPr/>
        </p:nvSpPr>
        <p:spPr>
          <a:xfrm>
            <a:off x="1752837" y="3006090"/>
            <a:ext cx="1067096" cy="153888"/>
          </a:xfrm>
          <a:prstGeom prst="rect">
            <a:avLst/>
          </a:prstGeom>
          <a:noFill/>
        </p:spPr>
        <p:txBody>
          <a:bodyPr wrap="square" lIns="0" tIns="0" rIns="0" bIns="0" rtlCol="0">
            <a:noAutofit/>
          </a:bodyPr>
          <a:lstStyle/>
          <a:p>
            <a:r>
              <a:rPr lang="en-US" sz="1000" dirty="0">
                <a:solidFill>
                  <a:schemeClr val="accent6"/>
                </a:solidFill>
              </a:rPr>
              <a:t>Limit Check Call 1</a:t>
            </a:r>
            <a:endParaRPr lang="en-IN" sz="1000" dirty="0">
              <a:solidFill>
                <a:schemeClr val="accent6"/>
              </a:solidFill>
            </a:endParaRPr>
          </a:p>
        </p:txBody>
      </p:sp>
      <p:sp>
        <p:nvSpPr>
          <p:cNvPr id="72" name="TextBox 71">
            <a:extLst>
              <a:ext uri="{FF2B5EF4-FFF2-40B4-BE49-F238E27FC236}">
                <a16:creationId xmlns:a16="http://schemas.microsoft.com/office/drawing/2014/main" id="{D64C5981-2422-1FA6-D03B-F4CDD1463B0C}"/>
              </a:ext>
            </a:extLst>
          </p:cNvPr>
          <p:cNvSpPr txBox="1"/>
          <p:nvPr/>
        </p:nvSpPr>
        <p:spPr>
          <a:xfrm>
            <a:off x="1752837" y="3209344"/>
            <a:ext cx="1067096" cy="153888"/>
          </a:xfrm>
          <a:prstGeom prst="rect">
            <a:avLst/>
          </a:prstGeom>
          <a:noFill/>
        </p:spPr>
        <p:txBody>
          <a:bodyPr wrap="square" lIns="0" tIns="0" rIns="0" bIns="0" rtlCol="0">
            <a:noAutofit/>
          </a:bodyPr>
          <a:lstStyle/>
          <a:p>
            <a:r>
              <a:rPr lang="en-US" sz="1000" dirty="0">
                <a:solidFill>
                  <a:schemeClr val="accent6"/>
                </a:solidFill>
              </a:rPr>
              <a:t>Limit Check Call 2</a:t>
            </a:r>
            <a:endParaRPr lang="en-IN" sz="1000" dirty="0">
              <a:solidFill>
                <a:schemeClr val="accent6"/>
              </a:solidFill>
            </a:endParaRPr>
          </a:p>
        </p:txBody>
      </p:sp>
      <p:sp>
        <p:nvSpPr>
          <p:cNvPr id="73" name="TextBox 72">
            <a:extLst>
              <a:ext uri="{FF2B5EF4-FFF2-40B4-BE49-F238E27FC236}">
                <a16:creationId xmlns:a16="http://schemas.microsoft.com/office/drawing/2014/main" id="{A87718A2-EF80-586F-65DB-0731A391CD19}"/>
              </a:ext>
            </a:extLst>
          </p:cNvPr>
          <p:cNvSpPr txBox="1"/>
          <p:nvPr/>
        </p:nvSpPr>
        <p:spPr>
          <a:xfrm>
            <a:off x="1771783" y="3400398"/>
            <a:ext cx="1615440" cy="153888"/>
          </a:xfrm>
          <a:prstGeom prst="rect">
            <a:avLst/>
          </a:prstGeom>
          <a:noFill/>
        </p:spPr>
        <p:txBody>
          <a:bodyPr wrap="square" lIns="0" tIns="0" rIns="0" bIns="0" rtlCol="0">
            <a:noAutofit/>
          </a:bodyPr>
          <a:lstStyle/>
          <a:p>
            <a:r>
              <a:rPr lang="en-US" sz="1000" dirty="0">
                <a:solidFill>
                  <a:srgbClr val="156082"/>
                </a:solidFill>
              </a:rPr>
              <a:t>Limit Check Call 3</a:t>
            </a:r>
            <a:endParaRPr lang="en-IN" sz="1000" dirty="0">
              <a:solidFill>
                <a:srgbClr val="156082"/>
              </a:solidFill>
            </a:endParaRPr>
          </a:p>
        </p:txBody>
      </p:sp>
      <p:sp>
        <p:nvSpPr>
          <p:cNvPr id="81" name="TextBox 80">
            <a:extLst>
              <a:ext uri="{FF2B5EF4-FFF2-40B4-BE49-F238E27FC236}">
                <a16:creationId xmlns:a16="http://schemas.microsoft.com/office/drawing/2014/main" id="{A971A47F-AB47-A28E-7B7A-77955FA173C7}"/>
              </a:ext>
            </a:extLst>
          </p:cNvPr>
          <p:cNvSpPr txBox="1"/>
          <p:nvPr/>
        </p:nvSpPr>
        <p:spPr>
          <a:xfrm>
            <a:off x="3359393" y="4720723"/>
            <a:ext cx="1022293" cy="136179"/>
          </a:xfrm>
          <a:prstGeom prst="rect">
            <a:avLst/>
          </a:prstGeom>
          <a:noFill/>
        </p:spPr>
        <p:txBody>
          <a:bodyPr wrap="square" lIns="0" tIns="0" rIns="0" bIns="0" rtlCol="0">
            <a:noAutofit/>
          </a:bodyPr>
          <a:lstStyle/>
          <a:p>
            <a:r>
              <a:rPr lang="en-US" sz="1000" dirty="0">
                <a:solidFill>
                  <a:srgbClr val="156082"/>
                </a:solidFill>
              </a:rPr>
              <a:t>Limit Check Call 3</a:t>
            </a:r>
            <a:endParaRPr lang="en-IN" sz="1000" dirty="0">
              <a:solidFill>
                <a:srgbClr val="156082"/>
              </a:solidFill>
            </a:endParaRPr>
          </a:p>
        </p:txBody>
      </p:sp>
      <p:sp>
        <p:nvSpPr>
          <p:cNvPr id="83" name="TextBox 82">
            <a:extLst>
              <a:ext uri="{FF2B5EF4-FFF2-40B4-BE49-F238E27FC236}">
                <a16:creationId xmlns:a16="http://schemas.microsoft.com/office/drawing/2014/main" id="{85558B7C-F5B1-21FF-1B97-9BDACFDCB004}"/>
              </a:ext>
            </a:extLst>
          </p:cNvPr>
          <p:cNvSpPr txBox="1"/>
          <p:nvPr/>
        </p:nvSpPr>
        <p:spPr>
          <a:xfrm>
            <a:off x="5375381" y="2841702"/>
            <a:ext cx="1022351" cy="303020"/>
          </a:xfrm>
          <a:prstGeom prst="rect">
            <a:avLst/>
          </a:prstGeom>
          <a:noFill/>
        </p:spPr>
        <p:txBody>
          <a:bodyPr wrap="square" lIns="0" tIns="0" rIns="0" bIns="0" rtlCol="0">
            <a:noAutofit/>
          </a:bodyPr>
          <a:lstStyle/>
          <a:p>
            <a:pPr algn="ctr"/>
            <a:r>
              <a:rPr lang="en-US" sz="1000" dirty="0">
                <a:solidFill>
                  <a:schemeClr val="accent4"/>
                </a:solidFill>
              </a:rPr>
              <a:t>Aggregated Limit</a:t>
            </a:r>
            <a:br>
              <a:rPr lang="en-US" sz="1000" dirty="0">
                <a:solidFill>
                  <a:schemeClr val="accent4"/>
                </a:solidFill>
              </a:rPr>
            </a:br>
            <a:r>
              <a:rPr lang="en-US" sz="1000" dirty="0">
                <a:solidFill>
                  <a:schemeClr val="accent4"/>
                </a:solidFill>
              </a:rPr>
              <a:t>Check Call</a:t>
            </a:r>
            <a:endParaRPr lang="en-IN" sz="1000" dirty="0">
              <a:solidFill>
                <a:schemeClr val="accent4"/>
              </a:solidFill>
            </a:endParaRPr>
          </a:p>
        </p:txBody>
      </p:sp>
      <p:sp>
        <p:nvSpPr>
          <p:cNvPr id="86" name="TextBox 85">
            <a:extLst>
              <a:ext uri="{FF2B5EF4-FFF2-40B4-BE49-F238E27FC236}">
                <a16:creationId xmlns:a16="http://schemas.microsoft.com/office/drawing/2014/main" id="{E8081F47-A2BF-E926-2222-211275439453}"/>
              </a:ext>
            </a:extLst>
          </p:cNvPr>
          <p:cNvSpPr txBox="1"/>
          <p:nvPr/>
        </p:nvSpPr>
        <p:spPr>
          <a:xfrm>
            <a:off x="5274309" y="3405478"/>
            <a:ext cx="1224494" cy="276834"/>
          </a:xfrm>
          <a:prstGeom prst="rect">
            <a:avLst/>
          </a:prstGeom>
          <a:noFill/>
        </p:spPr>
        <p:txBody>
          <a:bodyPr wrap="square" lIns="0" tIns="0" rIns="0" bIns="0" rtlCol="0">
            <a:noAutofit/>
          </a:bodyPr>
          <a:lstStyle/>
          <a:p>
            <a:pPr algn="ctr"/>
            <a:r>
              <a:rPr lang="en-US" sz="1000" dirty="0">
                <a:solidFill>
                  <a:schemeClr val="accent4"/>
                </a:solidFill>
              </a:rPr>
              <a:t>Aggregated Limit Check Response</a:t>
            </a:r>
            <a:endParaRPr lang="en-IN" sz="1000" dirty="0">
              <a:solidFill>
                <a:schemeClr val="accent4"/>
              </a:solidFill>
            </a:endParaRPr>
          </a:p>
        </p:txBody>
      </p:sp>
      <p:sp>
        <p:nvSpPr>
          <p:cNvPr id="87" name="TextBox 86">
            <a:extLst>
              <a:ext uri="{FF2B5EF4-FFF2-40B4-BE49-F238E27FC236}">
                <a16:creationId xmlns:a16="http://schemas.microsoft.com/office/drawing/2014/main" id="{8243BD43-0727-1345-4079-3A0B2EF71EFD}"/>
              </a:ext>
            </a:extLst>
          </p:cNvPr>
          <p:cNvSpPr txBox="1"/>
          <p:nvPr/>
        </p:nvSpPr>
        <p:spPr>
          <a:xfrm>
            <a:off x="2442324" y="4011624"/>
            <a:ext cx="1428216" cy="145892"/>
          </a:xfrm>
          <a:prstGeom prst="rect">
            <a:avLst/>
          </a:prstGeom>
          <a:noFill/>
        </p:spPr>
        <p:txBody>
          <a:bodyPr wrap="square" lIns="0" tIns="0" rIns="0" bIns="0" rtlCol="0">
            <a:noAutofit/>
          </a:bodyPr>
          <a:lstStyle/>
          <a:p>
            <a:r>
              <a:rPr lang="en-US" sz="1000" dirty="0">
                <a:solidFill>
                  <a:srgbClr val="4EA72E"/>
                </a:solidFill>
              </a:rPr>
              <a:t>Limit Check Response 1 </a:t>
            </a:r>
            <a:endParaRPr lang="en-IN" sz="1000" dirty="0">
              <a:solidFill>
                <a:srgbClr val="4EA72E"/>
              </a:solidFill>
            </a:endParaRPr>
          </a:p>
        </p:txBody>
      </p:sp>
      <p:sp>
        <p:nvSpPr>
          <p:cNvPr id="88" name="TextBox 87">
            <a:extLst>
              <a:ext uri="{FF2B5EF4-FFF2-40B4-BE49-F238E27FC236}">
                <a16:creationId xmlns:a16="http://schemas.microsoft.com/office/drawing/2014/main" id="{E5781F28-49DA-F019-1431-83BF1E30A53F}"/>
              </a:ext>
            </a:extLst>
          </p:cNvPr>
          <p:cNvSpPr txBox="1"/>
          <p:nvPr/>
        </p:nvSpPr>
        <p:spPr>
          <a:xfrm>
            <a:off x="2442324" y="4336933"/>
            <a:ext cx="1428216" cy="145892"/>
          </a:xfrm>
          <a:prstGeom prst="rect">
            <a:avLst/>
          </a:prstGeom>
          <a:noFill/>
        </p:spPr>
        <p:txBody>
          <a:bodyPr wrap="square" lIns="0" tIns="0" rIns="0" bIns="0" rtlCol="0">
            <a:noAutofit/>
          </a:bodyPr>
          <a:lstStyle/>
          <a:p>
            <a:r>
              <a:rPr lang="en-US" sz="1000" dirty="0">
                <a:solidFill>
                  <a:srgbClr val="4EA72E"/>
                </a:solidFill>
              </a:rPr>
              <a:t>Limit Check Response 2 </a:t>
            </a:r>
            <a:endParaRPr lang="en-IN" sz="1000" dirty="0">
              <a:solidFill>
                <a:srgbClr val="4EA72E"/>
              </a:solidFill>
            </a:endParaRPr>
          </a:p>
        </p:txBody>
      </p:sp>
      <p:cxnSp>
        <p:nvCxnSpPr>
          <p:cNvPr id="90" name="Straight Arrow Connector 89">
            <a:extLst>
              <a:ext uri="{FF2B5EF4-FFF2-40B4-BE49-F238E27FC236}">
                <a16:creationId xmlns:a16="http://schemas.microsoft.com/office/drawing/2014/main" id="{C1CFAFED-AFFD-C21C-F098-ACE48BBC6D27}"/>
              </a:ext>
            </a:extLst>
          </p:cNvPr>
          <p:cNvCxnSpPr>
            <a:cxnSpLocks/>
          </p:cNvCxnSpPr>
          <p:nvPr/>
        </p:nvCxnSpPr>
        <p:spPr>
          <a:xfrm>
            <a:off x="1752837" y="3375634"/>
            <a:ext cx="1117289" cy="0"/>
          </a:xfrm>
          <a:prstGeom prst="straightConnector1">
            <a:avLst/>
          </a:prstGeom>
          <a:ln w="12700" cap="rnd">
            <a:solidFill>
              <a:schemeClr val="accent6"/>
            </a:solidFill>
            <a:tailEnd type="arrow" w="med" len="sm"/>
          </a:ln>
        </p:spPr>
        <p:style>
          <a:lnRef idx="1">
            <a:schemeClr val="accent1"/>
          </a:lnRef>
          <a:fillRef idx="0">
            <a:schemeClr val="accent1"/>
          </a:fillRef>
          <a:effectRef idx="0">
            <a:schemeClr val="accent1"/>
          </a:effectRef>
          <a:fontRef idx="minor">
            <a:schemeClr val="lt1"/>
          </a:fontRef>
        </p:style>
      </p:cxnSp>
      <p:cxnSp>
        <p:nvCxnSpPr>
          <p:cNvPr id="94" name="Straight Arrow Connector 93">
            <a:extLst>
              <a:ext uri="{FF2B5EF4-FFF2-40B4-BE49-F238E27FC236}">
                <a16:creationId xmlns:a16="http://schemas.microsoft.com/office/drawing/2014/main" id="{59426093-82CA-E10E-9D3A-D8AAA2C35580}"/>
              </a:ext>
            </a:extLst>
          </p:cNvPr>
          <p:cNvCxnSpPr>
            <a:cxnSpLocks/>
          </p:cNvCxnSpPr>
          <p:nvPr/>
        </p:nvCxnSpPr>
        <p:spPr>
          <a:xfrm>
            <a:off x="1771783" y="3577163"/>
            <a:ext cx="1098343" cy="0"/>
          </a:xfrm>
          <a:prstGeom prst="straightConnector1">
            <a:avLst/>
          </a:prstGeom>
          <a:ln w="12700" cap="rnd">
            <a:solidFill>
              <a:schemeClr val="accent4"/>
            </a:solidFill>
            <a:tailEnd type="arrow" w="med" len="sm"/>
          </a:ln>
        </p:spPr>
        <p:style>
          <a:lnRef idx="1">
            <a:schemeClr val="accent1"/>
          </a:lnRef>
          <a:fillRef idx="0">
            <a:schemeClr val="accent1"/>
          </a:fillRef>
          <a:effectRef idx="0">
            <a:schemeClr val="accent1"/>
          </a:effectRef>
          <a:fontRef idx="minor">
            <a:schemeClr val="lt1"/>
          </a:fontRef>
        </p:style>
      </p:cxnSp>
      <p:cxnSp>
        <p:nvCxnSpPr>
          <p:cNvPr id="97" name="Straight Arrow Connector 96">
            <a:extLst>
              <a:ext uri="{FF2B5EF4-FFF2-40B4-BE49-F238E27FC236}">
                <a16:creationId xmlns:a16="http://schemas.microsoft.com/office/drawing/2014/main" id="{7EB15572-B3D6-A32D-9142-F7E682865349}"/>
              </a:ext>
            </a:extLst>
          </p:cNvPr>
          <p:cNvCxnSpPr>
            <a:cxnSpLocks/>
          </p:cNvCxnSpPr>
          <p:nvPr/>
        </p:nvCxnSpPr>
        <p:spPr>
          <a:xfrm>
            <a:off x="3441935" y="3174105"/>
            <a:ext cx="1138051" cy="0"/>
          </a:xfrm>
          <a:prstGeom prst="straightConnector1">
            <a:avLst/>
          </a:prstGeom>
          <a:ln w="12700" cap="rnd">
            <a:solidFill>
              <a:schemeClr val="accent6"/>
            </a:solidFill>
            <a:tailEnd type="arrow" w="med" len="sm"/>
          </a:ln>
        </p:spPr>
        <p:style>
          <a:lnRef idx="1">
            <a:schemeClr val="accent1"/>
          </a:lnRef>
          <a:fillRef idx="0">
            <a:schemeClr val="accent1"/>
          </a:fillRef>
          <a:effectRef idx="0">
            <a:schemeClr val="accent1"/>
          </a:effectRef>
          <a:fontRef idx="minor">
            <a:schemeClr val="lt1"/>
          </a:fontRef>
        </p:style>
      </p:cxnSp>
      <p:cxnSp>
        <p:nvCxnSpPr>
          <p:cNvPr id="98" name="Straight Arrow Connector 97">
            <a:extLst>
              <a:ext uri="{FF2B5EF4-FFF2-40B4-BE49-F238E27FC236}">
                <a16:creationId xmlns:a16="http://schemas.microsoft.com/office/drawing/2014/main" id="{25546431-6439-FA2E-04B2-FC7AF0AACEEE}"/>
              </a:ext>
            </a:extLst>
          </p:cNvPr>
          <p:cNvCxnSpPr>
            <a:cxnSpLocks/>
          </p:cNvCxnSpPr>
          <p:nvPr/>
        </p:nvCxnSpPr>
        <p:spPr>
          <a:xfrm>
            <a:off x="3441935" y="3375634"/>
            <a:ext cx="1138051" cy="0"/>
          </a:xfrm>
          <a:prstGeom prst="straightConnector1">
            <a:avLst/>
          </a:prstGeom>
          <a:ln w="12700" cap="rnd">
            <a:solidFill>
              <a:schemeClr val="accent6"/>
            </a:solidFill>
            <a:tailEnd type="arrow" w="med" len="sm"/>
          </a:ln>
        </p:spPr>
        <p:style>
          <a:lnRef idx="1">
            <a:schemeClr val="accent1"/>
          </a:lnRef>
          <a:fillRef idx="0">
            <a:schemeClr val="accent1"/>
          </a:fillRef>
          <a:effectRef idx="0">
            <a:schemeClr val="accent1"/>
          </a:effectRef>
          <a:fontRef idx="minor">
            <a:schemeClr val="lt1"/>
          </a:fontRef>
        </p:style>
      </p:cxnSp>
      <p:cxnSp>
        <p:nvCxnSpPr>
          <p:cNvPr id="100" name="Straight Arrow Connector 99">
            <a:extLst>
              <a:ext uri="{FF2B5EF4-FFF2-40B4-BE49-F238E27FC236}">
                <a16:creationId xmlns:a16="http://schemas.microsoft.com/office/drawing/2014/main" id="{72CA7CBB-C5A9-C0B9-65C7-36056C47B3A2}"/>
              </a:ext>
            </a:extLst>
          </p:cNvPr>
          <p:cNvCxnSpPr>
            <a:cxnSpLocks/>
          </p:cNvCxnSpPr>
          <p:nvPr/>
        </p:nvCxnSpPr>
        <p:spPr>
          <a:xfrm>
            <a:off x="5255243" y="3174105"/>
            <a:ext cx="1262627" cy="0"/>
          </a:xfrm>
          <a:prstGeom prst="straightConnector1">
            <a:avLst/>
          </a:prstGeom>
          <a:ln w="12700" cap="rnd">
            <a:solidFill>
              <a:schemeClr val="accent4"/>
            </a:solidFill>
            <a:tailEnd type="arrow" w="med" len="sm"/>
          </a:ln>
        </p:spPr>
        <p:style>
          <a:lnRef idx="1">
            <a:schemeClr val="accent1"/>
          </a:lnRef>
          <a:fillRef idx="0">
            <a:schemeClr val="accent1"/>
          </a:fillRef>
          <a:effectRef idx="0">
            <a:schemeClr val="accent1"/>
          </a:effectRef>
          <a:fontRef idx="minor">
            <a:schemeClr val="lt1"/>
          </a:fontRef>
        </p:style>
      </p:cxnSp>
      <p:cxnSp>
        <p:nvCxnSpPr>
          <p:cNvPr id="103" name="Straight Arrow Connector 102">
            <a:extLst>
              <a:ext uri="{FF2B5EF4-FFF2-40B4-BE49-F238E27FC236}">
                <a16:creationId xmlns:a16="http://schemas.microsoft.com/office/drawing/2014/main" id="{9DD5E7A0-7FE8-101F-7800-DB5E7DFB8B08}"/>
              </a:ext>
            </a:extLst>
          </p:cNvPr>
          <p:cNvCxnSpPr>
            <a:cxnSpLocks/>
          </p:cNvCxnSpPr>
          <p:nvPr/>
        </p:nvCxnSpPr>
        <p:spPr>
          <a:xfrm>
            <a:off x="5277742" y="3375634"/>
            <a:ext cx="1217628" cy="0"/>
          </a:xfrm>
          <a:prstGeom prst="straightConnector1">
            <a:avLst/>
          </a:prstGeom>
          <a:ln w="12700" cap="rnd">
            <a:solidFill>
              <a:schemeClr val="accent4"/>
            </a:solidFill>
            <a:headEnd type="arrow" w="med" len="sm"/>
            <a:tailEnd type="none" w="med" len="sm"/>
          </a:ln>
        </p:spPr>
        <p:style>
          <a:lnRef idx="1">
            <a:schemeClr val="accent1"/>
          </a:lnRef>
          <a:fillRef idx="0">
            <a:schemeClr val="accent1"/>
          </a:fillRef>
          <a:effectRef idx="0">
            <a:schemeClr val="accent1"/>
          </a:effectRef>
          <a:fontRef idx="minor">
            <a:schemeClr val="lt1"/>
          </a:fontRef>
        </p:style>
      </p:cxnSp>
      <p:sp>
        <p:nvSpPr>
          <p:cNvPr id="111" name="TextBox 110">
            <a:extLst>
              <a:ext uri="{FF2B5EF4-FFF2-40B4-BE49-F238E27FC236}">
                <a16:creationId xmlns:a16="http://schemas.microsoft.com/office/drawing/2014/main" id="{7A5B35E9-614A-0D9B-EBF8-5A1CCF3F2403}"/>
              </a:ext>
            </a:extLst>
          </p:cNvPr>
          <p:cNvSpPr txBox="1"/>
          <p:nvPr/>
        </p:nvSpPr>
        <p:spPr>
          <a:xfrm>
            <a:off x="3441937" y="3006090"/>
            <a:ext cx="1067096" cy="153888"/>
          </a:xfrm>
          <a:prstGeom prst="rect">
            <a:avLst/>
          </a:prstGeom>
          <a:noFill/>
        </p:spPr>
        <p:txBody>
          <a:bodyPr wrap="square" lIns="0" tIns="0" rIns="0" bIns="0" rtlCol="0">
            <a:noAutofit/>
          </a:bodyPr>
          <a:lstStyle/>
          <a:p>
            <a:r>
              <a:rPr lang="en-US" sz="1000" dirty="0">
                <a:solidFill>
                  <a:schemeClr val="accent6"/>
                </a:solidFill>
              </a:rPr>
              <a:t>Limit Check Call 1</a:t>
            </a:r>
            <a:endParaRPr lang="en-IN" sz="1000" dirty="0">
              <a:solidFill>
                <a:schemeClr val="accent6"/>
              </a:solidFill>
            </a:endParaRPr>
          </a:p>
        </p:txBody>
      </p:sp>
      <p:sp>
        <p:nvSpPr>
          <p:cNvPr id="112" name="TextBox 111">
            <a:extLst>
              <a:ext uri="{FF2B5EF4-FFF2-40B4-BE49-F238E27FC236}">
                <a16:creationId xmlns:a16="http://schemas.microsoft.com/office/drawing/2014/main" id="{FF85ED00-8D67-A303-62CB-7AD6C42145E5}"/>
              </a:ext>
            </a:extLst>
          </p:cNvPr>
          <p:cNvSpPr txBox="1"/>
          <p:nvPr/>
        </p:nvSpPr>
        <p:spPr>
          <a:xfrm>
            <a:off x="3441937" y="3209344"/>
            <a:ext cx="1067096" cy="153888"/>
          </a:xfrm>
          <a:prstGeom prst="rect">
            <a:avLst/>
          </a:prstGeom>
          <a:noFill/>
        </p:spPr>
        <p:txBody>
          <a:bodyPr wrap="square" lIns="0" tIns="0" rIns="0" bIns="0" rtlCol="0">
            <a:noAutofit/>
          </a:bodyPr>
          <a:lstStyle/>
          <a:p>
            <a:r>
              <a:rPr lang="en-US" sz="1000" dirty="0">
                <a:solidFill>
                  <a:schemeClr val="accent6"/>
                </a:solidFill>
              </a:rPr>
              <a:t>Limit Check Call 2</a:t>
            </a:r>
            <a:endParaRPr lang="en-IN" sz="1000" dirty="0">
              <a:solidFill>
                <a:schemeClr val="accent6"/>
              </a:solidFill>
            </a:endParaRPr>
          </a:p>
        </p:txBody>
      </p:sp>
      <p:grpSp>
        <p:nvGrpSpPr>
          <p:cNvPr id="106" name="Group 105">
            <a:extLst>
              <a:ext uri="{FF2B5EF4-FFF2-40B4-BE49-F238E27FC236}">
                <a16:creationId xmlns:a16="http://schemas.microsoft.com/office/drawing/2014/main" id="{C641DC07-54D6-04F6-651D-89AE356B0FD4}"/>
              </a:ext>
            </a:extLst>
          </p:cNvPr>
          <p:cNvGrpSpPr/>
          <p:nvPr/>
        </p:nvGrpSpPr>
        <p:grpSpPr>
          <a:xfrm>
            <a:off x="2713181" y="2984353"/>
            <a:ext cx="818826" cy="973679"/>
            <a:chOff x="2713181" y="2984353"/>
            <a:chExt cx="818826" cy="973679"/>
          </a:xfrm>
        </p:grpSpPr>
        <p:sp>
          <p:nvSpPr>
            <p:cNvPr id="20" name="TextBox 19">
              <a:extLst>
                <a:ext uri="{FF2B5EF4-FFF2-40B4-BE49-F238E27FC236}">
                  <a16:creationId xmlns:a16="http://schemas.microsoft.com/office/drawing/2014/main" id="{F55B6740-FF4C-3DB1-3000-5FA11A548F55}"/>
                </a:ext>
              </a:extLst>
            </p:cNvPr>
            <p:cNvSpPr txBox="1"/>
            <p:nvPr/>
          </p:nvSpPr>
          <p:spPr>
            <a:xfrm>
              <a:off x="2713181" y="3594840"/>
              <a:ext cx="818826" cy="363192"/>
            </a:xfrm>
            <a:prstGeom prst="rect">
              <a:avLst/>
            </a:prstGeom>
            <a:noFill/>
          </p:spPr>
          <p:txBody>
            <a:bodyPr wrap="square" lIns="0" tIns="0" rIns="0" bIns="0" rtlCol="0">
              <a:noAutofit/>
            </a:bodyPr>
            <a:lstStyle/>
            <a:p>
              <a:pPr algn="ctr">
                <a:lnSpc>
                  <a:spcPct val="90000"/>
                </a:lnSpc>
              </a:pPr>
              <a:r>
                <a:rPr lang="en-US" sz="1200" dirty="0">
                  <a:solidFill>
                    <a:schemeClr val="tx1">
                      <a:lumMod val="75000"/>
                      <a:lumOff val="25000"/>
                    </a:schemeClr>
                  </a:solidFill>
                </a:rPr>
                <a:t>Client ID Screening</a:t>
              </a:r>
            </a:p>
          </p:txBody>
        </p:sp>
        <p:grpSp>
          <p:nvGrpSpPr>
            <p:cNvPr id="3" name="Group 323">
              <a:extLst>
                <a:ext uri="{FF2B5EF4-FFF2-40B4-BE49-F238E27FC236}">
                  <a16:creationId xmlns:a16="http://schemas.microsoft.com/office/drawing/2014/main" id="{B16229A0-1825-DA41-3792-5EF3C56A6B15}"/>
                </a:ext>
              </a:extLst>
            </p:cNvPr>
            <p:cNvGrpSpPr>
              <a:grpSpLocks noChangeAspect="1"/>
            </p:cNvGrpSpPr>
            <p:nvPr/>
          </p:nvGrpSpPr>
          <p:grpSpPr bwMode="auto">
            <a:xfrm>
              <a:off x="2956804" y="2984353"/>
              <a:ext cx="346710" cy="518160"/>
              <a:chOff x="6924" y="1113"/>
              <a:chExt cx="182" cy="272"/>
            </a:xfrm>
            <a:solidFill>
              <a:schemeClr val="accent1"/>
            </a:solidFill>
          </p:grpSpPr>
          <p:sp>
            <p:nvSpPr>
              <p:cNvPr id="25" name="Freeform 324">
                <a:extLst>
                  <a:ext uri="{FF2B5EF4-FFF2-40B4-BE49-F238E27FC236}">
                    <a16:creationId xmlns:a16="http://schemas.microsoft.com/office/drawing/2014/main" id="{0C21B872-F102-EEE2-9326-EC92C25D29EF}"/>
                  </a:ext>
                </a:extLst>
              </p:cNvPr>
              <p:cNvSpPr>
                <a:spLocks/>
              </p:cNvSpPr>
              <p:nvPr/>
            </p:nvSpPr>
            <p:spPr bwMode="auto">
              <a:xfrm>
                <a:off x="6924" y="1139"/>
                <a:ext cx="182" cy="246"/>
              </a:xfrm>
              <a:custGeom>
                <a:avLst/>
                <a:gdLst>
                  <a:gd name="T0" fmla="*/ 0 w 798"/>
                  <a:gd name="T1" fmla="*/ 543 h 1078"/>
                  <a:gd name="T2" fmla="*/ 0 w 798"/>
                  <a:gd name="T3" fmla="*/ 53 h 1078"/>
                  <a:gd name="T4" fmla="*/ 46 w 798"/>
                  <a:gd name="T5" fmla="*/ 9 h 1078"/>
                  <a:gd name="T6" fmla="*/ 204 w 798"/>
                  <a:gd name="T7" fmla="*/ 9 h 1078"/>
                  <a:gd name="T8" fmla="*/ 223 w 798"/>
                  <a:gd name="T9" fmla="*/ 28 h 1078"/>
                  <a:gd name="T10" fmla="*/ 185 w 798"/>
                  <a:gd name="T11" fmla="*/ 67 h 1078"/>
                  <a:gd name="T12" fmla="*/ 77 w 798"/>
                  <a:gd name="T13" fmla="*/ 67 h 1078"/>
                  <a:gd name="T14" fmla="*/ 58 w 798"/>
                  <a:gd name="T15" fmla="*/ 86 h 1078"/>
                  <a:gd name="T16" fmla="*/ 58 w 798"/>
                  <a:gd name="T17" fmla="*/ 1002 h 1078"/>
                  <a:gd name="T18" fmla="*/ 77 w 798"/>
                  <a:gd name="T19" fmla="*/ 1021 h 1078"/>
                  <a:gd name="T20" fmla="*/ 719 w 798"/>
                  <a:gd name="T21" fmla="*/ 1021 h 1078"/>
                  <a:gd name="T22" fmla="*/ 740 w 798"/>
                  <a:gd name="T23" fmla="*/ 999 h 1078"/>
                  <a:gd name="T24" fmla="*/ 740 w 798"/>
                  <a:gd name="T25" fmla="*/ 89 h 1078"/>
                  <a:gd name="T26" fmla="*/ 717 w 798"/>
                  <a:gd name="T27" fmla="*/ 66 h 1078"/>
                  <a:gd name="T28" fmla="*/ 591 w 798"/>
                  <a:gd name="T29" fmla="*/ 67 h 1078"/>
                  <a:gd name="T30" fmla="*/ 573 w 798"/>
                  <a:gd name="T31" fmla="*/ 48 h 1078"/>
                  <a:gd name="T32" fmla="*/ 610 w 798"/>
                  <a:gd name="T33" fmla="*/ 9 h 1078"/>
                  <a:gd name="T34" fmla="*/ 756 w 798"/>
                  <a:gd name="T35" fmla="*/ 9 h 1078"/>
                  <a:gd name="T36" fmla="*/ 798 w 798"/>
                  <a:gd name="T37" fmla="*/ 51 h 1078"/>
                  <a:gd name="T38" fmla="*/ 798 w 798"/>
                  <a:gd name="T39" fmla="*/ 1037 h 1078"/>
                  <a:gd name="T40" fmla="*/ 757 w 798"/>
                  <a:gd name="T41" fmla="*/ 1078 h 1078"/>
                  <a:gd name="T42" fmla="*/ 41 w 798"/>
                  <a:gd name="T43" fmla="*/ 1078 h 1078"/>
                  <a:gd name="T44" fmla="*/ 0 w 798"/>
                  <a:gd name="T45" fmla="*/ 1037 h 1078"/>
                  <a:gd name="T46" fmla="*/ 0 w 798"/>
                  <a:gd name="T47" fmla="*/ 543 h 10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98" h="1078">
                    <a:moveTo>
                      <a:pt x="0" y="543"/>
                    </a:moveTo>
                    <a:cubicBezTo>
                      <a:pt x="0" y="380"/>
                      <a:pt x="0" y="217"/>
                      <a:pt x="0" y="53"/>
                    </a:cubicBezTo>
                    <a:cubicBezTo>
                      <a:pt x="0" y="18"/>
                      <a:pt x="10" y="9"/>
                      <a:pt x="46" y="9"/>
                    </a:cubicBezTo>
                    <a:cubicBezTo>
                      <a:pt x="98" y="9"/>
                      <a:pt x="151" y="9"/>
                      <a:pt x="204" y="9"/>
                    </a:cubicBezTo>
                    <a:cubicBezTo>
                      <a:pt x="218" y="8"/>
                      <a:pt x="224" y="13"/>
                      <a:pt x="223" y="28"/>
                    </a:cubicBezTo>
                    <a:cubicBezTo>
                      <a:pt x="222" y="74"/>
                      <a:pt x="226" y="66"/>
                      <a:pt x="185" y="67"/>
                    </a:cubicBezTo>
                    <a:cubicBezTo>
                      <a:pt x="149" y="67"/>
                      <a:pt x="113" y="67"/>
                      <a:pt x="77" y="67"/>
                    </a:cubicBezTo>
                    <a:cubicBezTo>
                      <a:pt x="63" y="66"/>
                      <a:pt x="58" y="71"/>
                      <a:pt x="58" y="86"/>
                    </a:cubicBezTo>
                    <a:cubicBezTo>
                      <a:pt x="58" y="391"/>
                      <a:pt x="58" y="697"/>
                      <a:pt x="58" y="1002"/>
                    </a:cubicBezTo>
                    <a:cubicBezTo>
                      <a:pt x="58" y="1017"/>
                      <a:pt x="63" y="1021"/>
                      <a:pt x="77" y="1021"/>
                    </a:cubicBezTo>
                    <a:cubicBezTo>
                      <a:pt x="291" y="1021"/>
                      <a:pt x="505" y="1021"/>
                      <a:pt x="719" y="1021"/>
                    </a:cubicBezTo>
                    <a:cubicBezTo>
                      <a:pt x="736" y="1021"/>
                      <a:pt x="740" y="1015"/>
                      <a:pt x="740" y="999"/>
                    </a:cubicBezTo>
                    <a:cubicBezTo>
                      <a:pt x="740" y="696"/>
                      <a:pt x="740" y="393"/>
                      <a:pt x="740" y="89"/>
                    </a:cubicBezTo>
                    <a:cubicBezTo>
                      <a:pt x="741" y="72"/>
                      <a:pt x="735" y="66"/>
                      <a:pt x="717" y="66"/>
                    </a:cubicBezTo>
                    <a:cubicBezTo>
                      <a:pt x="675" y="67"/>
                      <a:pt x="633" y="66"/>
                      <a:pt x="591" y="67"/>
                    </a:cubicBezTo>
                    <a:cubicBezTo>
                      <a:pt x="577" y="67"/>
                      <a:pt x="573" y="62"/>
                      <a:pt x="573" y="48"/>
                    </a:cubicBezTo>
                    <a:cubicBezTo>
                      <a:pt x="574" y="0"/>
                      <a:pt x="570" y="9"/>
                      <a:pt x="610" y="9"/>
                    </a:cubicBezTo>
                    <a:cubicBezTo>
                      <a:pt x="659" y="9"/>
                      <a:pt x="708" y="9"/>
                      <a:pt x="756" y="9"/>
                    </a:cubicBezTo>
                    <a:cubicBezTo>
                      <a:pt x="788" y="9"/>
                      <a:pt x="798" y="20"/>
                      <a:pt x="798" y="51"/>
                    </a:cubicBezTo>
                    <a:cubicBezTo>
                      <a:pt x="798" y="380"/>
                      <a:pt x="798" y="708"/>
                      <a:pt x="798" y="1037"/>
                    </a:cubicBezTo>
                    <a:cubicBezTo>
                      <a:pt x="798" y="1070"/>
                      <a:pt x="790" y="1078"/>
                      <a:pt x="757" y="1078"/>
                    </a:cubicBezTo>
                    <a:cubicBezTo>
                      <a:pt x="518" y="1078"/>
                      <a:pt x="280" y="1078"/>
                      <a:pt x="41" y="1078"/>
                    </a:cubicBezTo>
                    <a:cubicBezTo>
                      <a:pt x="8" y="1078"/>
                      <a:pt x="0" y="1070"/>
                      <a:pt x="0" y="1037"/>
                    </a:cubicBezTo>
                    <a:cubicBezTo>
                      <a:pt x="0" y="872"/>
                      <a:pt x="0" y="708"/>
                      <a:pt x="0" y="5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09728" tIns="54864" rIns="109728" bIns="54864" numCol="1" anchor="t" anchorCtr="0" compatLnSpc="1">
                <a:prstTxWarp prst="textNoShape">
                  <a:avLst/>
                </a:prstTxWarp>
              </a:bodyPr>
              <a:lstStyle/>
              <a:p>
                <a:endParaRPr lang="uk-UA" sz="3456"/>
              </a:p>
            </p:txBody>
          </p:sp>
          <p:sp>
            <p:nvSpPr>
              <p:cNvPr id="38" name="Freeform 325">
                <a:extLst>
                  <a:ext uri="{FF2B5EF4-FFF2-40B4-BE49-F238E27FC236}">
                    <a16:creationId xmlns:a16="http://schemas.microsoft.com/office/drawing/2014/main" id="{7C297E6E-4F20-2C03-B58E-F24453731DCD}"/>
                  </a:ext>
                </a:extLst>
              </p:cNvPr>
              <p:cNvSpPr>
                <a:spLocks noEditPoints="1"/>
              </p:cNvSpPr>
              <p:nvPr/>
            </p:nvSpPr>
            <p:spPr bwMode="auto">
              <a:xfrm>
                <a:off x="6952" y="1186"/>
                <a:ext cx="126" cy="120"/>
              </a:xfrm>
              <a:custGeom>
                <a:avLst/>
                <a:gdLst>
                  <a:gd name="T0" fmla="*/ 277 w 550"/>
                  <a:gd name="T1" fmla="*/ 1 h 527"/>
                  <a:gd name="T2" fmla="*/ 505 w 550"/>
                  <a:gd name="T3" fmla="*/ 1 h 527"/>
                  <a:gd name="T4" fmla="*/ 550 w 550"/>
                  <a:gd name="T5" fmla="*/ 45 h 527"/>
                  <a:gd name="T6" fmla="*/ 550 w 550"/>
                  <a:gd name="T7" fmla="*/ 485 h 527"/>
                  <a:gd name="T8" fmla="*/ 507 w 550"/>
                  <a:gd name="T9" fmla="*/ 527 h 527"/>
                  <a:gd name="T10" fmla="*/ 42 w 550"/>
                  <a:gd name="T11" fmla="*/ 527 h 527"/>
                  <a:gd name="T12" fmla="*/ 0 w 550"/>
                  <a:gd name="T13" fmla="*/ 486 h 527"/>
                  <a:gd name="T14" fmla="*/ 0 w 550"/>
                  <a:gd name="T15" fmla="*/ 40 h 527"/>
                  <a:gd name="T16" fmla="*/ 39 w 550"/>
                  <a:gd name="T17" fmla="*/ 1 h 527"/>
                  <a:gd name="T18" fmla="*/ 277 w 550"/>
                  <a:gd name="T19" fmla="*/ 1 h 527"/>
                  <a:gd name="T20" fmla="*/ 58 w 550"/>
                  <a:gd name="T21" fmla="*/ 60 h 527"/>
                  <a:gd name="T22" fmla="*/ 58 w 550"/>
                  <a:gd name="T23" fmla="*/ 84 h 527"/>
                  <a:gd name="T24" fmla="*/ 58 w 550"/>
                  <a:gd name="T25" fmla="*/ 444 h 527"/>
                  <a:gd name="T26" fmla="*/ 58 w 550"/>
                  <a:gd name="T27" fmla="*/ 452 h 527"/>
                  <a:gd name="T28" fmla="*/ 75 w 550"/>
                  <a:gd name="T29" fmla="*/ 470 h 527"/>
                  <a:gd name="T30" fmla="*/ 97 w 550"/>
                  <a:gd name="T31" fmla="*/ 447 h 527"/>
                  <a:gd name="T32" fmla="*/ 97 w 550"/>
                  <a:gd name="T33" fmla="*/ 419 h 527"/>
                  <a:gd name="T34" fmla="*/ 132 w 550"/>
                  <a:gd name="T35" fmla="*/ 360 h 527"/>
                  <a:gd name="T36" fmla="*/ 415 w 550"/>
                  <a:gd name="T37" fmla="*/ 358 h 527"/>
                  <a:gd name="T38" fmla="*/ 451 w 550"/>
                  <a:gd name="T39" fmla="*/ 420 h 527"/>
                  <a:gd name="T40" fmla="*/ 451 w 550"/>
                  <a:gd name="T41" fmla="*/ 446 h 527"/>
                  <a:gd name="T42" fmla="*/ 473 w 550"/>
                  <a:gd name="T43" fmla="*/ 470 h 527"/>
                  <a:gd name="T44" fmla="*/ 493 w 550"/>
                  <a:gd name="T45" fmla="*/ 446 h 527"/>
                  <a:gd name="T46" fmla="*/ 493 w 550"/>
                  <a:gd name="T47" fmla="*/ 80 h 527"/>
                  <a:gd name="T48" fmla="*/ 470 w 550"/>
                  <a:gd name="T49" fmla="*/ 59 h 527"/>
                  <a:gd name="T50" fmla="*/ 80 w 550"/>
                  <a:gd name="T51" fmla="*/ 59 h 527"/>
                  <a:gd name="T52" fmla="*/ 58 w 550"/>
                  <a:gd name="T53" fmla="*/ 60 h 527"/>
                  <a:gd name="T54" fmla="*/ 393 w 550"/>
                  <a:gd name="T55" fmla="*/ 466 h 527"/>
                  <a:gd name="T56" fmla="*/ 393 w 550"/>
                  <a:gd name="T57" fmla="*/ 439 h 527"/>
                  <a:gd name="T58" fmla="*/ 368 w 550"/>
                  <a:gd name="T59" fmla="*/ 401 h 527"/>
                  <a:gd name="T60" fmla="*/ 188 w 550"/>
                  <a:gd name="T61" fmla="*/ 399 h 527"/>
                  <a:gd name="T62" fmla="*/ 157 w 550"/>
                  <a:gd name="T63" fmla="*/ 444 h 527"/>
                  <a:gd name="T64" fmla="*/ 182 w 550"/>
                  <a:gd name="T65" fmla="*/ 469 h 527"/>
                  <a:gd name="T66" fmla="*/ 370 w 550"/>
                  <a:gd name="T67" fmla="*/ 468 h 527"/>
                  <a:gd name="T68" fmla="*/ 393 w 550"/>
                  <a:gd name="T69" fmla="*/ 466 h 5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50" h="527">
                    <a:moveTo>
                      <a:pt x="277" y="1"/>
                    </a:moveTo>
                    <a:cubicBezTo>
                      <a:pt x="353" y="1"/>
                      <a:pt x="429" y="0"/>
                      <a:pt x="505" y="1"/>
                    </a:cubicBezTo>
                    <a:cubicBezTo>
                      <a:pt x="544" y="1"/>
                      <a:pt x="550" y="7"/>
                      <a:pt x="550" y="45"/>
                    </a:cubicBezTo>
                    <a:cubicBezTo>
                      <a:pt x="550" y="192"/>
                      <a:pt x="550" y="338"/>
                      <a:pt x="550" y="485"/>
                    </a:cubicBezTo>
                    <a:cubicBezTo>
                      <a:pt x="550" y="518"/>
                      <a:pt x="541" y="527"/>
                      <a:pt x="507" y="527"/>
                    </a:cubicBezTo>
                    <a:cubicBezTo>
                      <a:pt x="352" y="527"/>
                      <a:pt x="197" y="527"/>
                      <a:pt x="42" y="527"/>
                    </a:cubicBezTo>
                    <a:cubicBezTo>
                      <a:pt x="9" y="527"/>
                      <a:pt x="0" y="518"/>
                      <a:pt x="0" y="486"/>
                    </a:cubicBezTo>
                    <a:cubicBezTo>
                      <a:pt x="0" y="337"/>
                      <a:pt x="0" y="189"/>
                      <a:pt x="0" y="40"/>
                    </a:cubicBezTo>
                    <a:cubicBezTo>
                      <a:pt x="0" y="9"/>
                      <a:pt x="8" y="1"/>
                      <a:pt x="39" y="1"/>
                    </a:cubicBezTo>
                    <a:cubicBezTo>
                      <a:pt x="118" y="0"/>
                      <a:pt x="197" y="1"/>
                      <a:pt x="277" y="1"/>
                    </a:cubicBezTo>
                    <a:close/>
                    <a:moveTo>
                      <a:pt x="58" y="60"/>
                    </a:moveTo>
                    <a:cubicBezTo>
                      <a:pt x="58" y="70"/>
                      <a:pt x="58" y="77"/>
                      <a:pt x="58" y="84"/>
                    </a:cubicBezTo>
                    <a:cubicBezTo>
                      <a:pt x="58" y="204"/>
                      <a:pt x="58" y="324"/>
                      <a:pt x="58" y="444"/>
                    </a:cubicBezTo>
                    <a:cubicBezTo>
                      <a:pt x="58" y="447"/>
                      <a:pt x="58" y="449"/>
                      <a:pt x="58" y="452"/>
                    </a:cubicBezTo>
                    <a:cubicBezTo>
                      <a:pt x="56" y="465"/>
                      <a:pt x="62" y="469"/>
                      <a:pt x="75" y="470"/>
                    </a:cubicBezTo>
                    <a:cubicBezTo>
                      <a:pt x="92" y="471"/>
                      <a:pt x="100" y="465"/>
                      <a:pt x="97" y="447"/>
                    </a:cubicBezTo>
                    <a:cubicBezTo>
                      <a:pt x="96" y="438"/>
                      <a:pt x="98" y="429"/>
                      <a:pt x="97" y="419"/>
                    </a:cubicBezTo>
                    <a:cubicBezTo>
                      <a:pt x="95" y="391"/>
                      <a:pt x="107" y="373"/>
                      <a:pt x="132" y="360"/>
                    </a:cubicBezTo>
                    <a:cubicBezTo>
                      <a:pt x="226" y="310"/>
                      <a:pt x="320" y="310"/>
                      <a:pt x="415" y="358"/>
                    </a:cubicBezTo>
                    <a:cubicBezTo>
                      <a:pt x="441" y="372"/>
                      <a:pt x="456" y="389"/>
                      <a:pt x="451" y="420"/>
                    </a:cubicBezTo>
                    <a:cubicBezTo>
                      <a:pt x="450" y="428"/>
                      <a:pt x="452" y="437"/>
                      <a:pt x="451" y="446"/>
                    </a:cubicBezTo>
                    <a:cubicBezTo>
                      <a:pt x="450" y="462"/>
                      <a:pt x="454" y="470"/>
                      <a:pt x="473" y="470"/>
                    </a:cubicBezTo>
                    <a:cubicBezTo>
                      <a:pt x="492" y="470"/>
                      <a:pt x="493" y="461"/>
                      <a:pt x="493" y="446"/>
                    </a:cubicBezTo>
                    <a:cubicBezTo>
                      <a:pt x="492" y="324"/>
                      <a:pt x="492" y="202"/>
                      <a:pt x="493" y="80"/>
                    </a:cubicBezTo>
                    <a:cubicBezTo>
                      <a:pt x="493" y="62"/>
                      <a:pt x="487" y="58"/>
                      <a:pt x="470" y="59"/>
                    </a:cubicBezTo>
                    <a:cubicBezTo>
                      <a:pt x="340" y="59"/>
                      <a:pt x="210" y="59"/>
                      <a:pt x="80" y="59"/>
                    </a:cubicBezTo>
                    <a:cubicBezTo>
                      <a:pt x="74" y="59"/>
                      <a:pt x="67" y="59"/>
                      <a:pt x="58" y="60"/>
                    </a:cubicBezTo>
                    <a:close/>
                    <a:moveTo>
                      <a:pt x="393" y="466"/>
                    </a:moveTo>
                    <a:cubicBezTo>
                      <a:pt x="393" y="456"/>
                      <a:pt x="391" y="447"/>
                      <a:pt x="393" y="439"/>
                    </a:cubicBezTo>
                    <a:cubicBezTo>
                      <a:pt x="397" y="418"/>
                      <a:pt x="386" y="409"/>
                      <a:pt x="368" y="401"/>
                    </a:cubicBezTo>
                    <a:cubicBezTo>
                      <a:pt x="308" y="375"/>
                      <a:pt x="249" y="373"/>
                      <a:pt x="188" y="399"/>
                    </a:cubicBezTo>
                    <a:cubicBezTo>
                      <a:pt x="157" y="412"/>
                      <a:pt x="158" y="411"/>
                      <a:pt x="157" y="444"/>
                    </a:cubicBezTo>
                    <a:cubicBezTo>
                      <a:pt x="156" y="464"/>
                      <a:pt x="163" y="469"/>
                      <a:pt x="182" y="469"/>
                    </a:cubicBezTo>
                    <a:cubicBezTo>
                      <a:pt x="244" y="468"/>
                      <a:pt x="307" y="469"/>
                      <a:pt x="370" y="468"/>
                    </a:cubicBezTo>
                    <a:cubicBezTo>
                      <a:pt x="377" y="468"/>
                      <a:pt x="384" y="467"/>
                      <a:pt x="393" y="46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09728" tIns="54864" rIns="109728" bIns="54864" numCol="1" anchor="t" anchorCtr="0" compatLnSpc="1">
                <a:prstTxWarp prst="textNoShape">
                  <a:avLst/>
                </a:prstTxWarp>
              </a:bodyPr>
              <a:lstStyle/>
              <a:p>
                <a:endParaRPr lang="uk-UA" sz="3456"/>
              </a:p>
            </p:txBody>
          </p:sp>
          <p:sp>
            <p:nvSpPr>
              <p:cNvPr id="41" name="Freeform 326">
                <a:extLst>
                  <a:ext uri="{FF2B5EF4-FFF2-40B4-BE49-F238E27FC236}">
                    <a16:creationId xmlns:a16="http://schemas.microsoft.com/office/drawing/2014/main" id="{50ACB9E6-CE18-EDE9-9085-31B93616BCE3}"/>
                  </a:ext>
                </a:extLst>
              </p:cNvPr>
              <p:cNvSpPr>
                <a:spLocks noEditPoints="1"/>
              </p:cNvSpPr>
              <p:nvPr/>
            </p:nvSpPr>
            <p:spPr bwMode="auto">
              <a:xfrm>
                <a:off x="6969" y="1113"/>
                <a:ext cx="91" cy="64"/>
              </a:xfrm>
              <a:custGeom>
                <a:avLst/>
                <a:gdLst>
                  <a:gd name="T0" fmla="*/ 198 w 396"/>
                  <a:gd name="T1" fmla="*/ 281 h 282"/>
                  <a:gd name="T2" fmla="*/ 24 w 396"/>
                  <a:gd name="T3" fmla="*/ 282 h 282"/>
                  <a:gd name="T4" fmla="*/ 5 w 396"/>
                  <a:gd name="T5" fmla="*/ 262 h 282"/>
                  <a:gd name="T6" fmla="*/ 43 w 396"/>
                  <a:gd name="T7" fmla="*/ 224 h 282"/>
                  <a:gd name="T8" fmla="*/ 73 w 396"/>
                  <a:gd name="T9" fmla="*/ 193 h 282"/>
                  <a:gd name="T10" fmla="*/ 73 w 396"/>
                  <a:gd name="T11" fmla="*/ 39 h 282"/>
                  <a:gd name="T12" fmla="*/ 108 w 396"/>
                  <a:gd name="T13" fmla="*/ 1 h 282"/>
                  <a:gd name="T14" fmla="*/ 290 w 396"/>
                  <a:gd name="T15" fmla="*/ 1 h 282"/>
                  <a:gd name="T16" fmla="*/ 327 w 396"/>
                  <a:gd name="T17" fmla="*/ 41 h 282"/>
                  <a:gd name="T18" fmla="*/ 327 w 396"/>
                  <a:gd name="T19" fmla="*/ 203 h 282"/>
                  <a:gd name="T20" fmla="*/ 347 w 396"/>
                  <a:gd name="T21" fmla="*/ 224 h 282"/>
                  <a:gd name="T22" fmla="*/ 355 w 396"/>
                  <a:gd name="T23" fmla="*/ 224 h 282"/>
                  <a:gd name="T24" fmla="*/ 395 w 396"/>
                  <a:gd name="T25" fmla="*/ 264 h 282"/>
                  <a:gd name="T26" fmla="*/ 376 w 396"/>
                  <a:gd name="T27" fmla="*/ 281 h 282"/>
                  <a:gd name="T28" fmla="*/ 198 w 396"/>
                  <a:gd name="T29" fmla="*/ 281 h 282"/>
                  <a:gd name="T30" fmla="*/ 131 w 396"/>
                  <a:gd name="T31" fmla="*/ 61 h 282"/>
                  <a:gd name="T32" fmla="*/ 131 w 396"/>
                  <a:gd name="T33" fmla="*/ 211 h 282"/>
                  <a:gd name="T34" fmla="*/ 145 w 396"/>
                  <a:gd name="T35" fmla="*/ 222 h 282"/>
                  <a:gd name="T36" fmla="*/ 255 w 396"/>
                  <a:gd name="T37" fmla="*/ 222 h 282"/>
                  <a:gd name="T38" fmla="*/ 269 w 396"/>
                  <a:gd name="T39" fmla="*/ 209 h 282"/>
                  <a:gd name="T40" fmla="*/ 269 w 396"/>
                  <a:gd name="T41" fmla="*/ 73 h 282"/>
                  <a:gd name="T42" fmla="*/ 258 w 396"/>
                  <a:gd name="T43" fmla="*/ 61 h 282"/>
                  <a:gd name="T44" fmla="*/ 131 w 396"/>
                  <a:gd name="T45" fmla="*/ 61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96" h="282">
                    <a:moveTo>
                      <a:pt x="198" y="281"/>
                    </a:moveTo>
                    <a:cubicBezTo>
                      <a:pt x="140" y="281"/>
                      <a:pt x="82" y="281"/>
                      <a:pt x="24" y="282"/>
                    </a:cubicBezTo>
                    <a:cubicBezTo>
                      <a:pt x="9" y="282"/>
                      <a:pt x="5" y="277"/>
                      <a:pt x="5" y="262"/>
                    </a:cubicBezTo>
                    <a:cubicBezTo>
                      <a:pt x="7" y="216"/>
                      <a:pt x="0" y="224"/>
                      <a:pt x="43" y="224"/>
                    </a:cubicBezTo>
                    <a:cubicBezTo>
                      <a:pt x="73" y="223"/>
                      <a:pt x="73" y="224"/>
                      <a:pt x="73" y="193"/>
                    </a:cubicBezTo>
                    <a:cubicBezTo>
                      <a:pt x="73" y="141"/>
                      <a:pt x="73" y="90"/>
                      <a:pt x="73" y="39"/>
                    </a:cubicBezTo>
                    <a:cubicBezTo>
                      <a:pt x="73" y="12"/>
                      <a:pt x="82" y="1"/>
                      <a:pt x="108" y="1"/>
                    </a:cubicBezTo>
                    <a:cubicBezTo>
                      <a:pt x="169" y="0"/>
                      <a:pt x="229" y="0"/>
                      <a:pt x="290" y="1"/>
                    </a:cubicBezTo>
                    <a:cubicBezTo>
                      <a:pt x="319" y="2"/>
                      <a:pt x="327" y="12"/>
                      <a:pt x="327" y="41"/>
                    </a:cubicBezTo>
                    <a:cubicBezTo>
                      <a:pt x="327" y="95"/>
                      <a:pt x="328" y="149"/>
                      <a:pt x="327" y="203"/>
                    </a:cubicBezTo>
                    <a:cubicBezTo>
                      <a:pt x="327" y="218"/>
                      <a:pt x="331" y="226"/>
                      <a:pt x="347" y="224"/>
                    </a:cubicBezTo>
                    <a:cubicBezTo>
                      <a:pt x="350" y="223"/>
                      <a:pt x="353" y="224"/>
                      <a:pt x="355" y="224"/>
                    </a:cubicBezTo>
                    <a:cubicBezTo>
                      <a:pt x="396" y="224"/>
                      <a:pt x="395" y="224"/>
                      <a:pt x="395" y="264"/>
                    </a:cubicBezTo>
                    <a:cubicBezTo>
                      <a:pt x="395" y="279"/>
                      <a:pt x="389" y="281"/>
                      <a:pt x="376" y="281"/>
                    </a:cubicBezTo>
                    <a:cubicBezTo>
                      <a:pt x="317" y="281"/>
                      <a:pt x="257" y="281"/>
                      <a:pt x="198" y="281"/>
                    </a:cubicBezTo>
                    <a:close/>
                    <a:moveTo>
                      <a:pt x="131" y="61"/>
                    </a:moveTo>
                    <a:cubicBezTo>
                      <a:pt x="131" y="113"/>
                      <a:pt x="131" y="162"/>
                      <a:pt x="131" y="211"/>
                    </a:cubicBezTo>
                    <a:cubicBezTo>
                      <a:pt x="132" y="215"/>
                      <a:pt x="140" y="222"/>
                      <a:pt x="145" y="222"/>
                    </a:cubicBezTo>
                    <a:cubicBezTo>
                      <a:pt x="182" y="223"/>
                      <a:pt x="219" y="224"/>
                      <a:pt x="255" y="222"/>
                    </a:cubicBezTo>
                    <a:cubicBezTo>
                      <a:pt x="260" y="222"/>
                      <a:pt x="269" y="214"/>
                      <a:pt x="269" y="209"/>
                    </a:cubicBezTo>
                    <a:cubicBezTo>
                      <a:pt x="270" y="163"/>
                      <a:pt x="270" y="118"/>
                      <a:pt x="269" y="73"/>
                    </a:cubicBezTo>
                    <a:cubicBezTo>
                      <a:pt x="269" y="69"/>
                      <a:pt x="262" y="61"/>
                      <a:pt x="258" y="61"/>
                    </a:cubicBezTo>
                    <a:cubicBezTo>
                      <a:pt x="217" y="60"/>
                      <a:pt x="175" y="61"/>
                      <a:pt x="131" y="6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09728" tIns="54864" rIns="109728" bIns="54864" numCol="1" anchor="t" anchorCtr="0" compatLnSpc="1">
                <a:prstTxWarp prst="textNoShape">
                  <a:avLst/>
                </a:prstTxWarp>
              </a:bodyPr>
              <a:lstStyle/>
              <a:p>
                <a:endParaRPr lang="uk-UA" sz="3456"/>
              </a:p>
            </p:txBody>
          </p:sp>
          <p:sp>
            <p:nvSpPr>
              <p:cNvPr id="43" name="Freeform 327">
                <a:extLst>
                  <a:ext uri="{FF2B5EF4-FFF2-40B4-BE49-F238E27FC236}">
                    <a16:creationId xmlns:a16="http://schemas.microsoft.com/office/drawing/2014/main" id="{BF359D64-B2AE-6ACD-BDC5-CAEAF8E1D862}"/>
                  </a:ext>
                </a:extLst>
              </p:cNvPr>
              <p:cNvSpPr>
                <a:spLocks/>
              </p:cNvSpPr>
              <p:nvPr/>
            </p:nvSpPr>
            <p:spPr bwMode="auto">
              <a:xfrm>
                <a:off x="6975" y="1320"/>
                <a:ext cx="80" cy="16"/>
              </a:xfrm>
              <a:custGeom>
                <a:avLst/>
                <a:gdLst>
                  <a:gd name="T0" fmla="*/ 176 w 353"/>
                  <a:gd name="T1" fmla="*/ 65 h 70"/>
                  <a:gd name="T2" fmla="*/ 24 w 353"/>
                  <a:gd name="T3" fmla="*/ 65 h 70"/>
                  <a:gd name="T4" fmla="*/ 6 w 353"/>
                  <a:gd name="T5" fmla="*/ 47 h 70"/>
                  <a:gd name="T6" fmla="*/ 47 w 353"/>
                  <a:gd name="T7" fmla="*/ 7 h 70"/>
                  <a:gd name="T8" fmla="*/ 322 w 353"/>
                  <a:gd name="T9" fmla="*/ 6 h 70"/>
                  <a:gd name="T10" fmla="*/ 348 w 353"/>
                  <a:gd name="T11" fmla="*/ 31 h 70"/>
                  <a:gd name="T12" fmla="*/ 314 w 353"/>
                  <a:gd name="T13" fmla="*/ 65 h 70"/>
                  <a:gd name="T14" fmla="*/ 176 w 353"/>
                  <a:gd name="T15" fmla="*/ 65 h 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53" h="70">
                    <a:moveTo>
                      <a:pt x="176" y="65"/>
                    </a:moveTo>
                    <a:cubicBezTo>
                      <a:pt x="125" y="65"/>
                      <a:pt x="75" y="64"/>
                      <a:pt x="24" y="65"/>
                    </a:cubicBezTo>
                    <a:cubicBezTo>
                      <a:pt x="10" y="65"/>
                      <a:pt x="6" y="61"/>
                      <a:pt x="6" y="47"/>
                    </a:cubicBezTo>
                    <a:cubicBezTo>
                      <a:pt x="8" y="0"/>
                      <a:pt x="0" y="7"/>
                      <a:pt x="47" y="7"/>
                    </a:cubicBezTo>
                    <a:cubicBezTo>
                      <a:pt x="138" y="6"/>
                      <a:pt x="230" y="7"/>
                      <a:pt x="322" y="6"/>
                    </a:cubicBezTo>
                    <a:cubicBezTo>
                      <a:pt x="341" y="6"/>
                      <a:pt x="350" y="9"/>
                      <a:pt x="348" y="31"/>
                    </a:cubicBezTo>
                    <a:cubicBezTo>
                      <a:pt x="346" y="70"/>
                      <a:pt x="353" y="65"/>
                      <a:pt x="314" y="65"/>
                    </a:cubicBezTo>
                    <a:cubicBezTo>
                      <a:pt x="268" y="65"/>
                      <a:pt x="222" y="65"/>
                      <a:pt x="176" y="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09728" tIns="54864" rIns="109728" bIns="54864" numCol="1" anchor="t" anchorCtr="0" compatLnSpc="1">
                <a:prstTxWarp prst="textNoShape">
                  <a:avLst/>
                </a:prstTxWarp>
              </a:bodyPr>
              <a:lstStyle/>
              <a:p>
                <a:endParaRPr lang="uk-UA" sz="3456"/>
              </a:p>
            </p:txBody>
          </p:sp>
          <p:sp>
            <p:nvSpPr>
              <p:cNvPr id="70" name="Freeform 328">
                <a:extLst>
                  <a:ext uri="{FF2B5EF4-FFF2-40B4-BE49-F238E27FC236}">
                    <a16:creationId xmlns:a16="http://schemas.microsoft.com/office/drawing/2014/main" id="{32AA0ADD-4DCD-70E7-1BC9-C64F6CD83EBF}"/>
                  </a:ext>
                </a:extLst>
              </p:cNvPr>
              <p:cNvSpPr>
                <a:spLocks/>
              </p:cNvSpPr>
              <p:nvPr/>
            </p:nvSpPr>
            <p:spPr bwMode="auto">
              <a:xfrm>
                <a:off x="6993" y="1342"/>
                <a:ext cx="45" cy="16"/>
              </a:xfrm>
              <a:custGeom>
                <a:avLst/>
                <a:gdLst>
                  <a:gd name="T0" fmla="*/ 98 w 198"/>
                  <a:gd name="T1" fmla="*/ 8 h 73"/>
                  <a:gd name="T2" fmla="*/ 174 w 198"/>
                  <a:gd name="T3" fmla="*/ 8 h 73"/>
                  <a:gd name="T4" fmla="*/ 194 w 198"/>
                  <a:gd name="T5" fmla="*/ 26 h 73"/>
                  <a:gd name="T6" fmla="*/ 155 w 198"/>
                  <a:gd name="T7" fmla="*/ 66 h 73"/>
                  <a:gd name="T8" fmla="*/ 25 w 198"/>
                  <a:gd name="T9" fmla="*/ 66 h 73"/>
                  <a:gd name="T10" fmla="*/ 2 w 198"/>
                  <a:gd name="T11" fmla="*/ 44 h 73"/>
                  <a:gd name="T12" fmla="*/ 38 w 198"/>
                  <a:gd name="T13" fmla="*/ 8 h 73"/>
                  <a:gd name="T14" fmla="*/ 98 w 198"/>
                  <a:gd name="T15" fmla="*/ 8 h 7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8" h="73">
                    <a:moveTo>
                      <a:pt x="98" y="8"/>
                    </a:moveTo>
                    <a:cubicBezTo>
                      <a:pt x="123" y="8"/>
                      <a:pt x="149" y="9"/>
                      <a:pt x="174" y="8"/>
                    </a:cubicBezTo>
                    <a:cubicBezTo>
                      <a:pt x="188" y="7"/>
                      <a:pt x="194" y="11"/>
                      <a:pt x="194" y="26"/>
                    </a:cubicBezTo>
                    <a:cubicBezTo>
                      <a:pt x="193" y="73"/>
                      <a:pt x="198" y="65"/>
                      <a:pt x="155" y="66"/>
                    </a:cubicBezTo>
                    <a:cubicBezTo>
                      <a:pt x="112" y="66"/>
                      <a:pt x="68" y="65"/>
                      <a:pt x="25" y="66"/>
                    </a:cubicBezTo>
                    <a:cubicBezTo>
                      <a:pt x="8" y="66"/>
                      <a:pt x="1" y="62"/>
                      <a:pt x="2" y="44"/>
                    </a:cubicBezTo>
                    <a:cubicBezTo>
                      <a:pt x="3" y="0"/>
                      <a:pt x="0" y="9"/>
                      <a:pt x="38" y="8"/>
                    </a:cubicBezTo>
                    <a:cubicBezTo>
                      <a:pt x="58" y="8"/>
                      <a:pt x="78" y="8"/>
                      <a:pt x="98"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09728" tIns="54864" rIns="109728" bIns="54864" numCol="1" anchor="t" anchorCtr="0" compatLnSpc="1">
                <a:prstTxWarp prst="textNoShape">
                  <a:avLst/>
                </a:prstTxWarp>
              </a:bodyPr>
              <a:lstStyle/>
              <a:p>
                <a:endParaRPr lang="uk-UA" sz="3456"/>
              </a:p>
            </p:txBody>
          </p:sp>
          <p:sp>
            <p:nvSpPr>
              <p:cNvPr id="78" name="Freeform 329">
                <a:extLst>
                  <a:ext uri="{FF2B5EF4-FFF2-40B4-BE49-F238E27FC236}">
                    <a16:creationId xmlns:a16="http://schemas.microsoft.com/office/drawing/2014/main" id="{24A96A12-8A59-00FB-8263-97AE3BD84446}"/>
                  </a:ext>
                </a:extLst>
              </p:cNvPr>
              <p:cNvSpPr>
                <a:spLocks/>
              </p:cNvSpPr>
              <p:nvPr/>
            </p:nvSpPr>
            <p:spPr bwMode="auto">
              <a:xfrm>
                <a:off x="6947" y="1164"/>
                <a:ext cx="12" cy="15"/>
              </a:xfrm>
              <a:custGeom>
                <a:avLst/>
                <a:gdLst>
                  <a:gd name="T0" fmla="*/ 0 w 51"/>
                  <a:gd name="T1" fmla="*/ 31 h 69"/>
                  <a:gd name="T2" fmla="*/ 26 w 51"/>
                  <a:gd name="T3" fmla="*/ 1 h 69"/>
                  <a:gd name="T4" fmla="*/ 48 w 51"/>
                  <a:gd name="T5" fmla="*/ 24 h 69"/>
                  <a:gd name="T6" fmla="*/ 48 w 51"/>
                  <a:gd name="T7" fmla="*/ 32 h 69"/>
                  <a:gd name="T8" fmla="*/ 10 w 51"/>
                  <a:gd name="T9" fmla="*/ 58 h 69"/>
                  <a:gd name="T10" fmla="*/ 0 w 51"/>
                  <a:gd name="T11" fmla="*/ 31 h 69"/>
                </a:gdLst>
                <a:ahLst/>
                <a:cxnLst>
                  <a:cxn ang="0">
                    <a:pos x="T0" y="T1"/>
                  </a:cxn>
                  <a:cxn ang="0">
                    <a:pos x="T2" y="T3"/>
                  </a:cxn>
                  <a:cxn ang="0">
                    <a:pos x="T4" y="T5"/>
                  </a:cxn>
                  <a:cxn ang="0">
                    <a:pos x="T6" y="T7"/>
                  </a:cxn>
                  <a:cxn ang="0">
                    <a:pos x="T8" y="T9"/>
                  </a:cxn>
                  <a:cxn ang="0">
                    <a:pos x="T10" y="T11"/>
                  </a:cxn>
                </a:cxnLst>
                <a:rect l="0" t="0" r="r" b="b"/>
                <a:pathLst>
                  <a:path w="51" h="69">
                    <a:moveTo>
                      <a:pt x="0" y="31"/>
                    </a:moveTo>
                    <a:cubicBezTo>
                      <a:pt x="3" y="2"/>
                      <a:pt x="3" y="3"/>
                      <a:pt x="26" y="1"/>
                    </a:cubicBezTo>
                    <a:cubicBezTo>
                      <a:pt x="44" y="0"/>
                      <a:pt x="51" y="6"/>
                      <a:pt x="48" y="24"/>
                    </a:cubicBezTo>
                    <a:cubicBezTo>
                      <a:pt x="47" y="26"/>
                      <a:pt x="48" y="29"/>
                      <a:pt x="48" y="32"/>
                    </a:cubicBezTo>
                    <a:cubicBezTo>
                      <a:pt x="48" y="57"/>
                      <a:pt x="32" y="69"/>
                      <a:pt x="10" y="58"/>
                    </a:cubicBezTo>
                    <a:cubicBezTo>
                      <a:pt x="4" y="55"/>
                      <a:pt x="3" y="40"/>
                      <a:pt x="0"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09728" tIns="54864" rIns="109728" bIns="54864" numCol="1" anchor="t" anchorCtr="0" compatLnSpc="1">
                <a:prstTxWarp prst="textNoShape">
                  <a:avLst/>
                </a:prstTxWarp>
              </a:bodyPr>
              <a:lstStyle/>
              <a:p>
                <a:endParaRPr lang="uk-UA" sz="3456"/>
              </a:p>
            </p:txBody>
          </p:sp>
          <p:sp>
            <p:nvSpPr>
              <p:cNvPr id="79" name="Freeform 330">
                <a:extLst>
                  <a:ext uri="{FF2B5EF4-FFF2-40B4-BE49-F238E27FC236}">
                    <a16:creationId xmlns:a16="http://schemas.microsoft.com/office/drawing/2014/main" id="{160FF8BB-E2A0-1A11-B58F-FB49DBFD851A}"/>
                  </a:ext>
                </a:extLst>
              </p:cNvPr>
              <p:cNvSpPr>
                <a:spLocks/>
              </p:cNvSpPr>
              <p:nvPr/>
            </p:nvSpPr>
            <p:spPr bwMode="auto">
              <a:xfrm>
                <a:off x="7072" y="1164"/>
                <a:ext cx="10" cy="14"/>
              </a:xfrm>
              <a:custGeom>
                <a:avLst/>
                <a:gdLst>
                  <a:gd name="T0" fmla="*/ 0 w 47"/>
                  <a:gd name="T1" fmla="*/ 29 h 60"/>
                  <a:gd name="T2" fmla="*/ 30 w 47"/>
                  <a:gd name="T3" fmla="*/ 0 h 60"/>
                  <a:gd name="T4" fmla="*/ 46 w 47"/>
                  <a:gd name="T5" fmla="*/ 16 h 60"/>
                  <a:gd name="T6" fmla="*/ 46 w 47"/>
                  <a:gd name="T7" fmla="*/ 36 h 60"/>
                  <a:gd name="T8" fmla="*/ 39 w 47"/>
                  <a:gd name="T9" fmla="*/ 57 h 60"/>
                  <a:gd name="T10" fmla="*/ 6 w 47"/>
                  <a:gd name="T11" fmla="*/ 56 h 60"/>
                  <a:gd name="T12" fmla="*/ 0 w 47"/>
                  <a:gd name="T13" fmla="*/ 29 h 60"/>
                </a:gdLst>
                <a:ahLst/>
                <a:cxnLst>
                  <a:cxn ang="0">
                    <a:pos x="T0" y="T1"/>
                  </a:cxn>
                  <a:cxn ang="0">
                    <a:pos x="T2" y="T3"/>
                  </a:cxn>
                  <a:cxn ang="0">
                    <a:pos x="T4" y="T5"/>
                  </a:cxn>
                  <a:cxn ang="0">
                    <a:pos x="T6" y="T7"/>
                  </a:cxn>
                  <a:cxn ang="0">
                    <a:pos x="T8" y="T9"/>
                  </a:cxn>
                  <a:cxn ang="0">
                    <a:pos x="T10" y="T11"/>
                  </a:cxn>
                  <a:cxn ang="0">
                    <a:pos x="T12" y="T13"/>
                  </a:cxn>
                </a:cxnLst>
                <a:rect l="0" t="0" r="r" b="b"/>
                <a:pathLst>
                  <a:path w="47" h="60">
                    <a:moveTo>
                      <a:pt x="0" y="29"/>
                    </a:moveTo>
                    <a:cubicBezTo>
                      <a:pt x="1" y="0"/>
                      <a:pt x="1" y="0"/>
                      <a:pt x="30" y="0"/>
                    </a:cubicBezTo>
                    <a:cubicBezTo>
                      <a:pt x="41" y="1"/>
                      <a:pt x="47" y="4"/>
                      <a:pt x="46" y="16"/>
                    </a:cubicBezTo>
                    <a:cubicBezTo>
                      <a:pt x="46" y="23"/>
                      <a:pt x="47" y="30"/>
                      <a:pt x="46" y="36"/>
                    </a:cubicBezTo>
                    <a:cubicBezTo>
                      <a:pt x="45" y="44"/>
                      <a:pt x="43" y="56"/>
                      <a:pt x="39" y="57"/>
                    </a:cubicBezTo>
                    <a:cubicBezTo>
                      <a:pt x="29" y="59"/>
                      <a:pt x="15" y="60"/>
                      <a:pt x="6" y="56"/>
                    </a:cubicBezTo>
                    <a:cubicBezTo>
                      <a:pt x="1" y="53"/>
                      <a:pt x="2" y="38"/>
                      <a:pt x="0"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09728" tIns="54864" rIns="109728" bIns="54864" numCol="1" anchor="t" anchorCtr="0" compatLnSpc="1">
                <a:prstTxWarp prst="textNoShape">
                  <a:avLst/>
                </a:prstTxWarp>
              </a:bodyPr>
              <a:lstStyle/>
              <a:p>
                <a:endParaRPr lang="uk-UA" sz="3456"/>
              </a:p>
            </p:txBody>
          </p:sp>
          <p:sp>
            <p:nvSpPr>
              <p:cNvPr id="105" name="Freeform 331">
                <a:extLst>
                  <a:ext uri="{FF2B5EF4-FFF2-40B4-BE49-F238E27FC236}">
                    <a16:creationId xmlns:a16="http://schemas.microsoft.com/office/drawing/2014/main" id="{90CDEB62-5093-547A-4945-8D765705FFAB}"/>
                  </a:ext>
                </a:extLst>
              </p:cNvPr>
              <p:cNvSpPr>
                <a:spLocks noEditPoints="1"/>
              </p:cNvSpPr>
              <p:nvPr/>
            </p:nvSpPr>
            <p:spPr bwMode="auto">
              <a:xfrm>
                <a:off x="6991" y="1201"/>
                <a:ext cx="47" cy="58"/>
              </a:xfrm>
              <a:custGeom>
                <a:avLst/>
                <a:gdLst>
                  <a:gd name="T0" fmla="*/ 207 w 207"/>
                  <a:gd name="T1" fmla="*/ 124 h 254"/>
                  <a:gd name="T2" fmla="*/ 134 w 207"/>
                  <a:gd name="T3" fmla="*/ 234 h 254"/>
                  <a:gd name="T4" fmla="*/ 1 w 207"/>
                  <a:gd name="T5" fmla="*/ 139 h 254"/>
                  <a:gd name="T6" fmla="*/ 29 w 207"/>
                  <a:gd name="T7" fmla="*/ 42 h 254"/>
                  <a:gd name="T8" fmla="*/ 142 w 207"/>
                  <a:gd name="T9" fmla="*/ 16 h 254"/>
                  <a:gd name="T10" fmla="*/ 207 w 207"/>
                  <a:gd name="T11" fmla="*/ 110 h 254"/>
                  <a:gd name="T12" fmla="*/ 207 w 207"/>
                  <a:gd name="T13" fmla="*/ 124 h 254"/>
                  <a:gd name="T14" fmla="*/ 149 w 207"/>
                  <a:gd name="T15" fmla="*/ 123 h 254"/>
                  <a:gd name="T16" fmla="*/ 109 w 207"/>
                  <a:gd name="T17" fmla="*/ 66 h 254"/>
                  <a:gd name="T18" fmla="*/ 61 w 207"/>
                  <a:gd name="T19" fmla="*/ 100 h 254"/>
                  <a:gd name="T20" fmla="*/ 86 w 207"/>
                  <a:gd name="T21" fmla="*/ 177 h 254"/>
                  <a:gd name="T22" fmla="*/ 98 w 207"/>
                  <a:gd name="T23" fmla="*/ 180 h 254"/>
                  <a:gd name="T24" fmla="*/ 149 w 207"/>
                  <a:gd name="T25" fmla="*/ 123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7" h="254">
                    <a:moveTo>
                      <a:pt x="207" y="124"/>
                    </a:moveTo>
                    <a:cubicBezTo>
                      <a:pt x="207" y="181"/>
                      <a:pt x="181" y="220"/>
                      <a:pt x="134" y="234"/>
                    </a:cubicBezTo>
                    <a:cubicBezTo>
                      <a:pt x="69" y="254"/>
                      <a:pt x="4" y="207"/>
                      <a:pt x="1" y="139"/>
                    </a:cubicBezTo>
                    <a:cubicBezTo>
                      <a:pt x="0" y="103"/>
                      <a:pt x="3" y="69"/>
                      <a:pt x="29" y="42"/>
                    </a:cubicBezTo>
                    <a:cubicBezTo>
                      <a:pt x="58" y="10"/>
                      <a:pt x="101" y="0"/>
                      <a:pt x="142" y="16"/>
                    </a:cubicBezTo>
                    <a:cubicBezTo>
                      <a:pt x="180" y="30"/>
                      <a:pt x="206" y="68"/>
                      <a:pt x="207" y="110"/>
                    </a:cubicBezTo>
                    <a:cubicBezTo>
                      <a:pt x="207" y="115"/>
                      <a:pt x="207" y="119"/>
                      <a:pt x="207" y="124"/>
                    </a:cubicBezTo>
                    <a:close/>
                    <a:moveTo>
                      <a:pt x="149" y="123"/>
                    </a:moveTo>
                    <a:cubicBezTo>
                      <a:pt x="149" y="90"/>
                      <a:pt x="135" y="70"/>
                      <a:pt x="109" y="66"/>
                    </a:cubicBezTo>
                    <a:cubicBezTo>
                      <a:pt x="89" y="64"/>
                      <a:pt x="68" y="79"/>
                      <a:pt x="61" y="100"/>
                    </a:cubicBezTo>
                    <a:cubicBezTo>
                      <a:pt x="51" y="133"/>
                      <a:pt x="62" y="166"/>
                      <a:pt x="86" y="177"/>
                    </a:cubicBezTo>
                    <a:cubicBezTo>
                      <a:pt x="90" y="178"/>
                      <a:pt x="94" y="179"/>
                      <a:pt x="98" y="180"/>
                    </a:cubicBezTo>
                    <a:cubicBezTo>
                      <a:pt x="130" y="184"/>
                      <a:pt x="149" y="163"/>
                      <a:pt x="149" y="1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09728" tIns="54864" rIns="109728" bIns="54864" numCol="1" anchor="t" anchorCtr="0" compatLnSpc="1">
                <a:prstTxWarp prst="textNoShape">
                  <a:avLst/>
                </a:prstTxWarp>
              </a:bodyPr>
              <a:lstStyle/>
              <a:p>
                <a:endParaRPr lang="uk-UA" sz="3456"/>
              </a:p>
            </p:txBody>
          </p:sp>
        </p:grpSp>
      </p:grpSp>
      <p:grpSp>
        <p:nvGrpSpPr>
          <p:cNvPr id="114" name="Group 113">
            <a:extLst>
              <a:ext uri="{FF2B5EF4-FFF2-40B4-BE49-F238E27FC236}">
                <a16:creationId xmlns:a16="http://schemas.microsoft.com/office/drawing/2014/main" id="{C6C57950-F3B4-CFB7-7C30-3989EE6F7783}"/>
              </a:ext>
            </a:extLst>
          </p:cNvPr>
          <p:cNvGrpSpPr/>
          <p:nvPr/>
        </p:nvGrpSpPr>
        <p:grpSpPr>
          <a:xfrm>
            <a:off x="4489558" y="2987818"/>
            <a:ext cx="821795" cy="970214"/>
            <a:chOff x="4489558" y="2987818"/>
            <a:chExt cx="821795" cy="970214"/>
          </a:xfrm>
        </p:grpSpPr>
        <p:sp>
          <p:nvSpPr>
            <p:cNvPr id="49" name="TextBox 48">
              <a:extLst>
                <a:ext uri="{FF2B5EF4-FFF2-40B4-BE49-F238E27FC236}">
                  <a16:creationId xmlns:a16="http://schemas.microsoft.com/office/drawing/2014/main" id="{5783D0BB-ABD5-D225-C9EB-7416FF2B4169}"/>
                </a:ext>
              </a:extLst>
            </p:cNvPr>
            <p:cNvSpPr txBox="1"/>
            <p:nvPr/>
          </p:nvSpPr>
          <p:spPr>
            <a:xfrm>
              <a:off x="4489558" y="3594840"/>
              <a:ext cx="821795" cy="363192"/>
            </a:xfrm>
            <a:prstGeom prst="rect">
              <a:avLst/>
            </a:prstGeom>
            <a:noFill/>
          </p:spPr>
          <p:txBody>
            <a:bodyPr wrap="square" lIns="0" tIns="0" rIns="0" bIns="0" rtlCol="0">
              <a:noAutofit/>
            </a:bodyPr>
            <a:lstStyle/>
            <a:p>
              <a:pPr algn="ctr">
                <a:lnSpc>
                  <a:spcPct val="90000"/>
                </a:lnSpc>
              </a:pPr>
              <a:r>
                <a:rPr lang="en-US" sz="1200" dirty="0">
                  <a:solidFill>
                    <a:schemeClr val="tx1">
                      <a:lumMod val="75000"/>
                      <a:lumOff val="25000"/>
                    </a:schemeClr>
                  </a:solidFill>
                </a:rPr>
                <a:t>Aggregation Engine</a:t>
              </a:r>
            </a:p>
          </p:txBody>
        </p:sp>
        <p:grpSp>
          <p:nvGrpSpPr>
            <p:cNvPr id="109" name="Group 108">
              <a:extLst>
                <a:ext uri="{FF2B5EF4-FFF2-40B4-BE49-F238E27FC236}">
                  <a16:creationId xmlns:a16="http://schemas.microsoft.com/office/drawing/2014/main" id="{53D0EAFE-838A-8E92-7488-C62523C24EC8}"/>
                </a:ext>
              </a:extLst>
            </p:cNvPr>
            <p:cNvGrpSpPr/>
            <p:nvPr/>
          </p:nvGrpSpPr>
          <p:grpSpPr>
            <a:xfrm>
              <a:off x="4670344" y="2987818"/>
              <a:ext cx="538766" cy="511098"/>
              <a:chOff x="7514926" y="1302966"/>
              <a:chExt cx="587557" cy="557383"/>
            </a:xfrm>
          </p:grpSpPr>
          <p:sp>
            <p:nvSpPr>
              <p:cNvPr id="110" name="Freeform 109">
                <a:extLst>
                  <a:ext uri="{FF2B5EF4-FFF2-40B4-BE49-F238E27FC236}">
                    <a16:creationId xmlns:a16="http://schemas.microsoft.com/office/drawing/2014/main" id="{9F56A8DB-B1DE-384F-58D9-83D4ACE3CC80}"/>
                  </a:ext>
                </a:extLst>
              </p:cNvPr>
              <p:cNvSpPr/>
              <p:nvPr/>
            </p:nvSpPr>
            <p:spPr>
              <a:xfrm>
                <a:off x="7514926" y="1302966"/>
                <a:ext cx="431224" cy="548201"/>
              </a:xfrm>
              <a:custGeom>
                <a:avLst/>
                <a:gdLst/>
                <a:ahLst/>
                <a:cxnLst>
                  <a:cxn ang="3cd4">
                    <a:pos x="hc" y="t"/>
                  </a:cxn>
                  <a:cxn ang="cd2">
                    <a:pos x="l" y="vc"/>
                  </a:cxn>
                  <a:cxn ang="cd4">
                    <a:pos x="hc" y="b"/>
                  </a:cxn>
                  <a:cxn ang="0">
                    <a:pos x="r" y="vc"/>
                  </a:cxn>
                </a:cxnLst>
                <a:rect l="l" t="t" r="r" b="b"/>
                <a:pathLst>
                  <a:path w="15278" h="20657">
                    <a:moveTo>
                      <a:pt x="9076" y="19751"/>
                    </a:moveTo>
                    <a:cubicBezTo>
                      <a:pt x="8640" y="19810"/>
                      <a:pt x="8169" y="19810"/>
                      <a:pt x="7640" y="19810"/>
                    </a:cubicBezTo>
                    <a:cubicBezTo>
                      <a:pt x="5791" y="19810"/>
                      <a:pt x="4038" y="19527"/>
                      <a:pt x="2708" y="18998"/>
                    </a:cubicBezTo>
                    <a:cubicBezTo>
                      <a:pt x="1542" y="18539"/>
                      <a:pt x="848" y="17938"/>
                      <a:pt x="848" y="17385"/>
                    </a:cubicBezTo>
                    <a:cubicBezTo>
                      <a:pt x="848" y="14195"/>
                      <a:pt x="848" y="14195"/>
                      <a:pt x="848" y="14195"/>
                    </a:cubicBezTo>
                    <a:cubicBezTo>
                      <a:pt x="1177" y="14466"/>
                      <a:pt x="1613" y="14713"/>
                      <a:pt x="2131" y="14937"/>
                    </a:cubicBezTo>
                    <a:cubicBezTo>
                      <a:pt x="3355" y="15455"/>
                      <a:pt x="5015" y="15796"/>
                      <a:pt x="6816" y="15890"/>
                    </a:cubicBezTo>
                    <a:cubicBezTo>
                      <a:pt x="6827" y="15890"/>
                      <a:pt x="6827" y="15890"/>
                      <a:pt x="6839" y="15890"/>
                    </a:cubicBezTo>
                    <a:cubicBezTo>
                      <a:pt x="7063" y="15890"/>
                      <a:pt x="7251" y="15713"/>
                      <a:pt x="7263" y="15490"/>
                    </a:cubicBezTo>
                    <a:cubicBezTo>
                      <a:pt x="7275" y="15254"/>
                      <a:pt x="7098" y="15054"/>
                      <a:pt x="6863" y="15043"/>
                    </a:cubicBezTo>
                    <a:cubicBezTo>
                      <a:pt x="5156" y="14960"/>
                      <a:pt x="3590" y="14642"/>
                      <a:pt x="2460" y="14160"/>
                    </a:cubicBezTo>
                    <a:cubicBezTo>
                      <a:pt x="1436" y="13724"/>
                      <a:pt x="848" y="13171"/>
                      <a:pt x="848" y="12665"/>
                    </a:cubicBezTo>
                    <a:cubicBezTo>
                      <a:pt x="848" y="9476"/>
                      <a:pt x="848" y="9476"/>
                      <a:pt x="848" y="9476"/>
                    </a:cubicBezTo>
                    <a:cubicBezTo>
                      <a:pt x="1236" y="9794"/>
                      <a:pt x="1754" y="10088"/>
                      <a:pt x="2390" y="10347"/>
                    </a:cubicBezTo>
                    <a:cubicBezTo>
                      <a:pt x="3826" y="10899"/>
                      <a:pt x="5686" y="11205"/>
                      <a:pt x="7640" y="11205"/>
                    </a:cubicBezTo>
                    <a:cubicBezTo>
                      <a:pt x="7875" y="11205"/>
                      <a:pt x="8063" y="11017"/>
                      <a:pt x="8063" y="10781"/>
                    </a:cubicBezTo>
                    <a:cubicBezTo>
                      <a:pt x="8063" y="10558"/>
                      <a:pt x="7875" y="10359"/>
                      <a:pt x="7640" y="10359"/>
                    </a:cubicBezTo>
                    <a:cubicBezTo>
                      <a:pt x="5791" y="10359"/>
                      <a:pt x="4038" y="10076"/>
                      <a:pt x="2708" y="9558"/>
                    </a:cubicBezTo>
                    <a:cubicBezTo>
                      <a:pt x="1542" y="9099"/>
                      <a:pt x="848" y="8499"/>
                      <a:pt x="848" y="7957"/>
                    </a:cubicBezTo>
                    <a:cubicBezTo>
                      <a:pt x="848" y="4768"/>
                      <a:pt x="848" y="4768"/>
                      <a:pt x="848" y="4768"/>
                    </a:cubicBezTo>
                    <a:cubicBezTo>
                      <a:pt x="1236" y="5085"/>
                      <a:pt x="1754" y="5380"/>
                      <a:pt x="2390" y="5638"/>
                    </a:cubicBezTo>
                    <a:cubicBezTo>
                      <a:pt x="3814" y="6203"/>
                      <a:pt x="5686" y="6521"/>
                      <a:pt x="7640" y="6521"/>
                    </a:cubicBezTo>
                    <a:cubicBezTo>
                      <a:pt x="9594" y="6521"/>
                      <a:pt x="11464" y="6203"/>
                      <a:pt x="12888" y="5638"/>
                    </a:cubicBezTo>
                    <a:cubicBezTo>
                      <a:pt x="13524" y="5380"/>
                      <a:pt x="14042" y="5085"/>
                      <a:pt x="14431" y="4768"/>
                    </a:cubicBezTo>
                    <a:cubicBezTo>
                      <a:pt x="14431" y="7486"/>
                      <a:pt x="14431" y="7486"/>
                      <a:pt x="14431" y="7486"/>
                    </a:cubicBezTo>
                    <a:cubicBezTo>
                      <a:pt x="14431" y="7722"/>
                      <a:pt x="14631" y="7910"/>
                      <a:pt x="14854" y="7910"/>
                    </a:cubicBezTo>
                    <a:cubicBezTo>
                      <a:pt x="15090" y="7910"/>
                      <a:pt x="15278" y="7722"/>
                      <a:pt x="15278" y="7486"/>
                    </a:cubicBezTo>
                    <a:cubicBezTo>
                      <a:pt x="15278" y="3249"/>
                      <a:pt x="15278" y="3249"/>
                      <a:pt x="15278" y="3249"/>
                    </a:cubicBezTo>
                    <a:cubicBezTo>
                      <a:pt x="15278" y="3237"/>
                      <a:pt x="15278" y="3237"/>
                      <a:pt x="15278" y="3237"/>
                    </a:cubicBezTo>
                    <a:cubicBezTo>
                      <a:pt x="15278" y="3225"/>
                      <a:pt x="15278" y="3225"/>
                      <a:pt x="15278" y="3214"/>
                    </a:cubicBezTo>
                    <a:cubicBezTo>
                      <a:pt x="15254" y="2307"/>
                      <a:pt x="14407" y="1472"/>
                      <a:pt x="12888" y="871"/>
                    </a:cubicBezTo>
                    <a:cubicBezTo>
                      <a:pt x="11453" y="318"/>
                      <a:pt x="9594" y="0"/>
                      <a:pt x="7640" y="0"/>
                    </a:cubicBezTo>
                    <a:cubicBezTo>
                      <a:pt x="5686" y="0"/>
                      <a:pt x="3826" y="318"/>
                      <a:pt x="2390" y="871"/>
                    </a:cubicBezTo>
                    <a:cubicBezTo>
                      <a:pt x="871" y="1472"/>
                      <a:pt x="24" y="2307"/>
                      <a:pt x="0" y="3214"/>
                    </a:cubicBezTo>
                    <a:cubicBezTo>
                      <a:pt x="0" y="3225"/>
                      <a:pt x="0" y="3225"/>
                      <a:pt x="0" y="3237"/>
                    </a:cubicBezTo>
                    <a:lnTo>
                      <a:pt x="0" y="3249"/>
                    </a:lnTo>
                    <a:cubicBezTo>
                      <a:pt x="0" y="17385"/>
                      <a:pt x="0" y="17385"/>
                      <a:pt x="0" y="17385"/>
                    </a:cubicBezTo>
                    <a:cubicBezTo>
                      <a:pt x="0" y="18327"/>
                      <a:pt x="848" y="19174"/>
                      <a:pt x="2390" y="19786"/>
                    </a:cubicBezTo>
                    <a:cubicBezTo>
                      <a:pt x="3814" y="20351"/>
                      <a:pt x="5686" y="20657"/>
                      <a:pt x="7640" y="20657"/>
                    </a:cubicBezTo>
                    <a:cubicBezTo>
                      <a:pt x="8205" y="20657"/>
                      <a:pt x="8699" y="20657"/>
                      <a:pt x="9181" y="20587"/>
                    </a:cubicBezTo>
                    <a:cubicBezTo>
                      <a:pt x="9417" y="20552"/>
                      <a:pt x="9582" y="20339"/>
                      <a:pt x="9546" y="20116"/>
                    </a:cubicBezTo>
                    <a:cubicBezTo>
                      <a:pt x="9511" y="19881"/>
                      <a:pt x="9299" y="19716"/>
                      <a:pt x="9076" y="19751"/>
                    </a:cubicBezTo>
                    <a:close/>
                    <a:moveTo>
                      <a:pt x="2708" y="1660"/>
                    </a:moveTo>
                    <a:cubicBezTo>
                      <a:pt x="4038" y="1142"/>
                      <a:pt x="5791" y="848"/>
                      <a:pt x="7640" y="848"/>
                    </a:cubicBezTo>
                    <a:cubicBezTo>
                      <a:pt x="9488" y="848"/>
                      <a:pt x="11240" y="1142"/>
                      <a:pt x="12571" y="1660"/>
                    </a:cubicBezTo>
                    <a:cubicBezTo>
                      <a:pt x="13736" y="2119"/>
                      <a:pt x="14431" y="2708"/>
                      <a:pt x="14431" y="3249"/>
                    </a:cubicBezTo>
                    <a:cubicBezTo>
                      <a:pt x="14431" y="3790"/>
                      <a:pt x="13736" y="4391"/>
                      <a:pt x="12571" y="4850"/>
                    </a:cubicBezTo>
                    <a:cubicBezTo>
                      <a:pt x="11935" y="5109"/>
                      <a:pt x="11193" y="5309"/>
                      <a:pt x="10358" y="5450"/>
                    </a:cubicBezTo>
                    <a:cubicBezTo>
                      <a:pt x="9499" y="5591"/>
                      <a:pt x="8581" y="5674"/>
                      <a:pt x="7640" y="5674"/>
                    </a:cubicBezTo>
                    <a:cubicBezTo>
                      <a:pt x="6698" y="5674"/>
                      <a:pt x="5780" y="5591"/>
                      <a:pt x="4920" y="5450"/>
                    </a:cubicBezTo>
                    <a:cubicBezTo>
                      <a:pt x="4085" y="5309"/>
                      <a:pt x="3343" y="5109"/>
                      <a:pt x="2708" y="4850"/>
                    </a:cubicBezTo>
                    <a:cubicBezTo>
                      <a:pt x="1542" y="4391"/>
                      <a:pt x="848" y="3790"/>
                      <a:pt x="848" y="3249"/>
                    </a:cubicBezTo>
                    <a:cubicBezTo>
                      <a:pt x="848" y="2708"/>
                      <a:pt x="1542" y="2119"/>
                      <a:pt x="2708" y="1660"/>
                    </a:cubicBezTo>
                    <a:close/>
                  </a:path>
                </a:pathLst>
              </a:custGeom>
              <a:solidFill>
                <a:schemeClr val="accent1"/>
              </a:solidFill>
              <a:ln cap="flat">
                <a:noFill/>
                <a:prstDash val="solid"/>
              </a:ln>
            </p:spPr>
            <p:txBody>
              <a:bodyPr vert="horz" wrap="none" lIns="108000" tIns="54000" rIns="108000" bIns="54000" anchor="ctr" anchorCtr="1" compatLnSpc="0"/>
              <a:lstStyle/>
              <a:p>
                <a:pPr hangingPunct="0"/>
                <a:endParaRPr lang="en-none" sz="2160">
                  <a:latin typeface="Arial" pitchFamily="18"/>
                  <a:ea typeface="Arial Unicode MS" pitchFamily="2"/>
                  <a:cs typeface="Arial Unicode MS" pitchFamily="2"/>
                </a:endParaRPr>
              </a:p>
            </p:txBody>
          </p:sp>
          <p:pic>
            <p:nvPicPr>
              <p:cNvPr id="113" name="Graphic 112">
                <a:extLst>
                  <a:ext uri="{FF2B5EF4-FFF2-40B4-BE49-F238E27FC236}">
                    <a16:creationId xmlns:a16="http://schemas.microsoft.com/office/drawing/2014/main" id="{B507A681-A8AD-D331-D179-9CB1EB935D5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775906" y="1533772"/>
                <a:ext cx="326577" cy="326577"/>
              </a:xfrm>
              <a:prstGeom prst="rect">
                <a:avLst/>
              </a:prstGeom>
            </p:spPr>
          </p:pic>
        </p:grpSp>
      </p:grpSp>
      <p:sp>
        <p:nvSpPr>
          <p:cNvPr id="119" name="Freeform: Shape 2">
            <a:extLst>
              <a:ext uri="{FF2B5EF4-FFF2-40B4-BE49-F238E27FC236}">
                <a16:creationId xmlns:a16="http://schemas.microsoft.com/office/drawing/2014/main" id="{91CCD5A1-7713-9CD9-A12A-6533D0B25A8C}"/>
              </a:ext>
            </a:extLst>
          </p:cNvPr>
          <p:cNvSpPr/>
          <p:nvPr/>
        </p:nvSpPr>
        <p:spPr>
          <a:xfrm rot="10800000">
            <a:off x="1441905" y="4100631"/>
            <a:ext cx="3430926" cy="417037"/>
          </a:xfrm>
          <a:custGeom>
            <a:avLst/>
            <a:gdLst>
              <a:gd name="connsiteX0" fmla="*/ 0 w 10000"/>
              <a:gd name="connsiteY0" fmla="*/ 9788 h 10000"/>
              <a:gd name="connsiteX1" fmla="*/ 1992 w 10000"/>
              <a:gd name="connsiteY1" fmla="*/ 0 h 10000"/>
              <a:gd name="connsiteX2" fmla="*/ 10000 w 10000"/>
              <a:gd name="connsiteY2" fmla="*/ 0 h 10000"/>
              <a:gd name="connsiteX3" fmla="*/ 10000 w 10000"/>
              <a:gd name="connsiteY3" fmla="*/ 10000 h 10000"/>
              <a:gd name="connsiteX0" fmla="*/ 0 w 10000"/>
              <a:gd name="connsiteY0" fmla="*/ 9788 h 10000"/>
              <a:gd name="connsiteX1" fmla="*/ 1992 w 10000"/>
              <a:gd name="connsiteY1" fmla="*/ 0 h 10000"/>
              <a:gd name="connsiteX2" fmla="*/ 8008 w 10000"/>
              <a:gd name="connsiteY2" fmla="*/ 56 h 10000"/>
              <a:gd name="connsiteX3" fmla="*/ 10000 w 10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10000" h="10000" fill="none">
                <a:moveTo>
                  <a:pt x="0" y="9788"/>
                </a:moveTo>
                <a:lnTo>
                  <a:pt x="1992" y="0"/>
                </a:lnTo>
                <a:lnTo>
                  <a:pt x="8008" y="56"/>
                </a:lnTo>
                <a:lnTo>
                  <a:pt x="10000" y="10000"/>
                </a:lnTo>
              </a:path>
            </a:pathLst>
          </a:custGeom>
          <a:ln w="12700" cap="rnd">
            <a:solidFill>
              <a:schemeClr val="accent5"/>
            </a:solidFill>
            <a:tailEnd type="arrow" w="med" len="sm"/>
          </a:ln>
        </p:spPr>
        <p:style>
          <a:lnRef idx="1">
            <a:schemeClr val="accent1"/>
          </a:lnRef>
          <a:fillRef idx="0">
            <a:schemeClr val="accent1"/>
          </a:fillRef>
          <a:effectRef idx="0">
            <a:schemeClr val="accent1"/>
          </a:effectRef>
          <a:fontRef idx="minor">
            <a:schemeClr val="lt1"/>
          </a:fontRef>
        </p:style>
        <p:txBody>
          <a:bodyPr vert="horz" wrap="none" lIns="5400" tIns="5400" rIns="5400" bIns="5400" anchor="ctr" anchorCtr="1" compatLnSpc="0"/>
          <a:lstStyle/>
          <a:p>
            <a:pPr hangingPunct="0"/>
            <a:endParaRPr lang="x-none" sz="1800" dirty="0">
              <a:solidFill>
                <a:schemeClr val="lt1"/>
              </a:solidFill>
              <a:latin typeface="Arial" pitchFamily="18"/>
              <a:cs typeface="Arial" charset="0"/>
            </a:endParaRPr>
          </a:p>
        </p:txBody>
      </p:sp>
      <p:sp>
        <p:nvSpPr>
          <p:cNvPr id="120" name="Freeform: Shape 8">
            <a:extLst>
              <a:ext uri="{FF2B5EF4-FFF2-40B4-BE49-F238E27FC236}">
                <a16:creationId xmlns:a16="http://schemas.microsoft.com/office/drawing/2014/main" id="{264D9171-6EEB-DC71-D884-F79B9BDA06F8}"/>
              </a:ext>
            </a:extLst>
          </p:cNvPr>
          <p:cNvSpPr/>
          <p:nvPr/>
        </p:nvSpPr>
        <p:spPr>
          <a:xfrm flipV="1">
            <a:off x="3122594" y="3979637"/>
            <a:ext cx="1428216" cy="948335"/>
          </a:xfrm>
          <a:custGeom>
            <a:avLst/>
            <a:gdLst/>
            <a:ahLst/>
            <a:cxnLst>
              <a:cxn ang="3cd4">
                <a:pos x="hc" y="t"/>
              </a:cxn>
              <a:cxn ang="cd2">
                <a:pos x="l" y="vc"/>
              </a:cxn>
              <a:cxn ang="cd4">
                <a:pos x="hc" y="b"/>
              </a:cxn>
              <a:cxn ang="0">
                <a:pos x="r" y="vc"/>
              </a:cxn>
            </a:cxnLst>
            <a:rect l="l" t="t" r="r" b="b"/>
            <a:pathLst>
              <a:path w="3156" h="2656" fill="none">
                <a:moveTo>
                  <a:pt x="0" y="2656"/>
                </a:moveTo>
                <a:lnTo>
                  <a:pt x="0" y="0"/>
                </a:lnTo>
                <a:lnTo>
                  <a:pt x="3156" y="0"/>
                </a:lnTo>
              </a:path>
            </a:pathLst>
          </a:custGeom>
          <a:ln w="12700" cap="rnd">
            <a:solidFill>
              <a:schemeClr val="accent4"/>
            </a:solidFill>
            <a:tailEnd type="arrow" w="med" len="sm"/>
          </a:ln>
        </p:spPr>
        <p:style>
          <a:lnRef idx="1">
            <a:schemeClr val="accent1"/>
          </a:lnRef>
          <a:fillRef idx="0">
            <a:schemeClr val="accent1"/>
          </a:fillRef>
          <a:effectRef idx="0">
            <a:schemeClr val="accent1"/>
          </a:effectRef>
          <a:fontRef idx="minor">
            <a:schemeClr val="lt1"/>
          </a:fontRef>
        </p:style>
        <p:txBody>
          <a:bodyPr vert="horz" wrap="none" lIns="3240" tIns="3240" rIns="3240" bIns="3240" anchor="ctr" anchorCtr="1" compatLnSpc="0"/>
          <a:lstStyle/>
          <a:p>
            <a:pPr hangingPunct="0"/>
            <a:endParaRPr lang="x-none" sz="1800" dirty="0">
              <a:latin typeface="Arial" pitchFamily="18"/>
              <a:cs typeface="Arial" charset="0"/>
            </a:endParaRPr>
          </a:p>
        </p:txBody>
      </p:sp>
      <p:grpSp>
        <p:nvGrpSpPr>
          <p:cNvPr id="136" name="Group 135">
            <a:extLst>
              <a:ext uri="{FF2B5EF4-FFF2-40B4-BE49-F238E27FC236}">
                <a16:creationId xmlns:a16="http://schemas.microsoft.com/office/drawing/2014/main" id="{2A3E046C-3048-CD80-AFE6-CB2CC59B0E45}"/>
              </a:ext>
            </a:extLst>
          </p:cNvPr>
          <p:cNvGrpSpPr/>
          <p:nvPr/>
        </p:nvGrpSpPr>
        <p:grpSpPr>
          <a:xfrm>
            <a:off x="4330082" y="4596823"/>
            <a:ext cx="1140748" cy="925579"/>
            <a:chOff x="6024884" y="5183101"/>
            <a:chExt cx="1140748" cy="925579"/>
          </a:xfrm>
        </p:grpSpPr>
        <p:sp>
          <p:nvSpPr>
            <p:cNvPr id="121" name="Freeform 120">
              <a:extLst>
                <a:ext uri="{FF2B5EF4-FFF2-40B4-BE49-F238E27FC236}">
                  <a16:creationId xmlns:a16="http://schemas.microsoft.com/office/drawing/2014/main" id="{CF76F01E-7B92-D085-F128-188230F615C3}"/>
                </a:ext>
              </a:extLst>
            </p:cNvPr>
            <p:cNvSpPr>
              <a:spLocks noChangeAspect="1"/>
            </p:cNvSpPr>
            <p:nvPr/>
          </p:nvSpPr>
          <p:spPr>
            <a:xfrm>
              <a:off x="6366905" y="5183101"/>
              <a:ext cx="456706" cy="456706"/>
            </a:xfrm>
            <a:custGeom>
              <a:avLst/>
              <a:gdLst/>
              <a:ahLst/>
              <a:cxnLst>
                <a:cxn ang="3cd4">
                  <a:pos x="hc" y="t"/>
                </a:cxn>
                <a:cxn ang="cd2">
                  <a:pos x="l" y="vc"/>
                </a:cxn>
                <a:cxn ang="cd4">
                  <a:pos x="hc" y="b"/>
                </a:cxn>
                <a:cxn ang="0">
                  <a:pos x="r" y="vc"/>
                </a:cxn>
              </a:cxnLst>
              <a:rect l="l" t="t" r="r" b="b"/>
              <a:pathLst>
                <a:path w="20998" h="20998">
                  <a:moveTo>
                    <a:pt x="11559" y="10423"/>
                  </a:moveTo>
                  <a:cubicBezTo>
                    <a:pt x="11590" y="11744"/>
                    <a:pt x="12696" y="12789"/>
                    <a:pt x="14019" y="12789"/>
                  </a:cubicBezTo>
                  <a:cubicBezTo>
                    <a:pt x="18538" y="12789"/>
                    <a:pt x="18538" y="12789"/>
                    <a:pt x="18538" y="12789"/>
                  </a:cubicBezTo>
                  <a:cubicBezTo>
                    <a:pt x="19891" y="12789"/>
                    <a:pt x="20998" y="11682"/>
                    <a:pt x="20998" y="10330"/>
                  </a:cubicBezTo>
                  <a:cubicBezTo>
                    <a:pt x="20998" y="8701"/>
                    <a:pt x="20998" y="8701"/>
                    <a:pt x="20998" y="8701"/>
                  </a:cubicBezTo>
                  <a:cubicBezTo>
                    <a:pt x="20998" y="7348"/>
                    <a:pt x="19891" y="6241"/>
                    <a:pt x="18538" y="6241"/>
                  </a:cubicBezTo>
                  <a:cubicBezTo>
                    <a:pt x="14019" y="6241"/>
                    <a:pt x="14019" y="6241"/>
                    <a:pt x="14019" y="6241"/>
                  </a:cubicBezTo>
                  <a:cubicBezTo>
                    <a:pt x="12666" y="6241"/>
                    <a:pt x="11559" y="7348"/>
                    <a:pt x="11559" y="8701"/>
                  </a:cubicBezTo>
                  <a:cubicBezTo>
                    <a:pt x="11559" y="8794"/>
                    <a:pt x="11559" y="8794"/>
                    <a:pt x="11559" y="8794"/>
                  </a:cubicBezTo>
                  <a:cubicBezTo>
                    <a:pt x="5504" y="8794"/>
                    <a:pt x="5504" y="8794"/>
                    <a:pt x="5504" y="8794"/>
                  </a:cubicBezTo>
                  <a:cubicBezTo>
                    <a:pt x="5504" y="6580"/>
                    <a:pt x="5504" y="6580"/>
                    <a:pt x="5504" y="6580"/>
                  </a:cubicBezTo>
                  <a:cubicBezTo>
                    <a:pt x="6979" y="6580"/>
                    <a:pt x="6979" y="6580"/>
                    <a:pt x="6979" y="6580"/>
                  </a:cubicBezTo>
                  <a:cubicBezTo>
                    <a:pt x="8332" y="6580"/>
                    <a:pt x="9439" y="5473"/>
                    <a:pt x="9439" y="4120"/>
                  </a:cubicBezTo>
                  <a:cubicBezTo>
                    <a:pt x="9439" y="2460"/>
                    <a:pt x="9439" y="2460"/>
                    <a:pt x="9439" y="2460"/>
                  </a:cubicBezTo>
                  <a:cubicBezTo>
                    <a:pt x="9439" y="1107"/>
                    <a:pt x="8332" y="0"/>
                    <a:pt x="6979" y="0"/>
                  </a:cubicBezTo>
                  <a:cubicBezTo>
                    <a:pt x="2460" y="0"/>
                    <a:pt x="2460" y="0"/>
                    <a:pt x="2460" y="0"/>
                  </a:cubicBezTo>
                  <a:cubicBezTo>
                    <a:pt x="1107" y="0"/>
                    <a:pt x="0" y="1107"/>
                    <a:pt x="0" y="2460"/>
                  </a:cubicBezTo>
                  <a:cubicBezTo>
                    <a:pt x="0" y="4120"/>
                    <a:pt x="0" y="4120"/>
                    <a:pt x="0" y="4120"/>
                  </a:cubicBezTo>
                  <a:cubicBezTo>
                    <a:pt x="0" y="5473"/>
                    <a:pt x="1107" y="6580"/>
                    <a:pt x="2460" y="6580"/>
                  </a:cubicBezTo>
                  <a:cubicBezTo>
                    <a:pt x="3843" y="6580"/>
                    <a:pt x="3843" y="6580"/>
                    <a:pt x="3843" y="6580"/>
                  </a:cubicBezTo>
                  <a:cubicBezTo>
                    <a:pt x="3843" y="15341"/>
                    <a:pt x="3843" y="15341"/>
                    <a:pt x="3843" y="15341"/>
                  </a:cubicBezTo>
                  <a:cubicBezTo>
                    <a:pt x="3843" y="17155"/>
                    <a:pt x="5319" y="18631"/>
                    <a:pt x="7133" y="18631"/>
                  </a:cubicBezTo>
                  <a:cubicBezTo>
                    <a:pt x="11559" y="18631"/>
                    <a:pt x="11559" y="18631"/>
                    <a:pt x="11559" y="18631"/>
                  </a:cubicBezTo>
                  <a:cubicBezTo>
                    <a:pt x="11590" y="19953"/>
                    <a:pt x="12696" y="20998"/>
                    <a:pt x="14019" y="20998"/>
                  </a:cubicBezTo>
                  <a:cubicBezTo>
                    <a:pt x="18538" y="20998"/>
                    <a:pt x="18538" y="20998"/>
                    <a:pt x="18538" y="20998"/>
                  </a:cubicBezTo>
                  <a:cubicBezTo>
                    <a:pt x="18968" y="20998"/>
                    <a:pt x="19337" y="20629"/>
                    <a:pt x="19337" y="20168"/>
                  </a:cubicBezTo>
                  <a:cubicBezTo>
                    <a:pt x="19337" y="19738"/>
                    <a:pt x="18968" y="19369"/>
                    <a:pt x="18538" y="19369"/>
                  </a:cubicBezTo>
                  <a:cubicBezTo>
                    <a:pt x="14019" y="19369"/>
                    <a:pt x="14019" y="19369"/>
                    <a:pt x="14019" y="19369"/>
                  </a:cubicBezTo>
                  <a:cubicBezTo>
                    <a:pt x="13557" y="19369"/>
                    <a:pt x="13188" y="19000"/>
                    <a:pt x="13188" y="18538"/>
                  </a:cubicBezTo>
                  <a:cubicBezTo>
                    <a:pt x="13188" y="16909"/>
                    <a:pt x="13188" y="16909"/>
                    <a:pt x="13188" y="16909"/>
                  </a:cubicBezTo>
                  <a:cubicBezTo>
                    <a:pt x="13188" y="16448"/>
                    <a:pt x="13557" y="16079"/>
                    <a:pt x="14019" y="16079"/>
                  </a:cubicBezTo>
                  <a:cubicBezTo>
                    <a:pt x="18538" y="16079"/>
                    <a:pt x="18538" y="16079"/>
                    <a:pt x="18538" y="16079"/>
                  </a:cubicBezTo>
                  <a:cubicBezTo>
                    <a:pt x="18968" y="16079"/>
                    <a:pt x="19337" y="16448"/>
                    <a:pt x="19337" y="16909"/>
                  </a:cubicBezTo>
                  <a:cubicBezTo>
                    <a:pt x="19337" y="17339"/>
                    <a:pt x="19706" y="17708"/>
                    <a:pt x="20168" y="17708"/>
                  </a:cubicBezTo>
                  <a:cubicBezTo>
                    <a:pt x="20629" y="17708"/>
                    <a:pt x="20998" y="17339"/>
                    <a:pt x="20998" y="16909"/>
                  </a:cubicBezTo>
                  <a:cubicBezTo>
                    <a:pt x="20998" y="15556"/>
                    <a:pt x="19891" y="14450"/>
                    <a:pt x="18538" y="14450"/>
                  </a:cubicBezTo>
                  <a:cubicBezTo>
                    <a:pt x="14019" y="14450"/>
                    <a:pt x="14019" y="14450"/>
                    <a:pt x="14019" y="14450"/>
                  </a:cubicBezTo>
                  <a:cubicBezTo>
                    <a:pt x="12666" y="14450"/>
                    <a:pt x="11559" y="15556"/>
                    <a:pt x="11559" y="16909"/>
                  </a:cubicBezTo>
                  <a:cubicBezTo>
                    <a:pt x="11559" y="16970"/>
                    <a:pt x="11559" y="16970"/>
                    <a:pt x="11559" y="16970"/>
                  </a:cubicBezTo>
                  <a:cubicBezTo>
                    <a:pt x="7133" y="16970"/>
                    <a:pt x="7133" y="16970"/>
                    <a:pt x="7133" y="16970"/>
                  </a:cubicBezTo>
                  <a:cubicBezTo>
                    <a:pt x="6241" y="16970"/>
                    <a:pt x="5504" y="16232"/>
                    <a:pt x="5504" y="15341"/>
                  </a:cubicBezTo>
                  <a:cubicBezTo>
                    <a:pt x="5504" y="10423"/>
                    <a:pt x="5504" y="10423"/>
                    <a:pt x="5504" y="10423"/>
                  </a:cubicBezTo>
                  <a:close/>
                  <a:moveTo>
                    <a:pt x="13188" y="8701"/>
                  </a:moveTo>
                  <a:cubicBezTo>
                    <a:pt x="13188" y="8240"/>
                    <a:pt x="13557" y="7871"/>
                    <a:pt x="14019" y="7871"/>
                  </a:cubicBezTo>
                  <a:cubicBezTo>
                    <a:pt x="18538" y="7871"/>
                    <a:pt x="18538" y="7871"/>
                    <a:pt x="18538" y="7871"/>
                  </a:cubicBezTo>
                  <a:cubicBezTo>
                    <a:pt x="18968" y="7871"/>
                    <a:pt x="19337" y="8240"/>
                    <a:pt x="19337" y="8701"/>
                  </a:cubicBezTo>
                  <a:cubicBezTo>
                    <a:pt x="19337" y="10330"/>
                    <a:pt x="19337" y="10330"/>
                    <a:pt x="19337" y="10330"/>
                  </a:cubicBezTo>
                  <a:cubicBezTo>
                    <a:pt x="19337" y="10791"/>
                    <a:pt x="18968" y="11160"/>
                    <a:pt x="18538" y="11160"/>
                  </a:cubicBezTo>
                  <a:cubicBezTo>
                    <a:pt x="14019" y="11160"/>
                    <a:pt x="14019" y="11160"/>
                    <a:pt x="14019" y="11160"/>
                  </a:cubicBezTo>
                  <a:cubicBezTo>
                    <a:pt x="13557" y="11160"/>
                    <a:pt x="13188" y="10791"/>
                    <a:pt x="13188" y="10330"/>
                  </a:cubicBezTo>
                  <a:close/>
                  <a:moveTo>
                    <a:pt x="1629" y="4120"/>
                  </a:moveTo>
                  <a:cubicBezTo>
                    <a:pt x="1629" y="2460"/>
                    <a:pt x="1629" y="2460"/>
                    <a:pt x="1629" y="2460"/>
                  </a:cubicBezTo>
                  <a:cubicBezTo>
                    <a:pt x="1629" y="2030"/>
                    <a:pt x="1998" y="1661"/>
                    <a:pt x="2460" y="1661"/>
                  </a:cubicBezTo>
                  <a:cubicBezTo>
                    <a:pt x="6979" y="1661"/>
                    <a:pt x="6979" y="1661"/>
                    <a:pt x="6979" y="1661"/>
                  </a:cubicBezTo>
                  <a:cubicBezTo>
                    <a:pt x="7409" y="1661"/>
                    <a:pt x="7778" y="2030"/>
                    <a:pt x="7778" y="2460"/>
                  </a:cubicBezTo>
                  <a:cubicBezTo>
                    <a:pt x="7778" y="4120"/>
                    <a:pt x="7778" y="4120"/>
                    <a:pt x="7778" y="4120"/>
                  </a:cubicBezTo>
                  <a:cubicBezTo>
                    <a:pt x="7778" y="4550"/>
                    <a:pt x="7409" y="4919"/>
                    <a:pt x="6979" y="4919"/>
                  </a:cubicBezTo>
                  <a:cubicBezTo>
                    <a:pt x="2460" y="4919"/>
                    <a:pt x="2460" y="4919"/>
                    <a:pt x="2460" y="4919"/>
                  </a:cubicBezTo>
                  <a:cubicBezTo>
                    <a:pt x="1998" y="4919"/>
                    <a:pt x="1629" y="4550"/>
                    <a:pt x="1629" y="4120"/>
                  </a:cubicBezTo>
                  <a:close/>
                </a:path>
              </a:pathLst>
            </a:custGeom>
            <a:solidFill>
              <a:schemeClr val="accent1"/>
            </a:solidFill>
            <a:ln cap="flat">
              <a:noFill/>
              <a:prstDash val="solid"/>
            </a:ln>
          </p:spPr>
          <p:txBody>
            <a:bodyPr vert="horz" wrap="none" lIns="144000" tIns="72000" rIns="144000" bIns="72000" anchor="ctr" anchorCtr="1" compatLnSpc="0"/>
            <a:lstStyle/>
            <a:p>
              <a:pPr hangingPunct="0"/>
              <a:endParaRPr lang="x-none">
                <a:latin typeface="Arial" pitchFamily="18"/>
                <a:ea typeface="Arial Unicode MS" pitchFamily="2"/>
                <a:cs typeface="Arial Unicode MS" pitchFamily="2"/>
              </a:endParaRPr>
            </a:p>
          </p:txBody>
        </p:sp>
        <p:sp>
          <p:nvSpPr>
            <p:cNvPr id="124" name="TextBox 123">
              <a:extLst>
                <a:ext uri="{FF2B5EF4-FFF2-40B4-BE49-F238E27FC236}">
                  <a16:creationId xmlns:a16="http://schemas.microsoft.com/office/drawing/2014/main" id="{341687DB-7926-1E57-8188-7CBD7023AD85}"/>
                </a:ext>
              </a:extLst>
            </p:cNvPr>
            <p:cNvSpPr txBox="1"/>
            <p:nvPr/>
          </p:nvSpPr>
          <p:spPr>
            <a:xfrm>
              <a:off x="6024884" y="5745488"/>
              <a:ext cx="1140748" cy="363192"/>
            </a:xfrm>
            <a:prstGeom prst="rect">
              <a:avLst/>
            </a:prstGeom>
            <a:noFill/>
          </p:spPr>
          <p:txBody>
            <a:bodyPr wrap="square" lIns="0" tIns="0" rIns="0" bIns="0" rtlCol="0">
              <a:noAutofit/>
            </a:bodyPr>
            <a:lstStyle/>
            <a:p>
              <a:pPr algn="ctr">
                <a:lnSpc>
                  <a:spcPct val="90000"/>
                </a:lnSpc>
              </a:pPr>
              <a:r>
                <a:rPr lang="en-US" sz="1200" dirty="0">
                  <a:solidFill>
                    <a:schemeClr val="tx1">
                      <a:lumMod val="75000"/>
                      <a:lumOff val="25000"/>
                    </a:schemeClr>
                  </a:solidFill>
                </a:rPr>
                <a:t>Existing Phase 1 Flow</a:t>
              </a:r>
            </a:p>
          </p:txBody>
        </p:sp>
      </p:grpSp>
    </p:spTree>
    <p:extLst>
      <p:ext uri="{BB962C8B-B14F-4D97-AF65-F5344CB8AC3E}">
        <p14:creationId xmlns:p14="http://schemas.microsoft.com/office/powerpoint/2010/main" val="31955786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903253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DXC">
  <a:themeElements>
    <a:clrScheme name="DXC New Brand Palette">
      <a:dk1>
        <a:srgbClr val="000000"/>
      </a:dk1>
      <a:lt1>
        <a:srgbClr val="FFFFFF"/>
      </a:lt1>
      <a:dk2>
        <a:srgbClr val="D9D9D6"/>
      </a:dk2>
      <a:lt2>
        <a:srgbClr val="FFCD00"/>
      </a:lt2>
      <a:accent1>
        <a:srgbClr val="5F249F"/>
      </a:accent1>
      <a:accent2>
        <a:srgbClr val="00968F"/>
      </a:accent2>
      <a:accent3>
        <a:srgbClr val="00A3E1"/>
      </a:accent3>
      <a:accent4>
        <a:srgbClr val="006975"/>
      </a:accent4>
      <a:accent5>
        <a:srgbClr val="6CC24A"/>
      </a:accent5>
      <a:accent6>
        <a:srgbClr val="ED9B33"/>
      </a:accent6>
      <a:hlink>
        <a:srgbClr val="000000"/>
      </a:hlink>
      <a:folHlink>
        <a:srgbClr val="666666"/>
      </a:folHlink>
    </a:clrScheme>
    <a:fontScheme name="DXC">
      <a:majorFont>
        <a:latin typeface="Arial"/>
        <a:ea typeface=""/>
        <a:cs typeface=""/>
      </a:majorFont>
      <a:minorFont>
        <a:latin typeface="Arial"/>
        <a:ea typeface=""/>
        <a:cs typeface=""/>
      </a:minorFont>
    </a:fontScheme>
    <a:fmtScheme name="DXC">
      <a:fillStyleLst>
        <a:solidFill>
          <a:schemeClr val="phClr"/>
        </a:solidFill>
        <a:solidFill>
          <a:schemeClr val="phClr"/>
        </a:solidFill>
        <a:solidFill>
          <a:schemeClr val="phClr"/>
        </a:solidFill>
      </a:fillStyleLst>
      <a:lnStyleLst>
        <a:ln w="6350" cap="sq" cmpd="sng" algn="ctr">
          <a:solidFill>
            <a:schemeClr val="phClr"/>
          </a:solidFill>
          <a:prstDash val="solid"/>
        </a:ln>
        <a:ln w="6350" cap="sq" cmpd="sng" algn="ctr">
          <a:solidFill>
            <a:schemeClr val="phClr"/>
          </a:solidFill>
          <a:prstDash val="solid"/>
        </a:ln>
        <a:ln w="6350" cap="sq"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spDef>
      <a:spPr>
        <a:ln>
          <a:noFill/>
        </a:ln>
      </a:spPr>
      <a:bodyPr/>
      <a:lstStyle/>
      <a:style>
        <a:lnRef idx="0">
          <a:schemeClr val="accent1"/>
        </a:lnRef>
        <a:fillRef idx="1">
          <a:schemeClr val="accent1"/>
        </a:fillRef>
        <a:effectRef idx="0">
          <a:schemeClr val="accent1"/>
        </a:effectRef>
        <a:fontRef idx="minor">
          <a:schemeClr val="lt1"/>
        </a:fontRef>
      </a:style>
    </a:spDef>
    <a:lnDef>
      <a:spPr>
        <a:ln w="6350" cap="sq"/>
      </a:spPr>
      <a:bodyPr/>
      <a:lstStyle/>
      <a:style>
        <a:lnRef idx="1">
          <a:schemeClr val="accent1"/>
        </a:lnRef>
        <a:fillRef idx="0">
          <a:schemeClr val="accent1"/>
        </a:fillRef>
        <a:effectRef idx="0">
          <a:schemeClr val="accent1"/>
        </a:effectRef>
        <a:fontRef idx="minor">
          <a:schemeClr val="lt1"/>
        </a:fontRef>
      </a:style>
    </a:lnDef>
    <a:txDef>
      <a:spPr>
        <a:noFill/>
      </a:spPr>
      <a:bodyPr wrap="square" rtlCol="0">
        <a:spAutoFit/>
      </a:bodyPr>
      <a:lstStyle>
        <a:defPPr algn="l">
          <a:lnSpc>
            <a:spcPct val="90000"/>
          </a:lnSpc>
          <a:spcAft>
            <a:spcPts val="400"/>
          </a:spcAft>
          <a:defRPr sz="2000" dirty="0"/>
        </a:defPPr>
      </a:lstStyle>
    </a:txDef>
  </a:objectDefaults>
  <a:extraClrSchemeLst/>
  <a:custClrLst>
    <a:custClr name="DXC Bright Purple">
      <a:srgbClr val="5F249F"/>
    </a:custClr>
    <a:custClr name="White">
      <a:srgbClr val="FFFFFF"/>
    </a:custClr>
    <a:custClr name="DXC Light Gray">
      <a:srgbClr val="D9D9D6"/>
    </a:custClr>
    <a:custClr name="DXC Medium Gray">
      <a:srgbClr val="969696"/>
    </a:custClr>
    <a:custClr name="DXC Dark Gray">
      <a:srgbClr val="63666A"/>
    </a:custClr>
    <a:custClr name="Black">
      <a:srgbClr val="000000"/>
    </a:custClr>
    <a:custClr name="DXC Bright Teal">
      <a:srgbClr val="00968F"/>
    </a:custClr>
    <a:custClr name="DXC Blue">
      <a:srgbClr val="00A3E1"/>
    </a:custClr>
    <a:custClr name="DXC Dark Teal">
      <a:srgbClr val="006975"/>
    </a:custClr>
    <a:custClr name="DXC Green">
      <a:srgbClr val="6CC24A"/>
    </a:custClr>
    <a:custClr name="DXC Orange">
      <a:srgbClr val="ED9B33"/>
    </a:custClr>
    <a:custClr name="DXC Gold">
      <a:srgbClr val="FFCD00"/>
    </a:custClr>
    <a:custClr name="DXC Dark Purple">
      <a:srgbClr val="330072"/>
    </a:custClr>
    <a:custClr name="DXC Yellow">
      <a:srgbClr val="F9F048"/>
    </a:custClr>
  </a:custClrLst>
  <a:extLst>
    <a:ext uri="{05A4C25C-085E-4340-85A3-A5531E510DB2}">
      <thm15:themeFamily xmlns:thm15="http://schemas.microsoft.com/office/thememl/2012/main" name="Presentation2" id="{8362DC8C-B8B6-A445-B8FD-41A0CED43E8E}" vid="{3D2E4122-D6B6-5444-B1B3-8939790499D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57aafba4-ea68-469d-90d9-dedddcf2aa5f">
      <Terms xmlns="http://schemas.microsoft.com/office/infopath/2007/PartnerControls"/>
    </lcf76f155ced4ddcb4097134ff3c332f>
    <_ip_UnifiedCompliancePolicyUIAction xmlns="http://schemas.microsoft.com/sharepoint/v3" xsi:nil="true"/>
    <_ip_UnifiedCompliancePolicyProperties xmlns="http://schemas.microsoft.com/sharepoint/v3" xsi:nil="true"/>
    <TaxCatchAll xmlns="168e0357-5b39-4600-91c2-bfff6e896513" xsi:nil="true"/>
    <Modificationsummary xmlns="57aafba4-ea68-469d-90d9-dedddcf2aa5f"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41A9C1CFF43D34FAEF210EE2D49D899" ma:contentTypeVersion="19" ma:contentTypeDescription="Create a new document." ma:contentTypeScope="" ma:versionID="2100e9bbdd357a456306e6a28fc40387">
  <xsd:schema xmlns:xsd="http://www.w3.org/2001/XMLSchema" xmlns:xs="http://www.w3.org/2001/XMLSchema" xmlns:p="http://schemas.microsoft.com/office/2006/metadata/properties" xmlns:ns1="http://schemas.microsoft.com/sharepoint/v3" xmlns:ns2="57aafba4-ea68-469d-90d9-dedddcf2aa5f" xmlns:ns3="01a5e72b-5352-4d63-98a3-eaff1a6a8145" xmlns:ns4="168e0357-5b39-4600-91c2-bfff6e896513" targetNamespace="http://schemas.microsoft.com/office/2006/metadata/properties" ma:root="true" ma:fieldsID="4b68af895960df553b30e64d99727b85" ns1:_="" ns2:_="" ns3:_="" ns4:_="">
    <xsd:import namespace="http://schemas.microsoft.com/sharepoint/v3"/>
    <xsd:import namespace="57aafba4-ea68-469d-90d9-dedddcf2aa5f"/>
    <xsd:import namespace="01a5e72b-5352-4d63-98a3-eaff1a6a8145"/>
    <xsd:import namespace="168e0357-5b39-4600-91c2-bfff6e896513"/>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1:_ip_UnifiedCompliancePolicyProperties" minOccurs="0"/>
                <xsd:element ref="ns1:_ip_UnifiedCompliancePolicyUIAction" minOccurs="0"/>
                <xsd:element ref="ns2:MediaServiceObjectDetectorVersions" minOccurs="0"/>
                <xsd:element ref="ns2:lcf76f155ced4ddcb4097134ff3c332f" minOccurs="0"/>
                <xsd:element ref="ns4: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SearchProperties" minOccurs="0"/>
                <xsd:element ref="ns2:Modificationsummar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4" nillable="true" ma:displayName="Unified Compliance Policy Properties" ma:hidden="true" ma:internalName="_ip_UnifiedCompliancePolicyProperties">
      <xsd:simpleType>
        <xsd:restriction base="dms:Note"/>
      </xsd:simpleType>
    </xsd:element>
    <xsd:element name="_ip_UnifiedCompliancePolicyUIAction" ma:index="1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7aafba4-ea68-469d-90d9-dedddcf2aa5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18f211cb-e08d-4e65-a875-32590ca7bbf7"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DateTaken" ma:index="23" nillable="true" ma:displayName="MediaServiceDateTaken" ma:hidden="true" ma:indexed="true" ma:internalName="MediaServiceDateTaken" ma:readOnly="true">
      <xsd:simpleType>
        <xsd:restriction base="dms:Text"/>
      </xsd:simpleType>
    </xsd:element>
    <xsd:element name="MediaLengthInSeconds" ma:index="24" nillable="true" ma:displayName="MediaLengthInSeconds" ma:hidden="true" ma:internalName="MediaLengthInSeconds" ma:readOnly="true">
      <xsd:simpleType>
        <xsd:restriction base="dms:Unknown"/>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odificationsummary" ma:index="26" nillable="true" ma:displayName="Modification summary" ma:description="Explains the modification" ma:format="Dropdown" ma:internalName="Modificationsummary">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1a5e72b-5352-4d63-98a3-eaff1a6a8145"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68e0357-5b39-4600-91c2-bfff6e896513"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ddc25a2c-e328-49ef-bed6-1b2184bb1e43}" ma:internalName="TaxCatchAll" ma:showField="CatchAllData" ma:web="01a5e72b-5352-4d63-98a3-eaff1a6a814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B5617B7-C988-4638-8A5E-19EB64386FA6}">
  <ds:schemaRefs>
    <ds:schemaRef ds:uri="http://schemas.microsoft.com/office/2006/metadata/properties"/>
    <ds:schemaRef ds:uri="http://schemas.microsoft.com/office/infopath/2007/PartnerControls"/>
    <ds:schemaRef ds:uri="57aafba4-ea68-469d-90d9-dedddcf2aa5f"/>
    <ds:schemaRef ds:uri="http://schemas.microsoft.com/sharepoint/v3"/>
    <ds:schemaRef ds:uri="168e0357-5b39-4600-91c2-bfff6e896513"/>
  </ds:schemaRefs>
</ds:datastoreItem>
</file>

<file path=customXml/itemProps2.xml><?xml version="1.0" encoding="utf-8"?>
<ds:datastoreItem xmlns:ds="http://schemas.openxmlformats.org/officeDocument/2006/customXml" ds:itemID="{29263733-0B42-4D01-87CA-CBD65B20FAF6}">
  <ds:schemaRefs>
    <ds:schemaRef ds:uri="http://schemas.microsoft.com/sharepoint/v3/contenttype/forms"/>
  </ds:schemaRefs>
</ds:datastoreItem>
</file>

<file path=customXml/itemProps3.xml><?xml version="1.0" encoding="utf-8"?>
<ds:datastoreItem xmlns:ds="http://schemas.openxmlformats.org/officeDocument/2006/customXml" ds:itemID="{EF103699-A842-4B59-830D-468EE7ACEE3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57aafba4-ea68-469d-90d9-dedddcf2aa5f"/>
    <ds:schemaRef ds:uri="01a5e72b-5352-4d63-98a3-eaff1a6a8145"/>
    <ds:schemaRef ds:uri="168e0357-5b39-4600-91c2-bfff6e89651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DXC</Template>
  <TotalTime>76</TotalTime>
  <Words>342</Words>
  <Application>Microsoft Office PowerPoint</Application>
  <PresentationFormat>Custom</PresentationFormat>
  <Paragraphs>42</Paragraphs>
  <Slides>4</Slides>
  <Notes>0</Notes>
  <HiddenSlides>0</HiddenSlides>
  <MMClips>0</MMClips>
  <ScaleCrop>false</ScaleCrop>
  <HeadingPairs>
    <vt:vector size="4" baseType="variant">
      <vt:variant>
        <vt:lpstr>Theme</vt:lpstr>
      </vt:variant>
      <vt:variant>
        <vt:i4>1</vt:i4>
      </vt:variant>
      <vt:variant>
        <vt:lpstr>Slide Titles</vt:lpstr>
      </vt:variant>
      <vt:variant>
        <vt:i4>4</vt:i4>
      </vt:variant>
    </vt:vector>
  </HeadingPairs>
  <TitlesOfParts>
    <vt:vector size="5" baseType="lpstr">
      <vt:lpstr>DXC</vt:lpstr>
      <vt:lpstr>TF Monitor</vt:lpstr>
      <vt:lpstr>Phase 1: Auto Resubmission  </vt:lpstr>
      <vt:lpstr>Phase 2: Transaction Aggregation </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Kovryga, Igor</dc:creator>
  <cp:keywords/>
  <dc:description/>
  <cp:lastModifiedBy>Kovryga, Igor</cp:lastModifiedBy>
  <cp:revision>35</cp:revision>
  <dcterms:created xsi:type="dcterms:W3CDTF">2025-12-01T11:25:26Z</dcterms:created>
  <dcterms:modified xsi:type="dcterms:W3CDTF">2026-01-27T02:35:37Z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0x010100E41A9C1CFF43D34FAEF210EE2D49D899</vt:lpwstr>
  </property>
  <property fmtid="{D5CDD505-2E9C-101B-9397-08002B2CF9AE}" pid="3" name="MSIP_Label_15394ae5-69af-439d-af88-cb521c31c0c5_Enabled">
    <vt:lpwstr>true</vt:lpwstr>
  </property>
  <property fmtid="{D5CDD505-2E9C-101B-9397-08002B2CF9AE}" pid="4" name="MSIP_Label_15394ae5-69af-439d-af88-cb521c31c0c5_SetDate">
    <vt:lpwstr>2026-01-27T02:34:20Z</vt:lpwstr>
  </property>
  <property fmtid="{D5CDD505-2E9C-101B-9397-08002B2CF9AE}" pid="5" name="MSIP_Label_15394ae5-69af-439d-af88-cb521c31c0c5_Method">
    <vt:lpwstr>Standard</vt:lpwstr>
  </property>
  <property fmtid="{D5CDD505-2E9C-101B-9397-08002B2CF9AE}" pid="6" name="MSIP_Label_15394ae5-69af-439d-af88-cb521c31c0c5_Name">
    <vt:lpwstr>DXC Internal</vt:lpwstr>
  </property>
  <property fmtid="{D5CDD505-2E9C-101B-9397-08002B2CF9AE}" pid="7" name="MSIP_Label_15394ae5-69af-439d-af88-cb521c31c0c5_SiteId">
    <vt:lpwstr>93f33571-550f-43cf-b09f-cd331338d086</vt:lpwstr>
  </property>
  <property fmtid="{D5CDD505-2E9C-101B-9397-08002B2CF9AE}" pid="8" name="MSIP_Label_15394ae5-69af-439d-af88-cb521c31c0c5_ActionId">
    <vt:lpwstr>004430d0-8007-4eb4-b539-9ac853fb25a6</vt:lpwstr>
  </property>
  <property fmtid="{D5CDD505-2E9C-101B-9397-08002B2CF9AE}" pid="9" name="MSIP_Label_15394ae5-69af-439d-af88-cb521c31c0c5_ContentBits">
    <vt:lpwstr>0</vt:lpwstr>
  </property>
  <property fmtid="{D5CDD505-2E9C-101B-9397-08002B2CF9AE}" pid="10" name="MSIP_Label_15394ae5-69af-439d-af88-cb521c31c0c5_Tag">
    <vt:lpwstr>10, 3, 0, 2</vt:lpwstr>
  </property>
  <property fmtid="{D5CDD505-2E9C-101B-9397-08002B2CF9AE}" pid="11" name="MediaServiceImageTags">
    <vt:lpwstr/>
  </property>
</Properties>
</file>