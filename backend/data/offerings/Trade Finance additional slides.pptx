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1"/>
  </p:notesMasterIdLst>
  <p:handoutMasterIdLst>
    <p:handoutMasterId r:id="rId12"/>
  </p:handoutMasterIdLst>
  <p:sldIdLst>
    <p:sldId id="2147470598" r:id="rId5"/>
    <p:sldId id="2147470594" r:id="rId6"/>
    <p:sldId id="2147470599" r:id="rId7"/>
    <p:sldId id="2147470592" r:id="rId8"/>
    <p:sldId id="2147470591" r:id="rId9"/>
    <p:sldId id="2147470590" r:id="rId10"/>
  </p:sldIdLst>
  <p:sldSz cx="14630400" cy="8229600"/>
  <p:notesSz cx="7772400" cy="14173200"/>
  <p:defaultTextStyle>
    <a:defPPr>
      <a:defRPr lang="en-US"/>
    </a:defPPr>
    <a:lvl1pPr marL="0" algn="l" defTabSz="1463040" rtl="0" eaLnBrk="1" latinLnBrk="0" hangingPunct="1">
      <a:defRPr sz="2880" kern="1200">
        <a:solidFill>
          <a:schemeClr val="tx1"/>
        </a:solidFill>
        <a:latin typeface="+mn-lt"/>
        <a:ea typeface="+mn-ea"/>
        <a:cs typeface="+mn-cs"/>
      </a:defRPr>
    </a:lvl1pPr>
    <a:lvl2pPr marL="731520" algn="l" defTabSz="1463040" rtl="0" eaLnBrk="1" latinLnBrk="0" hangingPunct="1">
      <a:defRPr sz="2880" kern="1200">
        <a:solidFill>
          <a:schemeClr val="tx1"/>
        </a:solidFill>
        <a:latin typeface="+mn-lt"/>
        <a:ea typeface="+mn-ea"/>
        <a:cs typeface="+mn-cs"/>
      </a:defRPr>
    </a:lvl2pPr>
    <a:lvl3pPr marL="1463040" algn="l" defTabSz="1463040" rtl="0" eaLnBrk="1" latinLnBrk="0" hangingPunct="1">
      <a:defRPr sz="2880" kern="1200">
        <a:solidFill>
          <a:schemeClr val="tx1"/>
        </a:solidFill>
        <a:latin typeface="+mn-lt"/>
        <a:ea typeface="+mn-ea"/>
        <a:cs typeface="+mn-cs"/>
      </a:defRPr>
    </a:lvl3pPr>
    <a:lvl4pPr marL="2194560" algn="l" defTabSz="1463040" rtl="0" eaLnBrk="1" latinLnBrk="0" hangingPunct="1">
      <a:defRPr sz="2880" kern="1200">
        <a:solidFill>
          <a:schemeClr val="tx1"/>
        </a:solidFill>
        <a:latin typeface="+mn-lt"/>
        <a:ea typeface="+mn-ea"/>
        <a:cs typeface="+mn-cs"/>
      </a:defRPr>
    </a:lvl4pPr>
    <a:lvl5pPr marL="2926080" algn="l" defTabSz="1463040" rtl="0" eaLnBrk="1" latinLnBrk="0" hangingPunct="1">
      <a:defRPr sz="2880" kern="1200">
        <a:solidFill>
          <a:schemeClr val="tx1"/>
        </a:solidFill>
        <a:latin typeface="+mn-lt"/>
        <a:ea typeface="+mn-ea"/>
        <a:cs typeface="+mn-cs"/>
      </a:defRPr>
    </a:lvl5pPr>
    <a:lvl6pPr marL="3657600" algn="l" defTabSz="1463040" rtl="0" eaLnBrk="1" latinLnBrk="0" hangingPunct="1">
      <a:defRPr sz="2880" kern="1200">
        <a:solidFill>
          <a:schemeClr val="tx1"/>
        </a:solidFill>
        <a:latin typeface="+mn-lt"/>
        <a:ea typeface="+mn-ea"/>
        <a:cs typeface="+mn-cs"/>
      </a:defRPr>
    </a:lvl6pPr>
    <a:lvl7pPr marL="4389120" algn="l" defTabSz="1463040" rtl="0" eaLnBrk="1" latinLnBrk="0" hangingPunct="1">
      <a:defRPr sz="2880" kern="1200">
        <a:solidFill>
          <a:schemeClr val="tx1"/>
        </a:solidFill>
        <a:latin typeface="+mn-lt"/>
        <a:ea typeface="+mn-ea"/>
        <a:cs typeface="+mn-cs"/>
      </a:defRPr>
    </a:lvl7pPr>
    <a:lvl8pPr marL="5120640" algn="l" defTabSz="1463040" rtl="0" eaLnBrk="1" latinLnBrk="0" hangingPunct="1">
      <a:defRPr sz="2880" kern="1200">
        <a:solidFill>
          <a:schemeClr val="tx1"/>
        </a:solidFill>
        <a:latin typeface="+mn-lt"/>
        <a:ea typeface="+mn-ea"/>
        <a:cs typeface="+mn-cs"/>
      </a:defRPr>
    </a:lvl8pPr>
    <a:lvl9pPr marL="5852160" algn="l" defTabSz="1463040" rtl="0" eaLnBrk="1" latinLnBrk="0" hangingPunct="1">
      <a:defRPr sz="288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833A37F-1896-4F80-85E9-E3B1A9E82D82}">
          <p14:sldIdLst>
            <p14:sldId id="2147470598"/>
            <p14:sldId id="2147470594"/>
            <p14:sldId id="2147470599"/>
            <p14:sldId id="2147470592"/>
            <p14:sldId id="2147470591"/>
            <p14:sldId id="2147470590"/>
          </p14:sldIdLst>
        </p14:section>
        <p14:section name="To delete" id="{49CF059E-0CC6-406D-BDF5-F02AF95B53CE}">
          <p14:sldIdLst/>
        </p14:section>
      </p14:sectionLst>
    </p:ext>
    <p:ext uri="{EFAFB233-063F-42B5-8137-9DF3F51BA10A}">
      <p15:sldGuideLst xmlns:p15="http://schemas.microsoft.com/office/powerpoint/2012/main">
        <p15:guide id="1" orient="horz" pos="408" userDrawn="1">
          <p15:clr>
            <a:srgbClr val="A4A3A4"/>
          </p15:clr>
        </p15:guide>
        <p15:guide id="2" orient="horz" pos="2592" userDrawn="1">
          <p15:clr>
            <a:srgbClr val="A4A3A4"/>
          </p15:clr>
        </p15:guide>
        <p15:guide id="3" orient="horz" pos="4512" userDrawn="1">
          <p15:clr>
            <a:srgbClr val="A4A3A4"/>
          </p15:clr>
        </p15:guide>
        <p15:guide id="4" orient="horz" pos="4896" userDrawn="1">
          <p15:clr>
            <a:srgbClr val="A4A3A4"/>
          </p15:clr>
        </p15:guide>
        <p15:guide id="5" pos="7488" userDrawn="1">
          <p15:clr>
            <a:srgbClr val="A4A3A4"/>
          </p15:clr>
        </p15:guide>
        <p15:guide id="6" pos="432" userDrawn="1">
          <p15:clr>
            <a:srgbClr val="A4A3A4"/>
          </p15:clr>
        </p15:guide>
        <p15:guide id="7" pos="3024" userDrawn="1">
          <p15:clr>
            <a:srgbClr val="A4A3A4"/>
          </p15:clr>
        </p15:guide>
        <p15:guide id="8" pos="3312" userDrawn="1">
          <p15:clr>
            <a:srgbClr val="A4A3A4"/>
          </p15:clr>
        </p15:guide>
        <p15:guide id="9" pos="4464" userDrawn="1">
          <p15:clr>
            <a:srgbClr val="A4A3A4"/>
          </p15:clr>
        </p15:guide>
        <p15:guide id="10" pos="4608" userDrawn="1">
          <p15:clr>
            <a:srgbClr val="A4A3A4"/>
          </p15:clr>
        </p15:guide>
        <p15:guide id="11" pos="4752" userDrawn="1">
          <p15:clr>
            <a:srgbClr val="A4A3A4"/>
          </p15:clr>
        </p15:guide>
        <p15:guide id="12" pos="5904" userDrawn="1">
          <p15:clr>
            <a:srgbClr val="A4A3A4"/>
          </p15:clr>
        </p15:guide>
        <p15:guide id="13" pos="6192" userDrawn="1">
          <p15:clr>
            <a:srgbClr val="A4A3A4"/>
          </p15:clr>
        </p15:guide>
        <p15:guide id="14" pos="8784" userDrawn="1">
          <p15:clr>
            <a:srgbClr val="A4A3A4"/>
          </p15:clr>
        </p15:guide>
      </p15:sldGuideLst>
    </p:ext>
    <p:ext uri="{2D200454-40CA-4A62-9FC3-DE9A4176ACB9}">
      <p15:notesGuideLst xmlns:p15="http://schemas.microsoft.com/office/powerpoint/2012/main">
        <p15:guide id="1" orient="horz" pos="4464" userDrawn="1">
          <p15:clr>
            <a:srgbClr val="A4A3A4"/>
          </p15:clr>
        </p15:guide>
        <p15:guide id="2" pos="2448"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69696"/>
    <a:srgbClr val="63666A"/>
    <a:srgbClr val="F9F048"/>
    <a:srgbClr val="FFCD00"/>
    <a:srgbClr val="D9DF23"/>
    <a:srgbClr val="666666"/>
    <a:srgbClr val="330072"/>
    <a:srgbClr val="60249E"/>
    <a:srgbClr val="1870B9"/>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03D5C18-6407-AFC4-46AC-C88BD0011A55}" v="2" dt="2025-05-06T09:53:11.989"/>
    <p1510:client id="{DB6D69D5-C9BB-4A59-9AA1-EEFAA379AEE4}" v="1193" dt="2025-05-06T10:40:58.867"/>
    <p1510:client id="{DD9B3B38-D60D-8C40-BDF8-83A27A7B59F2}" v="1" dt="2025-05-06T13:52:24.915"/>
  </p1510:revLst>
</p1510:revInfo>
</file>

<file path=ppt/tableStyles.xml><?xml version="1.0" encoding="utf-8"?>
<a:tblStyleLst xmlns:a="http://schemas.openxmlformats.org/drawingml/2006/main" def="{45BD5076-5073-49C7-9E08-65982F3C9860}">
  <a:tblStyle styleId="{45BD5076-5073-49C7-9E08-65982F3C9860}" styleName="DXC Table">
    <a:wholeTbl>
      <a:tcTxStyle>
        <a:fontRef idx="minor"/>
        <a:srgbClr val="000000"/>
      </a:tcTxStyle>
      <a:tcStyle>
        <a:tcBdr>
          <a:left>
            <a:ln>
              <a:noFill/>
            </a:ln>
          </a:left>
          <a:right>
            <a:ln>
              <a:noFill/>
            </a:ln>
          </a:right>
          <a:top>
            <a:ln w="6350">
              <a:solidFill>
                <a:srgbClr val="000000"/>
              </a:solidFill>
            </a:ln>
          </a:top>
          <a:bottom>
            <a:ln w="6350">
              <a:solidFill>
                <a:srgbClr val="000000"/>
              </a:solidFill>
            </a:ln>
          </a:bottom>
          <a:insideH>
            <a:ln w="6350">
              <a:solidFill>
                <a:srgbClr val="000000"/>
              </a:solidFill>
            </a:ln>
          </a:insideH>
          <a:insideV>
            <a:ln>
              <a:noFill/>
            </a:ln>
          </a:insideV>
        </a:tcBdr>
        <a:fill>
          <a:noFill/>
        </a:fill>
      </a:tcStyle>
    </a:wholeTbl>
    <a:lastCol>
      <a:tcTxStyle b="on">
        <a:fontRef idx="major"/>
        <a:srgbClr val="000000"/>
      </a:tcTxStyle>
      <a:tcStyle>
        <a:tcBdr/>
      </a:tcStyle>
    </a:lastCol>
    <a:firstCol>
      <a:tcTxStyle b="on">
        <a:fontRef idx="major"/>
        <a:srgbClr val="000000"/>
      </a:tcTxStyle>
      <a:tcStyle>
        <a:tcBdr/>
      </a:tcStyle>
    </a:firstCol>
    <a:lastRow>
      <a:tcTxStyle b="on">
        <a:fontRef idx="major"/>
        <a:srgbClr val="000000"/>
      </a:tcTxStyle>
      <a:tcStyle>
        <a:tcBdr>
          <a:top>
            <a:ln w="19050">
              <a:solidFill>
                <a:srgbClr val="000000"/>
              </a:solidFill>
            </a:ln>
          </a:top>
          <a:bottom>
            <a:ln>
              <a:noFill/>
            </a:ln>
          </a:bottom>
        </a:tcBdr>
        <a:fill>
          <a:noFill/>
        </a:fill>
      </a:tcStyle>
    </a:lastRow>
    <a:firstRow>
      <a:tcTxStyle b="on">
        <a:fontRef idx="major"/>
        <a:srgbClr val="000000"/>
      </a:tcTxStyle>
      <a:tcStyle>
        <a:tcBdr>
          <a:top>
            <a:ln>
              <a:noFill/>
            </a:ln>
          </a:top>
          <a:bottom>
            <a:ln w="19050">
              <a:solidFill>
                <a:srgbClr val="000000"/>
              </a:solidFill>
            </a:ln>
          </a:bottom>
        </a:tcBdr>
        <a:fill>
          <a:no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100" d="100"/>
          <a:sy n="100" d="100"/>
        </p:scale>
        <p:origin x="776" y="176"/>
      </p:cViewPr>
      <p:guideLst>
        <p:guide orient="horz" pos="408"/>
        <p:guide orient="horz" pos="2592"/>
        <p:guide orient="horz" pos="4512"/>
        <p:guide orient="horz" pos="4896"/>
        <p:guide pos="7488"/>
        <p:guide pos="432"/>
        <p:guide pos="3024"/>
        <p:guide pos="3312"/>
        <p:guide pos="4464"/>
        <p:guide pos="4608"/>
        <p:guide pos="4752"/>
        <p:guide pos="5904"/>
        <p:guide pos="6192"/>
        <p:guide pos="8784"/>
      </p:guideLst>
    </p:cSldViewPr>
  </p:slideViewPr>
  <p:notesTextViewPr>
    <p:cViewPr>
      <p:scale>
        <a:sx n="1" d="1"/>
        <a:sy n="1" d="1"/>
      </p:scale>
      <p:origin x="0" y="0"/>
    </p:cViewPr>
  </p:notesTextViewPr>
  <p:notesViewPr>
    <p:cSldViewPr snapToGrid="0">
      <p:cViewPr>
        <p:scale>
          <a:sx n="1" d="2"/>
          <a:sy n="1" d="2"/>
        </p:scale>
        <p:origin x="0" y="0"/>
      </p:cViewPr>
      <p:guideLst>
        <p:guide orient="horz" pos="4464"/>
        <p:guide pos="244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commentAuthors" Target="commentAuthors.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handoutMaster" Target="handoutMasters/handout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diagrams/_rels/data1.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10" Type="http://schemas.openxmlformats.org/officeDocument/2006/relationships/image" Target="../media/image19.svg"/><Relationship Id="rId4" Type="http://schemas.openxmlformats.org/officeDocument/2006/relationships/image" Target="../media/image13.svg"/><Relationship Id="rId9" Type="http://schemas.openxmlformats.org/officeDocument/2006/relationships/image" Target="../media/image18.png"/></Relationships>
</file>

<file path=ppt/diagrams/_rels/data2.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svg"/><Relationship Id="rId1" Type="http://schemas.openxmlformats.org/officeDocument/2006/relationships/image" Target="../media/image20.png"/><Relationship Id="rId6" Type="http://schemas.openxmlformats.org/officeDocument/2006/relationships/image" Target="../media/image25.svg"/><Relationship Id="rId5" Type="http://schemas.openxmlformats.org/officeDocument/2006/relationships/image" Target="../media/image24.png"/><Relationship Id="rId10" Type="http://schemas.openxmlformats.org/officeDocument/2006/relationships/image" Target="../media/image29.svg"/><Relationship Id="rId4" Type="http://schemas.openxmlformats.org/officeDocument/2006/relationships/image" Target="../media/image23.svg"/><Relationship Id="rId9" Type="http://schemas.openxmlformats.org/officeDocument/2006/relationships/image" Target="../media/image28.png"/></Relationships>
</file>

<file path=ppt/diagrams/_rels/drawing1.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10" Type="http://schemas.openxmlformats.org/officeDocument/2006/relationships/image" Target="../media/image19.svg"/><Relationship Id="rId4" Type="http://schemas.openxmlformats.org/officeDocument/2006/relationships/image" Target="../media/image13.svg"/><Relationship Id="rId9" Type="http://schemas.openxmlformats.org/officeDocument/2006/relationships/image" Target="../media/image18.png"/></Relationships>
</file>

<file path=ppt/diagrams/_rels/drawing2.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svg"/><Relationship Id="rId1" Type="http://schemas.openxmlformats.org/officeDocument/2006/relationships/image" Target="../media/image20.png"/><Relationship Id="rId6" Type="http://schemas.openxmlformats.org/officeDocument/2006/relationships/image" Target="../media/image25.svg"/><Relationship Id="rId5" Type="http://schemas.openxmlformats.org/officeDocument/2006/relationships/image" Target="../media/image24.png"/><Relationship Id="rId10" Type="http://schemas.openxmlformats.org/officeDocument/2006/relationships/image" Target="../media/image29.svg"/><Relationship Id="rId4" Type="http://schemas.openxmlformats.org/officeDocument/2006/relationships/image" Target="../media/image23.svg"/><Relationship Id="rId9" Type="http://schemas.openxmlformats.org/officeDocument/2006/relationships/image" Target="../media/image28.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F264AE6-C6BC-46D5-B0E6-807FD94D96C3}"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22C7C539-1567-4CAD-A3A2-637EAA6605CF}">
      <dgm:prSet/>
      <dgm:spPr/>
      <dgm:t>
        <a:bodyPr/>
        <a:lstStyle/>
        <a:p>
          <a:r>
            <a:rPr lang="en-US" b="1" i="0" baseline="0"/>
            <a:t>Proven Track Record</a:t>
          </a:r>
        </a:p>
        <a:p>
          <a:r>
            <a:rPr lang="en-US" b="0" i="0" baseline="0"/>
            <a:t> Over decades of successfully supporting global clients in implementing and optimizing </a:t>
          </a:r>
          <a:r>
            <a:rPr lang="en-US" b="1" i="0" baseline="0"/>
            <a:t>Trade Finance systems</a:t>
          </a:r>
          <a:r>
            <a:rPr lang="en-US" b="0" i="0" baseline="0"/>
            <a:t>, including </a:t>
          </a:r>
          <a:r>
            <a:rPr lang="en-US" b="1" i="0" baseline="0"/>
            <a:t>LC issuance</a:t>
          </a:r>
          <a:r>
            <a:rPr lang="en-US" b="0" i="0" baseline="0"/>
            <a:t>, </a:t>
          </a:r>
          <a:r>
            <a:rPr lang="en-US" b="1" i="0" baseline="0"/>
            <a:t>bills of exchange</a:t>
          </a:r>
          <a:r>
            <a:rPr lang="en-US" b="0" i="0" baseline="0"/>
            <a:t>, and </a:t>
          </a:r>
          <a:r>
            <a:rPr lang="en-US" b="1" i="0" baseline="0"/>
            <a:t>SWIFT integrations</a:t>
          </a:r>
          <a:r>
            <a:rPr lang="en-US" b="0" i="0" baseline="0"/>
            <a:t>.</a:t>
          </a:r>
          <a:endParaRPr lang="en-US"/>
        </a:p>
      </dgm:t>
    </dgm:pt>
    <dgm:pt modelId="{670F95DB-22FF-4AFF-A2AE-5DEC5B92EB0B}" type="parTrans" cxnId="{9ED4B007-8D3D-4CA5-9650-BF9A9DCA4F72}">
      <dgm:prSet/>
      <dgm:spPr/>
      <dgm:t>
        <a:bodyPr/>
        <a:lstStyle/>
        <a:p>
          <a:endParaRPr lang="en-US"/>
        </a:p>
      </dgm:t>
    </dgm:pt>
    <dgm:pt modelId="{2A83EC55-D920-4FD5-AFCA-24A68F9D1714}" type="sibTrans" cxnId="{9ED4B007-8D3D-4CA5-9650-BF9A9DCA4F72}">
      <dgm:prSet/>
      <dgm:spPr/>
      <dgm:t>
        <a:bodyPr/>
        <a:lstStyle/>
        <a:p>
          <a:endParaRPr lang="en-US"/>
        </a:p>
      </dgm:t>
    </dgm:pt>
    <dgm:pt modelId="{E1623493-C9E2-4268-96B0-68D61EC07657}">
      <dgm:prSet/>
      <dgm:spPr/>
      <dgm:t>
        <a:bodyPr/>
        <a:lstStyle/>
        <a:p>
          <a:r>
            <a:rPr lang="en-US" b="1" i="0" baseline="0"/>
            <a:t>Specialized Knowledge of IMEX</a:t>
          </a:r>
          <a:endParaRPr lang="en-US" b="0" i="0" baseline="0"/>
        </a:p>
        <a:p>
          <a:r>
            <a:rPr lang="en-US" b="0" i="0" baseline="0"/>
            <a:t> Our team has extensive </a:t>
          </a:r>
          <a:r>
            <a:rPr lang="en-US" b="1" i="0" baseline="0"/>
            <a:t>knowledge of your legacy application IMEX</a:t>
          </a:r>
          <a:r>
            <a:rPr lang="en-US" b="0" i="0" baseline="0"/>
            <a:t>, enabling smooth transitions, optimizations, and seamless integration with existing trade finance workflows.</a:t>
          </a:r>
          <a:endParaRPr lang="en-US"/>
        </a:p>
      </dgm:t>
    </dgm:pt>
    <dgm:pt modelId="{25EC5038-E970-4AEE-BBFD-DA13CA36E32B}" type="parTrans" cxnId="{3DBC55F8-FFBA-4BC0-9A7D-1641C5170292}">
      <dgm:prSet/>
      <dgm:spPr/>
      <dgm:t>
        <a:bodyPr/>
        <a:lstStyle/>
        <a:p>
          <a:endParaRPr lang="en-US"/>
        </a:p>
      </dgm:t>
    </dgm:pt>
    <dgm:pt modelId="{E52B77AB-E637-4357-98FF-5C0808E7CAD7}" type="sibTrans" cxnId="{3DBC55F8-FFBA-4BC0-9A7D-1641C5170292}">
      <dgm:prSet/>
      <dgm:spPr/>
      <dgm:t>
        <a:bodyPr/>
        <a:lstStyle/>
        <a:p>
          <a:endParaRPr lang="en-US"/>
        </a:p>
      </dgm:t>
    </dgm:pt>
    <dgm:pt modelId="{C7AB5C0C-C536-4119-A8E0-6E0B29699FB1}">
      <dgm:prSet/>
      <dgm:spPr/>
      <dgm:t>
        <a:bodyPr/>
        <a:lstStyle/>
        <a:p>
          <a:r>
            <a:rPr lang="en-US" b="1" i="0" baseline="0"/>
            <a:t>Tailored Solutions</a:t>
          </a:r>
        </a:p>
        <a:p>
          <a:r>
            <a:rPr lang="en-US" b="0" i="0" baseline="0"/>
            <a:t> We deliver customized solutions to fit your specific trade finance needs — whether it's streamlining operations, ensuring regulatory compliance, or enhancing system capabilities.</a:t>
          </a:r>
          <a:endParaRPr lang="en-US"/>
        </a:p>
      </dgm:t>
    </dgm:pt>
    <dgm:pt modelId="{52A5DC75-A633-40E2-B037-63A959AC6989}" type="parTrans" cxnId="{F7E46A53-A182-444B-8D65-4C431A35B52F}">
      <dgm:prSet/>
      <dgm:spPr/>
      <dgm:t>
        <a:bodyPr/>
        <a:lstStyle/>
        <a:p>
          <a:endParaRPr lang="en-US"/>
        </a:p>
      </dgm:t>
    </dgm:pt>
    <dgm:pt modelId="{921759B7-D588-44DE-8499-B13B8C2B1812}" type="sibTrans" cxnId="{F7E46A53-A182-444B-8D65-4C431A35B52F}">
      <dgm:prSet/>
      <dgm:spPr/>
      <dgm:t>
        <a:bodyPr/>
        <a:lstStyle/>
        <a:p>
          <a:endParaRPr lang="en-US"/>
        </a:p>
      </dgm:t>
    </dgm:pt>
    <dgm:pt modelId="{56A1D006-7F50-483A-B144-F7976FC0E58E}">
      <dgm:prSet/>
      <dgm:spPr/>
      <dgm:t>
        <a:bodyPr/>
        <a:lstStyle/>
        <a:p>
          <a:r>
            <a:rPr lang="en-US" b="1" i="0" baseline="0"/>
            <a:t>Hands-On Expertise</a:t>
          </a:r>
        </a:p>
        <a:p>
          <a:r>
            <a:rPr lang="en-US" b="0" i="0" baseline="0"/>
            <a:t> Our team of </a:t>
          </a:r>
          <a:r>
            <a:rPr lang="en-US" b="1" i="0" baseline="0"/>
            <a:t>handpicked Business Analysts</a:t>
          </a:r>
          <a:r>
            <a:rPr lang="en-US" b="0" i="0" baseline="0"/>
            <a:t> excels in understanding both the business and technical aspects of trade finance, ensuring smooth integration and delivering measurable results.</a:t>
          </a:r>
          <a:endParaRPr lang="en-US"/>
        </a:p>
      </dgm:t>
    </dgm:pt>
    <dgm:pt modelId="{EFD04861-C8B9-4ED0-BE3E-E1CBA8DEF2F1}" type="parTrans" cxnId="{01469EB8-CF31-4985-B64E-316092DAB631}">
      <dgm:prSet/>
      <dgm:spPr/>
      <dgm:t>
        <a:bodyPr/>
        <a:lstStyle/>
        <a:p>
          <a:endParaRPr lang="en-US"/>
        </a:p>
      </dgm:t>
    </dgm:pt>
    <dgm:pt modelId="{7E98F6F5-53C9-4E9E-A815-2E4D3C779DAF}" type="sibTrans" cxnId="{01469EB8-CF31-4985-B64E-316092DAB631}">
      <dgm:prSet/>
      <dgm:spPr/>
      <dgm:t>
        <a:bodyPr/>
        <a:lstStyle/>
        <a:p>
          <a:endParaRPr lang="en-US"/>
        </a:p>
      </dgm:t>
    </dgm:pt>
    <dgm:pt modelId="{F6F36EC7-DA13-46DF-B1C6-A4CA56163925}">
      <dgm:prSet/>
      <dgm:spPr/>
      <dgm:t>
        <a:bodyPr/>
        <a:lstStyle/>
        <a:p>
          <a:r>
            <a:rPr lang="en-US" b="1"/>
            <a:t>Use of Existing Interview Documents and Q&amp;A Templates:</a:t>
          </a:r>
        </a:p>
        <a:p>
          <a:r>
            <a:rPr lang="en-US"/>
            <a:t>We leverage pre-existing interview documents and Q&amp;A templates, ensuring that we ask the right questions, gather all necessary information, and maintain consistency across stakeholders. This speeds up the process while ensuring thoroughness</a:t>
          </a:r>
        </a:p>
      </dgm:t>
    </dgm:pt>
    <dgm:pt modelId="{5569CE4F-25C7-4A07-A340-866BE993E49E}" type="parTrans" cxnId="{33694F63-1D80-4BCA-A718-075F575BDB89}">
      <dgm:prSet/>
      <dgm:spPr/>
      <dgm:t>
        <a:bodyPr/>
        <a:lstStyle/>
        <a:p>
          <a:endParaRPr lang="en-IN"/>
        </a:p>
      </dgm:t>
    </dgm:pt>
    <dgm:pt modelId="{41002D99-52DE-4AC0-8EFF-B82C08D265A5}" type="sibTrans" cxnId="{33694F63-1D80-4BCA-A718-075F575BDB89}">
      <dgm:prSet/>
      <dgm:spPr/>
      <dgm:t>
        <a:bodyPr/>
        <a:lstStyle/>
        <a:p>
          <a:endParaRPr lang="en-IN"/>
        </a:p>
      </dgm:t>
    </dgm:pt>
    <dgm:pt modelId="{BE6AF0A9-FCAD-40FD-BD08-75C824FE7309}" type="pres">
      <dgm:prSet presAssocID="{4F264AE6-C6BC-46D5-B0E6-807FD94D96C3}" presName="root" presStyleCnt="0">
        <dgm:presLayoutVars>
          <dgm:dir/>
          <dgm:resizeHandles val="exact"/>
        </dgm:presLayoutVars>
      </dgm:prSet>
      <dgm:spPr/>
    </dgm:pt>
    <dgm:pt modelId="{0DF220C8-CC77-4848-8B09-CE8E7E21ED03}" type="pres">
      <dgm:prSet presAssocID="{22C7C539-1567-4CAD-A3A2-637EAA6605CF}" presName="compNode" presStyleCnt="0"/>
      <dgm:spPr/>
    </dgm:pt>
    <dgm:pt modelId="{4AFC3636-6D22-4CF2-B3DE-496951DD8588}" type="pres">
      <dgm:prSet presAssocID="{22C7C539-1567-4CAD-A3A2-637EAA6605CF}" presName="iconRect" presStyleLbl="node1" presStyleIdx="0" presStyleCnt="5" custLinFactNeighborX="-1046" custLinFactNeighborY="5387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usiness Growth"/>
        </a:ext>
      </dgm:extLst>
    </dgm:pt>
    <dgm:pt modelId="{573257AC-02F5-4040-A7DE-B799EEE51925}" type="pres">
      <dgm:prSet presAssocID="{22C7C539-1567-4CAD-A3A2-637EAA6605CF}" presName="spaceRect" presStyleCnt="0"/>
      <dgm:spPr/>
    </dgm:pt>
    <dgm:pt modelId="{825CE84D-35F5-4085-B364-BE317398C2A0}" type="pres">
      <dgm:prSet presAssocID="{22C7C539-1567-4CAD-A3A2-637EAA6605CF}" presName="textRect" presStyleLbl="revTx" presStyleIdx="0" presStyleCnt="5" custScaleX="101258" custScaleY="131872" custLinFactNeighborX="-2826" custLinFactNeighborY="31341">
        <dgm:presLayoutVars>
          <dgm:chMax val="1"/>
          <dgm:chPref val="1"/>
        </dgm:presLayoutVars>
      </dgm:prSet>
      <dgm:spPr/>
    </dgm:pt>
    <dgm:pt modelId="{2AF5121F-B3DA-43CD-B852-C9702476B35D}" type="pres">
      <dgm:prSet presAssocID="{2A83EC55-D920-4FD5-AFCA-24A68F9D1714}" presName="sibTrans" presStyleCnt="0"/>
      <dgm:spPr/>
    </dgm:pt>
    <dgm:pt modelId="{839AB176-E915-4993-8686-20544608C24F}" type="pres">
      <dgm:prSet presAssocID="{E1623493-C9E2-4268-96B0-68D61EC07657}" presName="compNode" presStyleCnt="0"/>
      <dgm:spPr/>
    </dgm:pt>
    <dgm:pt modelId="{D324F60B-53B3-40D7-A06D-13E84BF92504}" type="pres">
      <dgm:prSet presAssocID="{E1623493-C9E2-4268-96B0-68D61EC07657}" presName="iconRect" presStyleLbl="node1" presStyleIdx="1" presStyleCnt="5" custLinFactNeighborX="6277" custLinFactNeighborY="4574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Robot"/>
        </a:ext>
      </dgm:extLst>
    </dgm:pt>
    <dgm:pt modelId="{A6FB07F4-1BA4-4C89-A320-136890E79781}" type="pres">
      <dgm:prSet presAssocID="{E1623493-C9E2-4268-96B0-68D61EC07657}" presName="spaceRect" presStyleCnt="0"/>
      <dgm:spPr/>
    </dgm:pt>
    <dgm:pt modelId="{A0E0C745-E491-498F-AE2E-67F47DCB55BB}" type="pres">
      <dgm:prSet presAssocID="{E1623493-C9E2-4268-96B0-68D61EC07657}" presName="textRect" presStyleLbl="revTx" presStyleIdx="1" presStyleCnt="5" custScaleX="102238" custScaleY="114746" custLinFactNeighborX="-942" custLinFactNeighborY="21249">
        <dgm:presLayoutVars>
          <dgm:chMax val="1"/>
          <dgm:chPref val="1"/>
        </dgm:presLayoutVars>
      </dgm:prSet>
      <dgm:spPr/>
    </dgm:pt>
    <dgm:pt modelId="{487E53A5-7C1E-4E27-A37C-4F98EB0F7E1D}" type="pres">
      <dgm:prSet presAssocID="{E52B77AB-E637-4357-98FF-5C0808E7CAD7}" presName="sibTrans" presStyleCnt="0"/>
      <dgm:spPr/>
    </dgm:pt>
    <dgm:pt modelId="{11D99300-E011-4ADE-829B-A2CF9D5D7ADE}" type="pres">
      <dgm:prSet presAssocID="{C7AB5C0C-C536-4119-A8E0-6E0B29699FB1}" presName="compNode" presStyleCnt="0"/>
      <dgm:spPr/>
    </dgm:pt>
    <dgm:pt modelId="{37BDCC3A-F585-443F-9233-40B7C82B946A}" type="pres">
      <dgm:prSet presAssocID="{C7AB5C0C-C536-4119-A8E0-6E0B29699FB1}" presName="iconRect" presStyleLbl="node1" presStyleIdx="2" presStyleCnt="5" custLinFactNeighborX="-4408" custLinFactNeighborY="38738"/>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uzzle"/>
        </a:ext>
      </dgm:extLst>
    </dgm:pt>
    <dgm:pt modelId="{D324AC42-D00E-4BEB-8BF5-7CBE5CE31CFF}" type="pres">
      <dgm:prSet presAssocID="{C7AB5C0C-C536-4119-A8E0-6E0B29699FB1}" presName="spaceRect" presStyleCnt="0"/>
      <dgm:spPr/>
    </dgm:pt>
    <dgm:pt modelId="{A7C896B5-96D1-40A1-A169-EDAA108CFB67}" type="pres">
      <dgm:prSet presAssocID="{C7AB5C0C-C536-4119-A8E0-6E0B29699FB1}" presName="textRect" presStyleLbl="revTx" presStyleIdx="2" presStyleCnt="5" custLinFactNeighborX="-1983" custLinFactNeighborY="10190">
        <dgm:presLayoutVars>
          <dgm:chMax val="1"/>
          <dgm:chPref val="1"/>
        </dgm:presLayoutVars>
      </dgm:prSet>
      <dgm:spPr/>
    </dgm:pt>
    <dgm:pt modelId="{E405FE5C-9377-481E-80BF-AD4374FC564F}" type="pres">
      <dgm:prSet presAssocID="{921759B7-D588-44DE-8499-B13B8C2B1812}" presName="sibTrans" presStyleCnt="0"/>
      <dgm:spPr/>
    </dgm:pt>
    <dgm:pt modelId="{A51FE63E-7A6C-4487-A430-A984E1635446}" type="pres">
      <dgm:prSet presAssocID="{56A1D006-7F50-483A-B144-F7976FC0E58E}" presName="compNode" presStyleCnt="0"/>
      <dgm:spPr/>
    </dgm:pt>
    <dgm:pt modelId="{798F0AE5-EA2C-4B77-8BCE-D30FF6B19AB7}" type="pres">
      <dgm:prSet presAssocID="{56A1D006-7F50-483A-B144-F7976FC0E58E}" presName="iconRect" presStyleLbl="node1" presStyleIdx="3" presStyleCnt="5" custLinFactNeighborX="8370" custLinFactNeighborY="38738"/>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alculator"/>
        </a:ext>
      </dgm:extLst>
    </dgm:pt>
    <dgm:pt modelId="{C11E3AC6-1108-42DA-BFA4-9159D0E0C872}" type="pres">
      <dgm:prSet presAssocID="{56A1D006-7F50-483A-B144-F7976FC0E58E}" presName="spaceRect" presStyleCnt="0"/>
      <dgm:spPr/>
    </dgm:pt>
    <dgm:pt modelId="{17C0BD13-8C9E-4C30-A518-9FB2E4FC7D4A}" type="pres">
      <dgm:prSet presAssocID="{56A1D006-7F50-483A-B144-F7976FC0E58E}" presName="textRect" presStyleLbl="revTx" presStyleIdx="3" presStyleCnt="5" custLinFactNeighborX="-942" custLinFactNeighborY="10190">
        <dgm:presLayoutVars>
          <dgm:chMax val="1"/>
          <dgm:chPref val="1"/>
        </dgm:presLayoutVars>
      </dgm:prSet>
      <dgm:spPr/>
    </dgm:pt>
    <dgm:pt modelId="{22A5A129-FBC0-425D-86D3-AF03CF28D545}" type="pres">
      <dgm:prSet presAssocID="{7E98F6F5-53C9-4E9E-A815-2E4D3C779DAF}" presName="sibTrans" presStyleCnt="0"/>
      <dgm:spPr/>
    </dgm:pt>
    <dgm:pt modelId="{D150E92E-1B79-42A2-9189-D47DB8505B2C}" type="pres">
      <dgm:prSet presAssocID="{F6F36EC7-DA13-46DF-B1C6-A4CA56163925}" presName="compNode" presStyleCnt="0"/>
      <dgm:spPr/>
    </dgm:pt>
    <dgm:pt modelId="{277A65CA-56A9-4F1A-8D78-2ECAAB201EF8}" type="pres">
      <dgm:prSet presAssocID="{F6F36EC7-DA13-46DF-B1C6-A4CA56163925}" presName="iconRect" presStyleLbl="node1" presStyleIdx="4" presStyleCnt="5" custLinFactNeighborX="-8827" custLinFactNeighborY="61936"/>
      <dgm:spPr>
        <a:blipFill rotWithShape="1">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a:fillRect/>
          </a:stretch>
        </a:blipFill>
        <a:ln>
          <a:noFill/>
        </a:ln>
      </dgm:spPr>
      <dgm:extLst>
        <a:ext uri="{E40237B7-FDA0-4F09-8148-C483321AD2D9}">
          <dgm14:cNvPr xmlns:dgm14="http://schemas.microsoft.com/office/drawing/2010/diagram" id="0" name="" descr="Business Growth"/>
        </a:ext>
      </dgm:extLst>
    </dgm:pt>
    <dgm:pt modelId="{AC527D7B-558E-4ABC-A541-87614BAECE06}" type="pres">
      <dgm:prSet presAssocID="{F6F36EC7-DA13-46DF-B1C6-A4CA56163925}" presName="spaceRect" presStyleCnt="0"/>
      <dgm:spPr/>
    </dgm:pt>
    <dgm:pt modelId="{CEF6204E-E8DA-4AB5-A46B-C969896EECF2}" type="pres">
      <dgm:prSet presAssocID="{F6F36EC7-DA13-46DF-B1C6-A4CA56163925}" presName="textRect" presStyleLbl="revTx" presStyleIdx="4" presStyleCnt="5" custScaleX="127848" custScaleY="131872" custLinFactNeighborX="-2826" custLinFactNeighborY="31341">
        <dgm:presLayoutVars>
          <dgm:chMax val="1"/>
          <dgm:chPref val="1"/>
        </dgm:presLayoutVars>
      </dgm:prSet>
      <dgm:spPr/>
    </dgm:pt>
  </dgm:ptLst>
  <dgm:cxnLst>
    <dgm:cxn modelId="{3748F502-2F13-40E9-B55A-7681F5CF4941}" type="presOf" srcId="{4F264AE6-C6BC-46D5-B0E6-807FD94D96C3}" destId="{BE6AF0A9-FCAD-40FD-BD08-75C824FE7309}" srcOrd="0" destOrd="0" presId="urn:microsoft.com/office/officeart/2018/2/layout/IconLabelList"/>
    <dgm:cxn modelId="{9ED4B007-8D3D-4CA5-9650-BF9A9DCA4F72}" srcId="{4F264AE6-C6BC-46D5-B0E6-807FD94D96C3}" destId="{22C7C539-1567-4CAD-A3A2-637EAA6605CF}" srcOrd="0" destOrd="0" parTransId="{670F95DB-22FF-4AFF-A2AE-5DEC5B92EB0B}" sibTransId="{2A83EC55-D920-4FD5-AFCA-24A68F9D1714}"/>
    <dgm:cxn modelId="{9E5A1415-7764-492F-A761-00D053FDF4A8}" type="presOf" srcId="{E1623493-C9E2-4268-96B0-68D61EC07657}" destId="{A0E0C745-E491-498F-AE2E-67F47DCB55BB}" srcOrd="0" destOrd="0" presId="urn:microsoft.com/office/officeart/2018/2/layout/IconLabelList"/>
    <dgm:cxn modelId="{59356141-E814-48C2-ABE3-0E2EFBD0A0BC}" type="presOf" srcId="{C7AB5C0C-C536-4119-A8E0-6E0B29699FB1}" destId="{A7C896B5-96D1-40A1-A169-EDAA108CFB67}" srcOrd="0" destOrd="0" presId="urn:microsoft.com/office/officeart/2018/2/layout/IconLabelList"/>
    <dgm:cxn modelId="{F7E46A53-A182-444B-8D65-4C431A35B52F}" srcId="{4F264AE6-C6BC-46D5-B0E6-807FD94D96C3}" destId="{C7AB5C0C-C536-4119-A8E0-6E0B29699FB1}" srcOrd="2" destOrd="0" parTransId="{52A5DC75-A633-40E2-B037-63A959AC6989}" sibTransId="{921759B7-D588-44DE-8499-B13B8C2B1812}"/>
    <dgm:cxn modelId="{33694F63-1D80-4BCA-A718-075F575BDB89}" srcId="{4F264AE6-C6BC-46D5-B0E6-807FD94D96C3}" destId="{F6F36EC7-DA13-46DF-B1C6-A4CA56163925}" srcOrd="4" destOrd="0" parTransId="{5569CE4F-25C7-4A07-A340-866BE993E49E}" sibTransId="{41002D99-52DE-4AC0-8EFF-B82C08D265A5}"/>
    <dgm:cxn modelId="{227C869D-51BB-4E72-892F-D271B3FAE41A}" type="presOf" srcId="{56A1D006-7F50-483A-B144-F7976FC0E58E}" destId="{17C0BD13-8C9E-4C30-A518-9FB2E4FC7D4A}" srcOrd="0" destOrd="0" presId="urn:microsoft.com/office/officeart/2018/2/layout/IconLabelList"/>
    <dgm:cxn modelId="{01469EB8-CF31-4985-B64E-316092DAB631}" srcId="{4F264AE6-C6BC-46D5-B0E6-807FD94D96C3}" destId="{56A1D006-7F50-483A-B144-F7976FC0E58E}" srcOrd="3" destOrd="0" parTransId="{EFD04861-C8B9-4ED0-BE3E-E1CBA8DEF2F1}" sibTransId="{7E98F6F5-53C9-4E9E-A815-2E4D3C779DAF}"/>
    <dgm:cxn modelId="{8E3D0ABD-D472-4085-B3B4-201FB6C98F32}" type="presOf" srcId="{F6F36EC7-DA13-46DF-B1C6-A4CA56163925}" destId="{CEF6204E-E8DA-4AB5-A46B-C969896EECF2}" srcOrd="0" destOrd="0" presId="urn:microsoft.com/office/officeart/2018/2/layout/IconLabelList"/>
    <dgm:cxn modelId="{2760DEED-CBF5-46EF-B76E-BB9B65985FF5}" type="presOf" srcId="{22C7C539-1567-4CAD-A3A2-637EAA6605CF}" destId="{825CE84D-35F5-4085-B364-BE317398C2A0}" srcOrd="0" destOrd="0" presId="urn:microsoft.com/office/officeart/2018/2/layout/IconLabelList"/>
    <dgm:cxn modelId="{3DBC55F8-FFBA-4BC0-9A7D-1641C5170292}" srcId="{4F264AE6-C6BC-46D5-B0E6-807FD94D96C3}" destId="{E1623493-C9E2-4268-96B0-68D61EC07657}" srcOrd="1" destOrd="0" parTransId="{25EC5038-E970-4AEE-BBFD-DA13CA36E32B}" sibTransId="{E52B77AB-E637-4357-98FF-5C0808E7CAD7}"/>
    <dgm:cxn modelId="{73615865-E743-478F-90C0-915005E971B4}" type="presParOf" srcId="{BE6AF0A9-FCAD-40FD-BD08-75C824FE7309}" destId="{0DF220C8-CC77-4848-8B09-CE8E7E21ED03}" srcOrd="0" destOrd="0" presId="urn:microsoft.com/office/officeart/2018/2/layout/IconLabelList"/>
    <dgm:cxn modelId="{41937BC9-F985-42BE-A91B-67FAD0C51F94}" type="presParOf" srcId="{0DF220C8-CC77-4848-8B09-CE8E7E21ED03}" destId="{4AFC3636-6D22-4CF2-B3DE-496951DD8588}" srcOrd="0" destOrd="0" presId="urn:microsoft.com/office/officeart/2018/2/layout/IconLabelList"/>
    <dgm:cxn modelId="{4EF7D0B0-C6E8-462B-B0AB-881921091AA3}" type="presParOf" srcId="{0DF220C8-CC77-4848-8B09-CE8E7E21ED03}" destId="{573257AC-02F5-4040-A7DE-B799EEE51925}" srcOrd="1" destOrd="0" presId="urn:microsoft.com/office/officeart/2018/2/layout/IconLabelList"/>
    <dgm:cxn modelId="{91811956-BF7C-4040-BCE5-02B20C3137DE}" type="presParOf" srcId="{0DF220C8-CC77-4848-8B09-CE8E7E21ED03}" destId="{825CE84D-35F5-4085-B364-BE317398C2A0}" srcOrd="2" destOrd="0" presId="urn:microsoft.com/office/officeart/2018/2/layout/IconLabelList"/>
    <dgm:cxn modelId="{BF6975C5-86FA-4396-BDEA-42115A84550D}" type="presParOf" srcId="{BE6AF0A9-FCAD-40FD-BD08-75C824FE7309}" destId="{2AF5121F-B3DA-43CD-B852-C9702476B35D}" srcOrd="1" destOrd="0" presId="urn:microsoft.com/office/officeart/2018/2/layout/IconLabelList"/>
    <dgm:cxn modelId="{E0E57DC6-A58F-43F8-B8F8-2A1BC7F60AAA}" type="presParOf" srcId="{BE6AF0A9-FCAD-40FD-BD08-75C824FE7309}" destId="{839AB176-E915-4993-8686-20544608C24F}" srcOrd="2" destOrd="0" presId="urn:microsoft.com/office/officeart/2018/2/layout/IconLabelList"/>
    <dgm:cxn modelId="{ADFD22B3-5005-46EF-84DE-67D9BADF854F}" type="presParOf" srcId="{839AB176-E915-4993-8686-20544608C24F}" destId="{D324F60B-53B3-40D7-A06D-13E84BF92504}" srcOrd="0" destOrd="0" presId="urn:microsoft.com/office/officeart/2018/2/layout/IconLabelList"/>
    <dgm:cxn modelId="{11BD4299-5001-456F-B38E-E79A6FDAB5EB}" type="presParOf" srcId="{839AB176-E915-4993-8686-20544608C24F}" destId="{A6FB07F4-1BA4-4C89-A320-136890E79781}" srcOrd="1" destOrd="0" presId="urn:microsoft.com/office/officeart/2018/2/layout/IconLabelList"/>
    <dgm:cxn modelId="{0AD3526A-7B5E-4646-94C6-B8EC1C0B8650}" type="presParOf" srcId="{839AB176-E915-4993-8686-20544608C24F}" destId="{A0E0C745-E491-498F-AE2E-67F47DCB55BB}" srcOrd="2" destOrd="0" presId="urn:microsoft.com/office/officeart/2018/2/layout/IconLabelList"/>
    <dgm:cxn modelId="{71669C1E-674C-41B0-A39B-747225D9B897}" type="presParOf" srcId="{BE6AF0A9-FCAD-40FD-BD08-75C824FE7309}" destId="{487E53A5-7C1E-4E27-A37C-4F98EB0F7E1D}" srcOrd="3" destOrd="0" presId="urn:microsoft.com/office/officeart/2018/2/layout/IconLabelList"/>
    <dgm:cxn modelId="{E756EF52-AFD2-41EE-A2E4-71FDC41C55AC}" type="presParOf" srcId="{BE6AF0A9-FCAD-40FD-BD08-75C824FE7309}" destId="{11D99300-E011-4ADE-829B-A2CF9D5D7ADE}" srcOrd="4" destOrd="0" presId="urn:microsoft.com/office/officeart/2018/2/layout/IconLabelList"/>
    <dgm:cxn modelId="{B1141F53-B282-4B28-866B-A46F66165109}" type="presParOf" srcId="{11D99300-E011-4ADE-829B-A2CF9D5D7ADE}" destId="{37BDCC3A-F585-443F-9233-40B7C82B946A}" srcOrd="0" destOrd="0" presId="urn:microsoft.com/office/officeart/2018/2/layout/IconLabelList"/>
    <dgm:cxn modelId="{FFB6A08C-6566-440C-89A3-E8362CA5CBC6}" type="presParOf" srcId="{11D99300-E011-4ADE-829B-A2CF9D5D7ADE}" destId="{D324AC42-D00E-4BEB-8BF5-7CBE5CE31CFF}" srcOrd="1" destOrd="0" presId="urn:microsoft.com/office/officeart/2018/2/layout/IconLabelList"/>
    <dgm:cxn modelId="{648CA6C8-EBEB-44D5-8A95-0D417B7C5D94}" type="presParOf" srcId="{11D99300-E011-4ADE-829B-A2CF9D5D7ADE}" destId="{A7C896B5-96D1-40A1-A169-EDAA108CFB67}" srcOrd="2" destOrd="0" presId="urn:microsoft.com/office/officeart/2018/2/layout/IconLabelList"/>
    <dgm:cxn modelId="{2001A2B6-5DF0-49AA-849B-10A38D87A196}" type="presParOf" srcId="{BE6AF0A9-FCAD-40FD-BD08-75C824FE7309}" destId="{E405FE5C-9377-481E-80BF-AD4374FC564F}" srcOrd="5" destOrd="0" presId="urn:microsoft.com/office/officeart/2018/2/layout/IconLabelList"/>
    <dgm:cxn modelId="{F68379C8-66DD-4BD2-828C-32668043ABFC}" type="presParOf" srcId="{BE6AF0A9-FCAD-40FD-BD08-75C824FE7309}" destId="{A51FE63E-7A6C-4487-A430-A984E1635446}" srcOrd="6" destOrd="0" presId="urn:microsoft.com/office/officeart/2018/2/layout/IconLabelList"/>
    <dgm:cxn modelId="{A503D93B-FBF2-4813-AB82-26B1303EC2F8}" type="presParOf" srcId="{A51FE63E-7A6C-4487-A430-A984E1635446}" destId="{798F0AE5-EA2C-4B77-8BCE-D30FF6B19AB7}" srcOrd="0" destOrd="0" presId="urn:microsoft.com/office/officeart/2018/2/layout/IconLabelList"/>
    <dgm:cxn modelId="{C023E00E-A7AB-4A40-AD2E-867155F9E20B}" type="presParOf" srcId="{A51FE63E-7A6C-4487-A430-A984E1635446}" destId="{C11E3AC6-1108-42DA-BFA4-9159D0E0C872}" srcOrd="1" destOrd="0" presId="urn:microsoft.com/office/officeart/2018/2/layout/IconLabelList"/>
    <dgm:cxn modelId="{F518A673-8A07-4F65-A110-18EB760AA5B6}" type="presParOf" srcId="{A51FE63E-7A6C-4487-A430-A984E1635446}" destId="{17C0BD13-8C9E-4C30-A518-9FB2E4FC7D4A}" srcOrd="2" destOrd="0" presId="urn:microsoft.com/office/officeart/2018/2/layout/IconLabelList"/>
    <dgm:cxn modelId="{F1A79AB1-F9BD-424D-AD3A-93674C8F2C84}" type="presParOf" srcId="{BE6AF0A9-FCAD-40FD-BD08-75C824FE7309}" destId="{22A5A129-FBC0-425D-86D3-AF03CF28D545}" srcOrd="7" destOrd="0" presId="urn:microsoft.com/office/officeart/2018/2/layout/IconLabelList"/>
    <dgm:cxn modelId="{3E1D9B8C-2681-486D-BCA6-A6E2590713B0}" type="presParOf" srcId="{BE6AF0A9-FCAD-40FD-BD08-75C824FE7309}" destId="{D150E92E-1B79-42A2-9189-D47DB8505B2C}" srcOrd="8" destOrd="0" presId="urn:microsoft.com/office/officeart/2018/2/layout/IconLabelList"/>
    <dgm:cxn modelId="{573694ED-7578-42CE-91B1-F87CB5DF9689}" type="presParOf" srcId="{D150E92E-1B79-42A2-9189-D47DB8505B2C}" destId="{277A65CA-56A9-4F1A-8D78-2ECAAB201EF8}" srcOrd="0" destOrd="0" presId="urn:microsoft.com/office/officeart/2018/2/layout/IconLabelList"/>
    <dgm:cxn modelId="{3CBA6343-5F70-41EE-887F-DD3AC11E5211}" type="presParOf" srcId="{D150E92E-1B79-42A2-9189-D47DB8505B2C}" destId="{AC527D7B-558E-4ABC-A541-87614BAECE06}" srcOrd="1" destOrd="0" presId="urn:microsoft.com/office/officeart/2018/2/layout/IconLabelList"/>
    <dgm:cxn modelId="{E3FDDAEA-8748-48C4-AB7C-87CA0E117532}" type="presParOf" srcId="{D150E92E-1B79-42A2-9189-D47DB8505B2C}" destId="{CEF6204E-E8DA-4AB5-A46B-C969896EECF2}"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F264AE6-C6BC-46D5-B0E6-807FD94D96C3}" type="doc">
      <dgm:prSet loTypeId="urn:microsoft.com/office/officeart/2018/5/layout/IconCircleLabelList" loCatId="icon" qsTypeId="urn:microsoft.com/office/officeart/2005/8/quickstyle/simple1" qsCatId="simple" csTypeId="urn:microsoft.com/office/officeart/2005/8/colors/accent1_2" csCatId="accent1" phldr="1"/>
      <dgm:spPr/>
      <dgm:t>
        <a:bodyPr/>
        <a:lstStyle/>
        <a:p>
          <a:endParaRPr lang="en-US"/>
        </a:p>
      </dgm:t>
    </dgm:pt>
    <dgm:pt modelId="{22C7C539-1567-4CAD-A3A2-637EAA6605CF}">
      <dgm:prSet/>
      <dgm:spPr/>
      <dgm:t>
        <a:bodyPr/>
        <a:lstStyle/>
        <a:p>
          <a:pPr>
            <a:lnSpc>
              <a:spcPct val="100000"/>
            </a:lnSpc>
            <a:defRPr cap="all"/>
          </a:pPr>
          <a:r>
            <a:rPr lang="en-US" b="1" i="0" baseline="0">
              <a:latin typeface="Calibri"/>
              <a:ea typeface="Calibri"/>
              <a:cs typeface="Calibri"/>
            </a:rPr>
            <a:t>Efficiency &amp; Security:</a:t>
          </a:r>
          <a:endParaRPr lang="en-US" b="1" i="0" baseline="0"/>
        </a:p>
        <a:p>
          <a:pPr>
            <a:lnSpc>
              <a:spcPct val="100000"/>
            </a:lnSpc>
            <a:defRPr cap="all"/>
          </a:pPr>
          <a:r>
            <a:rPr lang="en-US" b="0" i="0" baseline="0">
              <a:latin typeface="Calibri"/>
              <a:ea typeface="Calibri"/>
              <a:cs typeface="Calibri"/>
            </a:rPr>
            <a:t>We focus on optimizing your trade finance processes, reducing operational risks, and automating workflows to ensure faster, more secure transactions.</a:t>
          </a:r>
          <a:endParaRPr lang="en-US">
            <a:latin typeface="Calibri"/>
            <a:ea typeface="Calibri"/>
            <a:cs typeface="Calibri"/>
          </a:endParaRPr>
        </a:p>
      </dgm:t>
    </dgm:pt>
    <dgm:pt modelId="{670F95DB-22FF-4AFF-A2AE-5DEC5B92EB0B}" type="parTrans" cxnId="{9ED4B007-8D3D-4CA5-9650-BF9A9DCA4F72}">
      <dgm:prSet/>
      <dgm:spPr/>
      <dgm:t>
        <a:bodyPr/>
        <a:lstStyle/>
        <a:p>
          <a:endParaRPr lang="en-US"/>
        </a:p>
      </dgm:t>
    </dgm:pt>
    <dgm:pt modelId="{2A83EC55-D920-4FD5-AFCA-24A68F9D1714}" type="sibTrans" cxnId="{9ED4B007-8D3D-4CA5-9650-BF9A9DCA4F72}">
      <dgm:prSet/>
      <dgm:spPr/>
      <dgm:t>
        <a:bodyPr/>
        <a:lstStyle/>
        <a:p>
          <a:endParaRPr lang="en-US"/>
        </a:p>
      </dgm:t>
    </dgm:pt>
    <dgm:pt modelId="{B45A883D-99BA-4BDE-A1B1-AE9284E0545A}">
      <dgm:prSet phldr="0"/>
      <dgm:spPr/>
      <dgm:t>
        <a:bodyPr/>
        <a:lstStyle/>
        <a:p>
          <a:pPr>
            <a:lnSpc>
              <a:spcPct val="100000"/>
            </a:lnSpc>
            <a:defRPr cap="all"/>
          </a:pPr>
          <a:r>
            <a:rPr lang="en-US" b="1" i="0" baseline="0">
              <a:latin typeface="Calibri"/>
              <a:ea typeface="Calibri"/>
              <a:cs typeface="Calibri"/>
            </a:rPr>
            <a:t>Documentation &amp; Communication:</a:t>
          </a:r>
          <a:r>
            <a:rPr lang="en-US" b="0" i="0" baseline="0">
              <a:latin typeface="Calibri"/>
              <a:ea typeface="Calibri"/>
              <a:cs typeface="Calibri"/>
            </a:rPr>
            <a:t> Our team will help you with business process documentation, functional specifications, user guides, and data flow diagrams that make complex systems easier to understand and implement.</a:t>
          </a:r>
        </a:p>
      </dgm:t>
    </dgm:pt>
    <dgm:pt modelId="{8A3E9FA0-1479-4301-9E41-A2F595E119AF}" type="parTrans" cxnId="{D60DC1D3-C90C-4619-99B6-EFFC89725A5A}">
      <dgm:prSet/>
      <dgm:spPr/>
      <dgm:t>
        <a:bodyPr/>
        <a:lstStyle/>
        <a:p>
          <a:endParaRPr lang="en-IN"/>
        </a:p>
      </dgm:t>
    </dgm:pt>
    <dgm:pt modelId="{79052FF7-6A21-4B01-8F76-1048D4B7BC68}" type="sibTrans" cxnId="{D60DC1D3-C90C-4619-99B6-EFFC89725A5A}">
      <dgm:prSet/>
      <dgm:spPr/>
      <dgm:t>
        <a:bodyPr/>
        <a:lstStyle/>
        <a:p>
          <a:endParaRPr lang="en-US"/>
        </a:p>
      </dgm:t>
    </dgm:pt>
    <dgm:pt modelId="{F5D6151E-C17A-49C5-8544-71BC13023591}">
      <dgm:prSet phldr="0"/>
      <dgm:spPr/>
      <dgm:t>
        <a:bodyPr/>
        <a:lstStyle/>
        <a:p>
          <a:pPr>
            <a:lnSpc>
              <a:spcPct val="100000"/>
            </a:lnSpc>
            <a:defRPr cap="all"/>
          </a:pPr>
          <a:r>
            <a:rPr lang="en-US" b="1" i="0" baseline="0">
              <a:latin typeface="Calibri"/>
              <a:ea typeface="Calibri"/>
              <a:cs typeface="Calibri"/>
            </a:rPr>
            <a:t>Ready-Made Business Requirements Document (BRD) for Trade Finance: </a:t>
          </a:r>
          <a:r>
            <a:rPr lang="en-US" b="0" i="0" baseline="0">
              <a:latin typeface="Calibri"/>
              <a:ea typeface="Calibri"/>
              <a:cs typeface="Calibri"/>
            </a:rPr>
            <a:t>Our team has a pre-built, customizable BRD for Trade Finance, which we can tailor to your specific needs. This document is designed to address key trade finance processes such as letters of credit, trade settlements, and risk management, providing you with a solid foundation to accelerate system development and implementation.</a:t>
          </a:r>
          <a:endParaRPr lang="en-US" b="1" i="0" baseline="0">
            <a:latin typeface="Calibri"/>
            <a:ea typeface="Calibri"/>
            <a:cs typeface="Calibri"/>
          </a:endParaRPr>
        </a:p>
      </dgm:t>
    </dgm:pt>
    <dgm:pt modelId="{968FCC4B-B71F-4913-AE79-0936256D49F4}" type="parTrans" cxnId="{C7AC5082-2DA9-478B-85AE-E9603090E734}">
      <dgm:prSet/>
      <dgm:spPr/>
      <dgm:t>
        <a:bodyPr/>
        <a:lstStyle/>
        <a:p>
          <a:endParaRPr lang="en-IN"/>
        </a:p>
      </dgm:t>
    </dgm:pt>
    <dgm:pt modelId="{A236CEA9-1BB1-4C3A-BF14-D115D7F1766C}" type="sibTrans" cxnId="{C7AC5082-2DA9-478B-85AE-E9603090E734}">
      <dgm:prSet/>
      <dgm:spPr/>
      <dgm:t>
        <a:bodyPr/>
        <a:lstStyle/>
        <a:p>
          <a:endParaRPr lang="en-US"/>
        </a:p>
      </dgm:t>
    </dgm:pt>
    <dgm:pt modelId="{10E0E711-58AA-4C36-9C75-4121F42B53BB}">
      <dgm:prSet phldr="0"/>
      <dgm:spPr/>
      <dgm:t>
        <a:bodyPr/>
        <a:lstStyle/>
        <a:p>
          <a:pPr>
            <a:lnSpc>
              <a:spcPct val="100000"/>
            </a:lnSpc>
            <a:defRPr cap="all"/>
          </a:pPr>
          <a:r>
            <a:rPr lang="en-US" b="1" i="0" baseline="0">
              <a:latin typeface="Calibri"/>
              <a:ea typeface="Calibri"/>
              <a:cs typeface="Calibri"/>
            </a:rPr>
            <a:t>Talent capabilities: </a:t>
          </a:r>
          <a:r>
            <a:rPr lang="en-US" b="0" i="0" baseline="0">
              <a:latin typeface="Calibri"/>
              <a:ea typeface="Calibri"/>
              <a:cs typeface="Calibri"/>
            </a:rPr>
            <a:t>Our Business Analysts come from an operations background, which gives them an in-depth understanding of trade finance products and processes. With hands-on experience in areas such as letters of credit, trade settlements, and risk management, our team is uniquely positioned to provide tailored solutions that meet the complex needs of the trade finance sector.</a:t>
          </a:r>
        </a:p>
      </dgm:t>
    </dgm:pt>
    <dgm:pt modelId="{B60A14AA-1A50-4759-AB62-95E4B9968E24}" type="parTrans" cxnId="{D79A6E30-B8CA-4AA9-8D9D-37B886F9AA09}">
      <dgm:prSet/>
      <dgm:spPr/>
      <dgm:t>
        <a:bodyPr/>
        <a:lstStyle/>
        <a:p>
          <a:endParaRPr lang="en-IN"/>
        </a:p>
      </dgm:t>
    </dgm:pt>
    <dgm:pt modelId="{B0D285CC-F8B4-435F-A38E-FEB5B7EB780B}" type="sibTrans" cxnId="{D79A6E30-B8CA-4AA9-8D9D-37B886F9AA09}">
      <dgm:prSet/>
      <dgm:spPr/>
      <dgm:t>
        <a:bodyPr/>
        <a:lstStyle/>
        <a:p>
          <a:endParaRPr lang="en-US"/>
        </a:p>
      </dgm:t>
    </dgm:pt>
    <dgm:pt modelId="{8BDA24F8-474F-4FB2-9322-1A36C6AE7F54}">
      <dgm:prSet custT="1"/>
      <dgm:spPr/>
      <dgm:t>
        <a:bodyPr/>
        <a:lstStyle/>
        <a:p>
          <a:pPr>
            <a:lnSpc>
              <a:spcPct val="100000"/>
            </a:lnSpc>
            <a:defRPr cap="all"/>
          </a:pPr>
          <a:r>
            <a:rPr lang="en-US" sz="1100" b="1" i="0" kern="1200" baseline="0">
              <a:latin typeface="Arial"/>
            </a:rPr>
            <a:t>AI Capability:</a:t>
          </a:r>
          <a:r>
            <a:rPr lang="en-US" sz="1100" b="0" i="0" kern="1200" baseline="0">
              <a:latin typeface="Arial"/>
            </a:rPr>
            <a:t> Our</a:t>
          </a:r>
          <a:r>
            <a:rPr lang="en-US" sz="1100" b="0" i="0" kern="1200" baseline="0"/>
            <a:t> AI capability </a:t>
          </a:r>
          <a:r>
            <a:rPr lang="en-US" sz="1100" b="0" i="0" kern="1200" cap="all" baseline="0">
              <a:solidFill>
                <a:srgbClr val="000000">
                  <a:hueOff val="0"/>
                  <a:satOff val="0"/>
                  <a:lumOff val="0"/>
                  <a:alphaOff val="0"/>
                </a:srgbClr>
              </a:solidFill>
              <a:latin typeface="Calibri"/>
              <a:ea typeface="Calibri"/>
              <a:cs typeface="Calibri"/>
            </a:rPr>
            <a:t>is designed to automatically generate process documentation by analyzing existing codebases. Additionally, it can develop code in modern technologies based on new requirements or reference </a:t>
          </a:r>
          <a:r>
            <a:rPr lang="en-US" sz="1100" b="0" i="0" kern="1200" baseline="0"/>
            <a:t>implementations. </a:t>
          </a:r>
          <a:endParaRPr lang="en-US" sz="1100" kern="1200"/>
        </a:p>
        <a:p>
          <a:pPr>
            <a:lnSpc>
              <a:spcPct val="100000"/>
            </a:lnSpc>
            <a:defRPr cap="all"/>
          </a:pPr>
          <a:r>
            <a:rPr lang="en-US" sz="1100" b="0" i="0" kern="1200" baseline="0"/>
            <a:t> Our team has extensive </a:t>
          </a:r>
          <a:r>
            <a:rPr lang="en-US" sz="1100" b="1" i="0" kern="1200" baseline="0"/>
            <a:t>knowledge of your legacy application IMEX</a:t>
          </a:r>
          <a:r>
            <a:rPr lang="en-US" sz="1100" b="0" i="0" kern="1200" baseline="0"/>
            <a:t>, enabling smooth transitions, optimizations, and seamless integration with existing trade finance workflows.</a:t>
          </a:r>
          <a:endParaRPr lang="en-US" sz="1100" kern="1200"/>
        </a:p>
      </dgm:t>
    </dgm:pt>
    <dgm:pt modelId="{D5B19693-CFBB-4529-9F45-407CD15219EE}" type="parTrans" cxnId="{5644E5BD-D230-41CE-883A-BCD4092C0A6D}">
      <dgm:prSet/>
      <dgm:spPr/>
      <dgm:t>
        <a:bodyPr/>
        <a:lstStyle/>
        <a:p>
          <a:endParaRPr lang="en-IN"/>
        </a:p>
      </dgm:t>
    </dgm:pt>
    <dgm:pt modelId="{F52AAF88-9F7F-405A-B9F8-E843FF2DBE39}" type="sibTrans" cxnId="{5644E5BD-D230-41CE-883A-BCD4092C0A6D}">
      <dgm:prSet/>
      <dgm:spPr/>
      <dgm:t>
        <a:bodyPr/>
        <a:lstStyle/>
        <a:p>
          <a:endParaRPr lang="en-US"/>
        </a:p>
      </dgm:t>
    </dgm:pt>
    <dgm:pt modelId="{F470C6D3-05B1-4A84-B79D-5C8D584CF527}" type="pres">
      <dgm:prSet presAssocID="{4F264AE6-C6BC-46D5-B0E6-807FD94D96C3}" presName="root" presStyleCnt="0">
        <dgm:presLayoutVars>
          <dgm:dir/>
          <dgm:resizeHandles val="exact"/>
        </dgm:presLayoutVars>
      </dgm:prSet>
      <dgm:spPr/>
    </dgm:pt>
    <dgm:pt modelId="{8922FA4E-419C-49E0-A24D-203DF2227733}" type="pres">
      <dgm:prSet presAssocID="{22C7C539-1567-4CAD-A3A2-637EAA6605CF}" presName="compNode" presStyleCnt="0"/>
      <dgm:spPr/>
    </dgm:pt>
    <dgm:pt modelId="{8592CDD1-5BF3-4DFB-9346-801722B1B1CD}" type="pres">
      <dgm:prSet presAssocID="{22C7C539-1567-4CAD-A3A2-637EAA6605CF}" presName="iconBgRect" presStyleLbl="bgShp" presStyleIdx="0" presStyleCnt="5"/>
      <dgm:spPr/>
    </dgm:pt>
    <dgm:pt modelId="{0633029B-2306-499F-BCAE-8A4CF02F2452}" type="pres">
      <dgm:prSet presAssocID="{22C7C539-1567-4CAD-A3A2-637EAA6605CF}"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ock"/>
        </a:ext>
      </dgm:extLst>
    </dgm:pt>
    <dgm:pt modelId="{958F359F-4735-489B-8B19-F6536362DAEA}" type="pres">
      <dgm:prSet presAssocID="{22C7C539-1567-4CAD-A3A2-637EAA6605CF}" presName="spaceRect" presStyleCnt="0"/>
      <dgm:spPr/>
    </dgm:pt>
    <dgm:pt modelId="{513D123C-0CF6-49B4-9CE1-8B814C0E4380}" type="pres">
      <dgm:prSet presAssocID="{22C7C539-1567-4CAD-A3A2-637EAA6605CF}" presName="textRect" presStyleLbl="revTx" presStyleIdx="0" presStyleCnt="5" custScaleX="128191">
        <dgm:presLayoutVars>
          <dgm:chMax val="1"/>
          <dgm:chPref val="1"/>
        </dgm:presLayoutVars>
      </dgm:prSet>
      <dgm:spPr/>
    </dgm:pt>
    <dgm:pt modelId="{3B2811BB-B1D7-431A-A8B6-B4098F75686A}" type="pres">
      <dgm:prSet presAssocID="{2A83EC55-D920-4FD5-AFCA-24A68F9D1714}" presName="sibTrans" presStyleCnt="0"/>
      <dgm:spPr/>
    </dgm:pt>
    <dgm:pt modelId="{8F2AD035-8056-4118-809F-A3CA564393EA}" type="pres">
      <dgm:prSet presAssocID="{B45A883D-99BA-4BDE-A1B1-AE9284E0545A}" presName="compNode" presStyleCnt="0"/>
      <dgm:spPr/>
    </dgm:pt>
    <dgm:pt modelId="{3182A326-67D9-4E13-818A-DC27DD430A56}" type="pres">
      <dgm:prSet presAssocID="{B45A883D-99BA-4BDE-A1B1-AE9284E0545A}" presName="iconBgRect" presStyleLbl="bgShp" presStyleIdx="1" presStyleCnt="5"/>
      <dgm:spPr/>
    </dgm:pt>
    <dgm:pt modelId="{9CE7797B-B144-4B45-84C8-10E1071ACA22}" type="pres">
      <dgm:prSet presAssocID="{B45A883D-99BA-4BDE-A1B1-AE9284E0545A}"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ears"/>
        </a:ext>
      </dgm:extLst>
    </dgm:pt>
    <dgm:pt modelId="{FBC35CA1-51DC-4F3F-ADAB-D8C66D8E2572}" type="pres">
      <dgm:prSet presAssocID="{B45A883D-99BA-4BDE-A1B1-AE9284E0545A}" presName="spaceRect" presStyleCnt="0"/>
      <dgm:spPr/>
    </dgm:pt>
    <dgm:pt modelId="{AB72416C-C386-451D-8871-126527AEF776}" type="pres">
      <dgm:prSet presAssocID="{B45A883D-99BA-4BDE-A1B1-AE9284E0545A}" presName="textRect" presStyleLbl="revTx" presStyleIdx="1" presStyleCnt="5" custScaleX="125047">
        <dgm:presLayoutVars>
          <dgm:chMax val="1"/>
          <dgm:chPref val="1"/>
        </dgm:presLayoutVars>
      </dgm:prSet>
      <dgm:spPr/>
    </dgm:pt>
    <dgm:pt modelId="{E3525A44-7B5A-4124-82E6-5EA3316EDFC1}" type="pres">
      <dgm:prSet presAssocID="{79052FF7-6A21-4B01-8F76-1048D4B7BC68}" presName="sibTrans" presStyleCnt="0"/>
      <dgm:spPr/>
    </dgm:pt>
    <dgm:pt modelId="{EC170AE8-FAB8-412E-B088-45CA895B45CF}" type="pres">
      <dgm:prSet presAssocID="{F5D6151E-C17A-49C5-8544-71BC13023591}" presName="compNode" presStyleCnt="0"/>
      <dgm:spPr/>
    </dgm:pt>
    <dgm:pt modelId="{A68308F5-7580-4F7B-A0F9-32EFEEEFBC1A}" type="pres">
      <dgm:prSet presAssocID="{F5D6151E-C17A-49C5-8544-71BC13023591}" presName="iconBgRect" presStyleLbl="bgShp" presStyleIdx="2" presStyleCnt="5"/>
      <dgm:spPr/>
    </dgm:pt>
    <dgm:pt modelId="{F5AE1BAC-3834-491E-9B07-28688D81B511}" type="pres">
      <dgm:prSet presAssocID="{F5D6151E-C17A-49C5-8544-71BC13023591}"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ocument"/>
        </a:ext>
      </dgm:extLst>
    </dgm:pt>
    <dgm:pt modelId="{5A89365A-C16C-4AEB-96F3-9E2703782017}" type="pres">
      <dgm:prSet presAssocID="{F5D6151E-C17A-49C5-8544-71BC13023591}" presName="spaceRect" presStyleCnt="0"/>
      <dgm:spPr/>
    </dgm:pt>
    <dgm:pt modelId="{D340F510-360E-487D-BD02-4C9207981CF2}" type="pres">
      <dgm:prSet presAssocID="{F5D6151E-C17A-49C5-8544-71BC13023591}" presName="textRect" presStyleLbl="revTx" presStyleIdx="2" presStyleCnt="5" custScaleX="126873">
        <dgm:presLayoutVars>
          <dgm:chMax val="1"/>
          <dgm:chPref val="1"/>
        </dgm:presLayoutVars>
      </dgm:prSet>
      <dgm:spPr/>
    </dgm:pt>
    <dgm:pt modelId="{4EEAA499-EE0B-4FBF-8A59-FEA1281C3B1D}" type="pres">
      <dgm:prSet presAssocID="{A236CEA9-1BB1-4C3A-BF14-D115D7F1766C}" presName="sibTrans" presStyleCnt="0"/>
      <dgm:spPr/>
    </dgm:pt>
    <dgm:pt modelId="{53006FBA-8AEE-4499-9408-F0CB0620E720}" type="pres">
      <dgm:prSet presAssocID="{10E0E711-58AA-4C36-9C75-4121F42B53BB}" presName="compNode" presStyleCnt="0"/>
      <dgm:spPr/>
    </dgm:pt>
    <dgm:pt modelId="{E3FE75F5-5C13-432E-89E4-4B7F85530990}" type="pres">
      <dgm:prSet presAssocID="{10E0E711-58AA-4C36-9C75-4121F42B53BB}" presName="iconBgRect" presStyleLbl="bgShp" presStyleIdx="3" presStyleCnt="5"/>
      <dgm:spPr/>
    </dgm:pt>
    <dgm:pt modelId="{F08A5302-EEFB-4D96-A2FC-8C45F05D098C}" type="pres">
      <dgm:prSet presAssocID="{10E0E711-58AA-4C36-9C75-4121F42B53BB}"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ank"/>
        </a:ext>
      </dgm:extLst>
    </dgm:pt>
    <dgm:pt modelId="{C60C9987-336C-4861-BD31-49DD34FEED0A}" type="pres">
      <dgm:prSet presAssocID="{10E0E711-58AA-4C36-9C75-4121F42B53BB}" presName="spaceRect" presStyleCnt="0"/>
      <dgm:spPr/>
    </dgm:pt>
    <dgm:pt modelId="{0EA14B1B-AEAE-4F67-A243-B0817320DE51}" type="pres">
      <dgm:prSet presAssocID="{10E0E711-58AA-4C36-9C75-4121F42B53BB}" presName="textRect" presStyleLbl="revTx" presStyleIdx="3" presStyleCnt="5" custScaleX="130694">
        <dgm:presLayoutVars>
          <dgm:chMax val="1"/>
          <dgm:chPref val="1"/>
        </dgm:presLayoutVars>
      </dgm:prSet>
      <dgm:spPr/>
    </dgm:pt>
    <dgm:pt modelId="{E019E0A8-BBC1-462B-AFAE-C71E20F0A99D}" type="pres">
      <dgm:prSet presAssocID="{B0D285CC-F8B4-435F-A38E-FEB5B7EB780B}" presName="sibTrans" presStyleCnt="0"/>
      <dgm:spPr/>
    </dgm:pt>
    <dgm:pt modelId="{F8F2F850-4D1B-4BD8-B80D-16A74BE88229}" type="pres">
      <dgm:prSet presAssocID="{8BDA24F8-474F-4FB2-9322-1A36C6AE7F54}" presName="compNode" presStyleCnt="0"/>
      <dgm:spPr/>
    </dgm:pt>
    <dgm:pt modelId="{804F4CA8-DF0A-4E98-BED8-ECAD6774881B}" type="pres">
      <dgm:prSet presAssocID="{8BDA24F8-474F-4FB2-9322-1A36C6AE7F54}" presName="iconBgRect" presStyleLbl="bgShp" presStyleIdx="4" presStyleCnt="5"/>
      <dgm:spPr/>
    </dgm:pt>
    <dgm:pt modelId="{6AE942A7-6AFE-4D6E-BC59-5AEA61626F41}" type="pres">
      <dgm:prSet presAssocID="{8BDA24F8-474F-4FB2-9322-1A36C6AE7F54}"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Briefcase"/>
        </a:ext>
      </dgm:extLst>
    </dgm:pt>
    <dgm:pt modelId="{25C1E657-52A8-4E7D-995F-52640BE49DC2}" type="pres">
      <dgm:prSet presAssocID="{8BDA24F8-474F-4FB2-9322-1A36C6AE7F54}" presName="spaceRect" presStyleCnt="0"/>
      <dgm:spPr/>
    </dgm:pt>
    <dgm:pt modelId="{0EDD42DE-EE61-413C-A2AA-25F46DAC3888}" type="pres">
      <dgm:prSet presAssocID="{8BDA24F8-474F-4FB2-9322-1A36C6AE7F54}" presName="textRect" presStyleLbl="revTx" presStyleIdx="4" presStyleCnt="5" custScaleX="137669">
        <dgm:presLayoutVars>
          <dgm:chMax val="1"/>
          <dgm:chPref val="1"/>
        </dgm:presLayoutVars>
      </dgm:prSet>
      <dgm:spPr/>
    </dgm:pt>
  </dgm:ptLst>
  <dgm:cxnLst>
    <dgm:cxn modelId="{9ED4B007-8D3D-4CA5-9650-BF9A9DCA4F72}" srcId="{4F264AE6-C6BC-46D5-B0E6-807FD94D96C3}" destId="{22C7C539-1567-4CAD-A3A2-637EAA6605CF}" srcOrd="0" destOrd="0" parTransId="{670F95DB-22FF-4AFF-A2AE-5DEC5B92EB0B}" sibTransId="{2A83EC55-D920-4FD5-AFCA-24A68F9D1714}"/>
    <dgm:cxn modelId="{AE475009-D6C9-4C7C-B741-69D121816613}" type="presOf" srcId="{10E0E711-58AA-4C36-9C75-4121F42B53BB}" destId="{0EA14B1B-AEAE-4F67-A243-B0817320DE51}" srcOrd="0" destOrd="0" presId="urn:microsoft.com/office/officeart/2018/5/layout/IconCircleLabelList"/>
    <dgm:cxn modelId="{D79A6E30-B8CA-4AA9-8D9D-37B886F9AA09}" srcId="{4F264AE6-C6BC-46D5-B0E6-807FD94D96C3}" destId="{10E0E711-58AA-4C36-9C75-4121F42B53BB}" srcOrd="3" destOrd="0" parTransId="{B60A14AA-1A50-4759-AB62-95E4B9968E24}" sibTransId="{B0D285CC-F8B4-435F-A38E-FEB5B7EB780B}"/>
    <dgm:cxn modelId="{D8DA9D4A-6FFA-4112-8417-5981FF1862A8}" type="presOf" srcId="{22C7C539-1567-4CAD-A3A2-637EAA6605CF}" destId="{513D123C-0CF6-49B4-9CE1-8B814C0E4380}" srcOrd="0" destOrd="0" presId="urn:microsoft.com/office/officeart/2018/5/layout/IconCircleLabelList"/>
    <dgm:cxn modelId="{C7AC5082-2DA9-478B-85AE-E9603090E734}" srcId="{4F264AE6-C6BC-46D5-B0E6-807FD94D96C3}" destId="{F5D6151E-C17A-49C5-8544-71BC13023591}" srcOrd="2" destOrd="0" parTransId="{968FCC4B-B71F-4913-AE79-0936256D49F4}" sibTransId="{A236CEA9-1BB1-4C3A-BF14-D115D7F1766C}"/>
    <dgm:cxn modelId="{AD3B2689-D61E-4D23-9646-855DB0C07F4D}" type="presOf" srcId="{F5D6151E-C17A-49C5-8544-71BC13023591}" destId="{D340F510-360E-487D-BD02-4C9207981CF2}" srcOrd="0" destOrd="0" presId="urn:microsoft.com/office/officeart/2018/5/layout/IconCircleLabelList"/>
    <dgm:cxn modelId="{C670BF96-1A3C-4173-8A1A-17AC0C78C8E8}" type="presOf" srcId="{B45A883D-99BA-4BDE-A1B1-AE9284E0545A}" destId="{AB72416C-C386-451D-8871-126527AEF776}" srcOrd="0" destOrd="0" presId="urn:microsoft.com/office/officeart/2018/5/layout/IconCircleLabelList"/>
    <dgm:cxn modelId="{C18155A9-DC93-4996-9674-3186D3990A71}" type="presOf" srcId="{8BDA24F8-474F-4FB2-9322-1A36C6AE7F54}" destId="{0EDD42DE-EE61-413C-A2AA-25F46DAC3888}" srcOrd="0" destOrd="0" presId="urn:microsoft.com/office/officeart/2018/5/layout/IconCircleLabelList"/>
    <dgm:cxn modelId="{5644E5BD-D230-41CE-883A-BCD4092C0A6D}" srcId="{4F264AE6-C6BC-46D5-B0E6-807FD94D96C3}" destId="{8BDA24F8-474F-4FB2-9322-1A36C6AE7F54}" srcOrd="4" destOrd="0" parTransId="{D5B19693-CFBB-4529-9F45-407CD15219EE}" sibTransId="{F52AAF88-9F7F-405A-B9F8-E843FF2DBE39}"/>
    <dgm:cxn modelId="{D60DC1D3-C90C-4619-99B6-EFFC89725A5A}" srcId="{4F264AE6-C6BC-46D5-B0E6-807FD94D96C3}" destId="{B45A883D-99BA-4BDE-A1B1-AE9284E0545A}" srcOrd="1" destOrd="0" parTransId="{8A3E9FA0-1479-4301-9E41-A2F595E119AF}" sibTransId="{79052FF7-6A21-4B01-8F76-1048D4B7BC68}"/>
    <dgm:cxn modelId="{18B870F0-D39B-461B-855B-66AC2D2D7D9A}" type="presOf" srcId="{4F264AE6-C6BC-46D5-B0E6-807FD94D96C3}" destId="{F470C6D3-05B1-4A84-B79D-5C8D584CF527}" srcOrd="0" destOrd="0" presId="urn:microsoft.com/office/officeart/2018/5/layout/IconCircleLabelList"/>
    <dgm:cxn modelId="{97EA5EAF-1992-449E-9A6A-429A0054C7F0}" type="presParOf" srcId="{F470C6D3-05B1-4A84-B79D-5C8D584CF527}" destId="{8922FA4E-419C-49E0-A24D-203DF2227733}" srcOrd="0" destOrd="0" presId="urn:microsoft.com/office/officeart/2018/5/layout/IconCircleLabelList"/>
    <dgm:cxn modelId="{C95ECC46-2F32-4F79-BFED-8568AD67E71E}" type="presParOf" srcId="{8922FA4E-419C-49E0-A24D-203DF2227733}" destId="{8592CDD1-5BF3-4DFB-9346-801722B1B1CD}" srcOrd="0" destOrd="0" presId="urn:microsoft.com/office/officeart/2018/5/layout/IconCircleLabelList"/>
    <dgm:cxn modelId="{F0264EE0-EB48-4401-A4C8-AF8CA5B1723D}" type="presParOf" srcId="{8922FA4E-419C-49E0-A24D-203DF2227733}" destId="{0633029B-2306-499F-BCAE-8A4CF02F2452}" srcOrd="1" destOrd="0" presId="urn:microsoft.com/office/officeart/2018/5/layout/IconCircleLabelList"/>
    <dgm:cxn modelId="{71B69859-C28D-42AF-9BCF-7D767D8478EA}" type="presParOf" srcId="{8922FA4E-419C-49E0-A24D-203DF2227733}" destId="{958F359F-4735-489B-8B19-F6536362DAEA}" srcOrd="2" destOrd="0" presId="urn:microsoft.com/office/officeart/2018/5/layout/IconCircleLabelList"/>
    <dgm:cxn modelId="{F06FF74C-D79A-4FC9-88EE-F0F236ED980C}" type="presParOf" srcId="{8922FA4E-419C-49E0-A24D-203DF2227733}" destId="{513D123C-0CF6-49B4-9CE1-8B814C0E4380}" srcOrd="3" destOrd="0" presId="urn:microsoft.com/office/officeart/2018/5/layout/IconCircleLabelList"/>
    <dgm:cxn modelId="{51B605D6-D1BC-497E-A305-B7FB7AF69693}" type="presParOf" srcId="{F470C6D3-05B1-4A84-B79D-5C8D584CF527}" destId="{3B2811BB-B1D7-431A-A8B6-B4098F75686A}" srcOrd="1" destOrd="0" presId="urn:microsoft.com/office/officeart/2018/5/layout/IconCircleLabelList"/>
    <dgm:cxn modelId="{C89147F4-5C76-46D8-A921-2DEDB847E480}" type="presParOf" srcId="{F470C6D3-05B1-4A84-B79D-5C8D584CF527}" destId="{8F2AD035-8056-4118-809F-A3CA564393EA}" srcOrd="2" destOrd="0" presId="urn:microsoft.com/office/officeart/2018/5/layout/IconCircleLabelList"/>
    <dgm:cxn modelId="{D21374E5-5A82-4987-9027-C7936D685A26}" type="presParOf" srcId="{8F2AD035-8056-4118-809F-A3CA564393EA}" destId="{3182A326-67D9-4E13-818A-DC27DD430A56}" srcOrd="0" destOrd="0" presId="urn:microsoft.com/office/officeart/2018/5/layout/IconCircleLabelList"/>
    <dgm:cxn modelId="{CC9A6020-F599-45BF-AD61-F6C001B4BA9E}" type="presParOf" srcId="{8F2AD035-8056-4118-809F-A3CA564393EA}" destId="{9CE7797B-B144-4B45-84C8-10E1071ACA22}" srcOrd="1" destOrd="0" presId="urn:microsoft.com/office/officeart/2018/5/layout/IconCircleLabelList"/>
    <dgm:cxn modelId="{D3784617-0D3A-4D9B-9978-661B72C92A44}" type="presParOf" srcId="{8F2AD035-8056-4118-809F-A3CA564393EA}" destId="{FBC35CA1-51DC-4F3F-ADAB-D8C66D8E2572}" srcOrd="2" destOrd="0" presId="urn:microsoft.com/office/officeart/2018/5/layout/IconCircleLabelList"/>
    <dgm:cxn modelId="{3DFE3C82-D5D7-4365-9FDE-3FF8C84693E0}" type="presParOf" srcId="{8F2AD035-8056-4118-809F-A3CA564393EA}" destId="{AB72416C-C386-451D-8871-126527AEF776}" srcOrd="3" destOrd="0" presId="urn:microsoft.com/office/officeart/2018/5/layout/IconCircleLabelList"/>
    <dgm:cxn modelId="{699E9FCD-CFA3-482A-88F6-B59B7640E738}" type="presParOf" srcId="{F470C6D3-05B1-4A84-B79D-5C8D584CF527}" destId="{E3525A44-7B5A-4124-82E6-5EA3316EDFC1}" srcOrd="3" destOrd="0" presId="urn:microsoft.com/office/officeart/2018/5/layout/IconCircleLabelList"/>
    <dgm:cxn modelId="{F834C71B-08E9-4921-A7D2-765320DCA8AB}" type="presParOf" srcId="{F470C6D3-05B1-4A84-B79D-5C8D584CF527}" destId="{EC170AE8-FAB8-412E-B088-45CA895B45CF}" srcOrd="4" destOrd="0" presId="urn:microsoft.com/office/officeart/2018/5/layout/IconCircleLabelList"/>
    <dgm:cxn modelId="{7F1508C8-E44A-49A1-9914-E0DA03DC51E8}" type="presParOf" srcId="{EC170AE8-FAB8-412E-B088-45CA895B45CF}" destId="{A68308F5-7580-4F7B-A0F9-32EFEEEFBC1A}" srcOrd="0" destOrd="0" presId="urn:microsoft.com/office/officeart/2018/5/layout/IconCircleLabelList"/>
    <dgm:cxn modelId="{CEE2F779-68A4-4A23-8A56-EA325D53F269}" type="presParOf" srcId="{EC170AE8-FAB8-412E-B088-45CA895B45CF}" destId="{F5AE1BAC-3834-491E-9B07-28688D81B511}" srcOrd="1" destOrd="0" presId="urn:microsoft.com/office/officeart/2018/5/layout/IconCircleLabelList"/>
    <dgm:cxn modelId="{60E0E812-0F85-4A2C-B865-E8BE451A17FD}" type="presParOf" srcId="{EC170AE8-FAB8-412E-B088-45CA895B45CF}" destId="{5A89365A-C16C-4AEB-96F3-9E2703782017}" srcOrd="2" destOrd="0" presId="urn:microsoft.com/office/officeart/2018/5/layout/IconCircleLabelList"/>
    <dgm:cxn modelId="{1858507D-CB30-4B3F-9E90-6D1E9A6CF455}" type="presParOf" srcId="{EC170AE8-FAB8-412E-B088-45CA895B45CF}" destId="{D340F510-360E-487D-BD02-4C9207981CF2}" srcOrd="3" destOrd="0" presId="urn:microsoft.com/office/officeart/2018/5/layout/IconCircleLabelList"/>
    <dgm:cxn modelId="{73AEB15E-BF3C-427A-B14C-DA6D52067B67}" type="presParOf" srcId="{F470C6D3-05B1-4A84-B79D-5C8D584CF527}" destId="{4EEAA499-EE0B-4FBF-8A59-FEA1281C3B1D}" srcOrd="5" destOrd="0" presId="urn:microsoft.com/office/officeart/2018/5/layout/IconCircleLabelList"/>
    <dgm:cxn modelId="{DC91E1FD-F24F-4E73-B82D-1F36600371B1}" type="presParOf" srcId="{F470C6D3-05B1-4A84-B79D-5C8D584CF527}" destId="{53006FBA-8AEE-4499-9408-F0CB0620E720}" srcOrd="6" destOrd="0" presId="urn:microsoft.com/office/officeart/2018/5/layout/IconCircleLabelList"/>
    <dgm:cxn modelId="{E8945CEA-78BB-4BAD-B280-30ED4BDB6803}" type="presParOf" srcId="{53006FBA-8AEE-4499-9408-F0CB0620E720}" destId="{E3FE75F5-5C13-432E-89E4-4B7F85530990}" srcOrd="0" destOrd="0" presId="urn:microsoft.com/office/officeart/2018/5/layout/IconCircleLabelList"/>
    <dgm:cxn modelId="{B915FD5D-7951-48ED-BBA6-A76732219F8F}" type="presParOf" srcId="{53006FBA-8AEE-4499-9408-F0CB0620E720}" destId="{F08A5302-EEFB-4D96-A2FC-8C45F05D098C}" srcOrd="1" destOrd="0" presId="urn:microsoft.com/office/officeart/2018/5/layout/IconCircleLabelList"/>
    <dgm:cxn modelId="{CF06C59D-A1AD-4BA2-A2BF-1EAFEB7ACE84}" type="presParOf" srcId="{53006FBA-8AEE-4499-9408-F0CB0620E720}" destId="{C60C9987-336C-4861-BD31-49DD34FEED0A}" srcOrd="2" destOrd="0" presId="urn:microsoft.com/office/officeart/2018/5/layout/IconCircleLabelList"/>
    <dgm:cxn modelId="{03F065E5-4B85-4DB5-A646-3A95DE633E95}" type="presParOf" srcId="{53006FBA-8AEE-4499-9408-F0CB0620E720}" destId="{0EA14B1B-AEAE-4F67-A243-B0817320DE51}" srcOrd="3" destOrd="0" presId="urn:microsoft.com/office/officeart/2018/5/layout/IconCircleLabelList"/>
    <dgm:cxn modelId="{5E956BA6-E011-425C-9DD4-24B1899BBDE2}" type="presParOf" srcId="{F470C6D3-05B1-4A84-B79D-5C8D584CF527}" destId="{E019E0A8-BBC1-462B-AFAE-C71E20F0A99D}" srcOrd="7" destOrd="0" presId="urn:microsoft.com/office/officeart/2018/5/layout/IconCircleLabelList"/>
    <dgm:cxn modelId="{F3A54ADE-4991-46A8-BACC-ECDD088EF2F9}" type="presParOf" srcId="{F470C6D3-05B1-4A84-B79D-5C8D584CF527}" destId="{F8F2F850-4D1B-4BD8-B80D-16A74BE88229}" srcOrd="8" destOrd="0" presId="urn:microsoft.com/office/officeart/2018/5/layout/IconCircleLabelList"/>
    <dgm:cxn modelId="{E081A48B-4009-46A4-B595-FDDEA2A8C203}" type="presParOf" srcId="{F8F2F850-4D1B-4BD8-B80D-16A74BE88229}" destId="{804F4CA8-DF0A-4E98-BED8-ECAD6774881B}" srcOrd="0" destOrd="0" presId="urn:microsoft.com/office/officeart/2018/5/layout/IconCircleLabelList"/>
    <dgm:cxn modelId="{CCC74575-8ECA-4A48-9A02-C380E2FC1CED}" type="presParOf" srcId="{F8F2F850-4D1B-4BD8-B80D-16A74BE88229}" destId="{6AE942A7-6AFE-4D6E-BC59-5AEA61626F41}" srcOrd="1" destOrd="0" presId="urn:microsoft.com/office/officeart/2018/5/layout/IconCircleLabelList"/>
    <dgm:cxn modelId="{E9C84ED9-7F32-44E4-966E-3892D883B3DE}" type="presParOf" srcId="{F8F2F850-4D1B-4BD8-B80D-16A74BE88229}" destId="{25C1E657-52A8-4E7D-995F-52640BE49DC2}" srcOrd="2" destOrd="0" presId="urn:microsoft.com/office/officeart/2018/5/layout/IconCircleLabelList"/>
    <dgm:cxn modelId="{831EACDE-2B0E-478D-8559-BB66754BDA5D}" type="presParOf" srcId="{F8F2F850-4D1B-4BD8-B80D-16A74BE88229}" destId="{0EDD42DE-EE61-413C-A2AA-25F46DAC3888}"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84E1077-1F70-4804-AF69-CFE2400B0863}" type="doc">
      <dgm:prSet loTypeId="urn:microsoft.com/office/officeart/2005/8/layout/hList7" loCatId="picture" qsTypeId="urn:microsoft.com/office/officeart/2005/8/quickstyle/simple1" qsCatId="simple" csTypeId="urn:microsoft.com/office/officeart/2005/8/colors/accent1_2" csCatId="accent1"/>
      <dgm:spPr/>
      <dgm:t>
        <a:bodyPr/>
        <a:lstStyle/>
        <a:p>
          <a:endParaRPr lang="en-US"/>
        </a:p>
      </dgm:t>
    </dgm:pt>
    <dgm:pt modelId="{792134D2-BD5E-493A-960E-A13E14925E69}">
      <dgm:prSet/>
      <dgm:spPr/>
      <dgm:t>
        <a:bodyPr/>
        <a:lstStyle/>
        <a:p>
          <a:r>
            <a:rPr lang="en-US" b="1"/>
            <a:t>20+ years of experience in Trade Operations and IMEX module implementation</a:t>
          </a:r>
          <a:endParaRPr lang="en-US"/>
        </a:p>
      </dgm:t>
    </dgm:pt>
    <dgm:pt modelId="{9DFA3CA2-6F36-4CFA-B6EA-9CF40C74CEB5}" type="parTrans" cxnId="{64F20FAB-1D20-479D-A9C1-C5DCE4CC2154}">
      <dgm:prSet/>
      <dgm:spPr/>
      <dgm:t>
        <a:bodyPr/>
        <a:lstStyle/>
        <a:p>
          <a:endParaRPr lang="en-US"/>
        </a:p>
      </dgm:t>
    </dgm:pt>
    <dgm:pt modelId="{242EA48B-4F5C-4077-8885-1CC447D7C588}" type="sibTrans" cxnId="{64F20FAB-1D20-479D-A9C1-C5DCE4CC2154}">
      <dgm:prSet/>
      <dgm:spPr/>
      <dgm:t>
        <a:bodyPr/>
        <a:lstStyle/>
        <a:p>
          <a:endParaRPr lang="en-US"/>
        </a:p>
      </dgm:t>
    </dgm:pt>
    <dgm:pt modelId="{9E4DA265-62D0-43E7-8FBF-82C62DE8B4B3}">
      <dgm:prSet/>
      <dgm:spPr/>
      <dgm:t>
        <a:bodyPr/>
        <a:lstStyle/>
        <a:p>
          <a:r>
            <a:rPr lang="en-US" b="1"/>
            <a:t>Specialized in Trade Finance processes : LC issuance and amendments ,Bills under collection ,SWIFT message integrations</a:t>
          </a:r>
          <a:endParaRPr lang="en-US"/>
        </a:p>
      </dgm:t>
    </dgm:pt>
    <dgm:pt modelId="{6681AD27-3394-422B-A7B9-8F4642B88DD3}" type="parTrans" cxnId="{64A4288D-BD0C-4115-A509-7F1DCB5A6BC9}">
      <dgm:prSet/>
      <dgm:spPr/>
      <dgm:t>
        <a:bodyPr/>
        <a:lstStyle/>
        <a:p>
          <a:endParaRPr lang="en-US"/>
        </a:p>
      </dgm:t>
    </dgm:pt>
    <dgm:pt modelId="{0238C621-0F0C-4BE0-978E-BEA93E11EAB4}" type="sibTrans" cxnId="{64A4288D-BD0C-4115-A509-7F1DCB5A6BC9}">
      <dgm:prSet/>
      <dgm:spPr/>
      <dgm:t>
        <a:bodyPr/>
        <a:lstStyle/>
        <a:p>
          <a:endParaRPr lang="en-US"/>
        </a:p>
      </dgm:t>
    </dgm:pt>
    <dgm:pt modelId="{549B6032-C6E4-4A34-BBB7-F8F4E824C2F8}">
      <dgm:prSet/>
      <dgm:spPr/>
      <dgm:t>
        <a:bodyPr/>
        <a:lstStyle/>
        <a:p>
          <a:r>
            <a:rPr lang="en-US" b="1"/>
            <a:t>Strong grasp of UCP 600, AML/KYC compliance, and cross-border trade documentation</a:t>
          </a:r>
          <a:endParaRPr lang="en-US"/>
        </a:p>
      </dgm:t>
    </dgm:pt>
    <dgm:pt modelId="{8A47337A-F602-4707-95C9-00E157F17E70}" type="parTrans" cxnId="{AFD92A0C-90F7-4DE4-9280-0108BB17FDDB}">
      <dgm:prSet/>
      <dgm:spPr/>
      <dgm:t>
        <a:bodyPr/>
        <a:lstStyle/>
        <a:p>
          <a:endParaRPr lang="en-US"/>
        </a:p>
      </dgm:t>
    </dgm:pt>
    <dgm:pt modelId="{EC80C1E9-132E-4F31-8F7B-31EA374D48ED}" type="sibTrans" cxnId="{AFD92A0C-90F7-4DE4-9280-0108BB17FDDB}">
      <dgm:prSet/>
      <dgm:spPr/>
      <dgm:t>
        <a:bodyPr/>
        <a:lstStyle/>
        <a:p>
          <a:endParaRPr lang="en-US"/>
        </a:p>
      </dgm:t>
    </dgm:pt>
    <dgm:pt modelId="{CCB7819D-26CF-499C-8C06-3E812B685E45}">
      <dgm:prSet/>
      <dgm:spPr/>
      <dgm:t>
        <a:bodyPr/>
        <a:lstStyle/>
        <a:p>
          <a:r>
            <a:rPr lang="en-US" b="1"/>
            <a:t>Proven ability to bridge business requirements with system capabilities</a:t>
          </a:r>
          <a:endParaRPr lang="en-US"/>
        </a:p>
      </dgm:t>
    </dgm:pt>
    <dgm:pt modelId="{9C1430AE-AFE5-44FF-8948-22A1ED9EEC07}" type="parTrans" cxnId="{B299BAFA-79AD-4802-9754-3404391D3F42}">
      <dgm:prSet/>
      <dgm:spPr/>
      <dgm:t>
        <a:bodyPr/>
        <a:lstStyle/>
        <a:p>
          <a:endParaRPr lang="en-US"/>
        </a:p>
      </dgm:t>
    </dgm:pt>
    <dgm:pt modelId="{BA9CB594-C9E4-4D6D-B802-C0D08B483152}" type="sibTrans" cxnId="{B299BAFA-79AD-4802-9754-3404391D3F42}">
      <dgm:prSet/>
      <dgm:spPr/>
      <dgm:t>
        <a:bodyPr/>
        <a:lstStyle/>
        <a:p>
          <a:endParaRPr lang="en-US"/>
        </a:p>
      </dgm:t>
    </dgm:pt>
    <dgm:pt modelId="{122F92FD-1653-401C-8C5E-5485246E0529}">
      <dgm:prSet/>
      <dgm:spPr/>
      <dgm:t>
        <a:bodyPr/>
        <a:lstStyle/>
        <a:p>
          <a:r>
            <a:rPr lang="en-US" b="1"/>
            <a:t>Deep Knowledge of Your Legacy Application (IMEX), ensuring smooth transition and integration with existing systems</a:t>
          </a:r>
          <a:endParaRPr lang="en-US"/>
        </a:p>
      </dgm:t>
    </dgm:pt>
    <dgm:pt modelId="{EF036F24-2318-4EBB-BBD5-6E2CACBC915E}" type="parTrans" cxnId="{3C53B8D1-2C04-455C-9F8A-88583999CCA5}">
      <dgm:prSet/>
      <dgm:spPr/>
      <dgm:t>
        <a:bodyPr/>
        <a:lstStyle/>
        <a:p>
          <a:endParaRPr lang="en-US"/>
        </a:p>
      </dgm:t>
    </dgm:pt>
    <dgm:pt modelId="{34F472FF-5550-43BB-B9C8-35900068F503}" type="sibTrans" cxnId="{3C53B8D1-2C04-455C-9F8A-88583999CCA5}">
      <dgm:prSet/>
      <dgm:spPr/>
      <dgm:t>
        <a:bodyPr/>
        <a:lstStyle/>
        <a:p>
          <a:endParaRPr lang="en-US"/>
        </a:p>
      </dgm:t>
    </dgm:pt>
    <dgm:pt modelId="{390FF7A4-5F56-4DED-AF2F-8D744DEBE49B}">
      <dgm:prSet/>
      <dgm:spPr/>
      <dgm:t>
        <a:bodyPr/>
        <a:lstStyle/>
        <a:p>
          <a:r>
            <a:rPr lang="en-US" b="1"/>
            <a:t>Hands-on with trade platforms, compliance tools, and banking workflows</a:t>
          </a:r>
          <a:endParaRPr lang="en-US"/>
        </a:p>
      </dgm:t>
    </dgm:pt>
    <dgm:pt modelId="{7E309FF1-AB74-4BA7-8EC8-967B94BC73D3}" type="parTrans" cxnId="{5B29C0FA-1C26-4111-A2C1-C269CA4D52F1}">
      <dgm:prSet/>
      <dgm:spPr/>
      <dgm:t>
        <a:bodyPr/>
        <a:lstStyle/>
        <a:p>
          <a:endParaRPr lang="en-US"/>
        </a:p>
      </dgm:t>
    </dgm:pt>
    <dgm:pt modelId="{E4E61034-FE23-4BE7-8F55-C55C920FA3CA}" type="sibTrans" cxnId="{5B29C0FA-1C26-4111-A2C1-C269CA4D52F1}">
      <dgm:prSet/>
      <dgm:spPr/>
      <dgm:t>
        <a:bodyPr/>
        <a:lstStyle/>
        <a:p>
          <a:endParaRPr lang="en-US"/>
        </a:p>
      </dgm:t>
    </dgm:pt>
    <dgm:pt modelId="{AB905E8A-7C51-4CCF-8BF8-3597376432A4}">
      <dgm:prSet/>
      <dgm:spPr/>
      <dgm:t>
        <a:bodyPr/>
        <a:lstStyle/>
        <a:p>
          <a:r>
            <a:rPr lang="en-US" b="1"/>
            <a:t>Skilled in process automation, regulatory reporting, and stakeholder management</a:t>
          </a:r>
          <a:endParaRPr lang="en-US"/>
        </a:p>
      </dgm:t>
    </dgm:pt>
    <dgm:pt modelId="{6EA226A1-C4B5-4A9F-BC2F-B6175E506077}" type="parTrans" cxnId="{2204484C-9F23-49BE-94A1-4FD627E52567}">
      <dgm:prSet/>
      <dgm:spPr/>
      <dgm:t>
        <a:bodyPr/>
        <a:lstStyle/>
        <a:p>
          <a:endParaRPr lang="en-US"/>
        </a:p>
      </dgm:t>
    </dgm:pt>
    <dgm:pt modelId="{30EF56D6-6D3E-4DAD-AD8A-BBF636D1432E}" type="sibTrans" cxnId="{2204484C-9F23-49BE-94A1-4FD627E52567}">
      <dgm:prSet/>
      <dgm:spPr/>
      <dgm:t>
        <a:bodyPr/>
        <a:lstStyle/>
        <a:p>
          <a:endParaRPr lang="en-US"/>
        </a:p>
      </dgm:t>
    </dgm:pt>
    <dgm:pt modelId="{BC61726C-FA26-41EF-A806-43191812BECB}" type="pres">
      <dgm:prSet presAssocID="{F84E1077-1F70-4804-AF69-CFE2400B0863}" presName="Name0" presStyleCnt="0">
        <dgm:presLayoutVars>
          <dgm:dir/>
          <dgm:resizeHandles val="exact"/>
        </dgm:presLayoutVars>
      </dgm:prSet>
      <dgm:spPr/>
    </dgm:pt>
    <dgm:pt modelId="{D0D4E802-26D5-4516-B0BB-BE8AEAFFE8E0}" type="pres">
      <dgm:prSet presAssocID="{F84E1077-1F70-4804-AF69-CFE2400B0863}" presName="fgShape" presStyleLbl="fgShp" presStyleIdx="0" presStyleCnt="1"/>
      <dgm:spPr/>
    </dgm:pt>
    <dgm:pt modelId="{05D11998-D284-4B30-AF3B-BD64AF7CBDC6}" type="pres">
      <dgm:prSet presAssocID="{F84E1077-1F70-4804-AF69-CFE2400B0863}" presName="linComp" presStyleCnt="0"/>
      <dgm:spPr/>
    </dgm:pt>
    <dgm:pt modelId="{6EBEF73C-4F42-457B-A37A-48E3EB8CF2F3}" type="pres">
      <dgm:prSet presAssocID="{792134D2-BD5E-493A-960E-A13E14925E69}" presName="compNode" presStyleCnt="0"/>
      <dgm:spPr/>
    </dgm:pt>
    <dgm:pt modelId="{B76F59D8-906A-4DEA-965B-4B7A531D6B06}" type="pres">
      <dgm:prSet presAssocID="{792134D2-BD5E-493A-960E-A13E14925E69}" presName="bkgdShape" presStyleLbl="node1" presStyleIdx="0" presStyleCnt="7"/>
      <dgm:spPr/>
    </dgm:pt>
    <dgm:pt modelId="{59A3DD2F-B2E3-4FF6-91D5-81E38DE1CA01}" type="pres">
      <dgm:prSet presAssocID="{792134D2-BD5E-493A-960E-A13E14925E69}" presName="nodeTx" presStyleLbl="node1" presStyleIdx="0" presStyleCnt="7">
        <dgm:presLayoutVars>
          <dgm:bulletEnabled val="1"/>
        </dgm:presLayoutVars>
      </dgm:prSet>
      <dgm:spPr/>
    </dgm:pt>
    <dgm:pt modelId="{FEB38E80-4668-4767-A3A9-FFC47AB19AB0}" type="pres">
      <dgm:prSet presAssocID="{792134D2-BD5E-493A-960E-A13E14925E69}" presName="invisiNode" presStyleLbl="node1" presStyleIdx="0" presStyleCnt="7"/>
      <dgm:spPr/>
    </dgm:pt>
    <dgm:pt modelId="{C7CAC3CA-D1D1-4ED3-895D-0B093E68DCCB}" type="pres">
      <dgm:prSet presAssocID="{792134D2-BD5E-493A-960E-A13E14925E69}" presName="imagNode" presStyleLbl="fgImgPlace1" presStyleIdx="0" presStyleCnt="7"/>
      <dgm:spPr/>
    </dgm:pt>
    <dgm:pt modelId="{CFB22EF2-2ED0-4107-9D25-620F12CD94A7}" type="pres">
      <dgm:prSet presAssocID="{242EA48B-4F5C-4077-8885-1CC447D7C588}" presName="sibTrans" presStyleLbl="sibTrans2D1" presStyleIdx="0" presStyleCnt="0"/>
      <dgm:spPr/>
    </dgm:pt>
    <dgm:pt modelId="{6C4920CF-5730-4762-A9EA-28E9A62F01FA}" type="pres">
      <dgm:prSet presAssocID="{9E4DA265-62D0-43E7-8FBF-82C62DE8B4B3}" presName="compNode" presStyleCnt="0"/>
      <dgm:spPr/>
    </dgm:pt>
    <dgm:pt modelId="{878BC0A6-2854-43AE-920D-CF22347D36C6}" type="pres">
      <dgm:prSet presAssocID="{9E4DA265-62D0-43E7-8FBF-82C62DE8B4B3}" presName="bkgdShape" presStyleLbl="node1" presStyleIdx="1" presStyleCnt="7"/>
      <dgm:spPr/>
    </dgm:pt>
    <dgm:pt modelId="{A3C8DB04-978C-49B9-BD1F-DAD1E2EF93C4}" type="pres">
      <dgm:prSet presAssocID="{9E4DA265-62D0-43E7-8FBF-82C62DE8B4B3}" presName="nodeTx" presStyleLbl="node1" presStyleIdx="1" presStyleCnt="7">
        <dgm:presLayoutVars>
          <dgm:bulletEnabled val="1"/>
        </dgm:presLayoutVars>
      </dgm:prSet>
      <dgm:spPr/>
    </dgm:pt>
    <dgm:pt modelId="{9B4B54E0-04BC-405E-8300-4EB78D91578B}" type="pres">
      <dgm:prSet presAssocID="{9E4DA265-62D0-43E7-8FBF-82C62DE8B4B3}" presName="invisiNode" presStyleLbl="node1" presStyleIdx="1" presStyleCnt="7"/>
      <dgm:spPr/>
    </dgm:pt>
    <dgm:pt modelId="{DB14D276-D92A-40B2-9B53-CAAE4B7E3CA8}" type="pres">
      <dgm:prSet presAssocID="{9E4DA265-62D0-43E7-8FBF-82C62DE8B4B3}" presName="imagNode" presStyleLbl="fgImgPlace1" presStyleIdx="1" presStyleCnt="7"/>
      <dgm:spPr/>
    </dgm:pt>
    <dgm:pt modelId="{9352E398-5863-42A9-8671-2A99F4D959B4}" type="pres">
      <dgm:prSet presAssocID="{0238C621-0F0C-4BE0-978E-BEA93E11EAB4}" presName="sibTrans" presStyleLbl="sibTrans2D1" presStyleIdx="0" presStyleCnt="0"/>
      <dgm:spPr/>
    </dgm:pt>
    <dgm:pt modelId="{5E30661C-02FA-4691-BB49-F881EF7E4D22}" type="pres">
      <dgm:prSet presAssocID="{549B6032-C6E4-4A34-BBB7-F8F4E824C2F8}" presName="compNode" presStyleCnt="0"/>
      <dgm:spPr/>
    </dgm:pt>
    <dgm:pt modelId="{88FCE7A4-B854-46E9-9C67-B14C99D66B62}" type="pres">
      <dgm:prSet presAssocID="{549B6032-C6E4-4A34-BBB7-F8F4E824C2F8}" presName="bkgdShape" presStyleLbl="node1" presStyleIdx="2" presStyleCnt="7"/>
      <dgm:spPr/>
    </dgm:pt>
    <dgm:pt modelId="{8579EC2E-3C79-4982-A740-1F6F5A22613D}" type="pres">
      <dgm:prSet presAssocID="{549B6032-C6E4-4A34-BBB7-F8F4E824C2F8}" presName="nodeTx" presStyleLbl="node1" presStyleIdx="2" presStyleCnt="7">
        <dgm:presLayoutVars>
          <dgm:bulletEnabled val="1"/>
        </dgm:presLayoutVars>
      </dgm:prSet>
      <dgm:spPr/>
    </dgm:pt>
    <dgm:pt modelId="{7A0C51EC-2F37-4E7F-86B6-B30B5725EB8F}" type="pres">
      <dgm:prSet presAssocID="{549B6032-C6E4-4A34-BBB7-F8F4E824C2F8}" presName="invisiNode" presStyleLbl="node1" presStyleIdx="2" presStyleCnt="7"/>
      <dgm:spPr/>
    </dgm:pt>
    <dgm:pt modelId="{E2F8977E-47F3-4846-ADFC-6F725421EFB5}" type="pres">
      <dgm:prSet presAssocID="{549B6032-C6E4-4A34-BBB7-F8F4E824C2F8}" presName="imagNode" presStyleLbl="fgImgPlace1" presStyleIdx="2" presStyleCnt="7"/>
      <dgm:spPr/>
    </dgm:pt>
    <dgm:pt modelId="{DF373F68-FD4F-44CB-9BC2-DDA2D6BF5C4B}" type="pres">
      <dgm:prSet presAssocID="{EC80C1E9-132E-4F31-8F7B-31EA374D48ED}" presName="sibTrans" presStyleLbl="sibTrans2D1" presStyleIdx="0" presStyleCnt="0"/>
      <dgm:spPr/>
    </dgm:pt>
    <dgm:pt modelId="{BDCCF279-C95E-4073-9B79-BC74425215A1}" type="pres">
      <dgm:prSet presAssocID="{CCB7819D-26CF-499C-8C06-3E812B685E45}" presName="compNode" presStyleCnt="0"/>
      <dgm:spPr/>
    </dgm:pt>
    <dgm:pt modelId="{B7DDB485-9CBE-4B5E-BB80-6C7A934F6AAF}" type="pres">
      <dgm:prSet presAssocID="{CCB7819D-26CF-499C-8C06-3E812B685E45}" presName="bkgdShape" presStyleLbl="node1" presStyleIdx="3" presStyleCnt="7"/>
      <dgm:spPr/>
    </dgm:pt>
    <dgm:pt modelId="{8E5DA612-C1E9-49E8-AB21-575132FF2D24}" type="pres">
      <dgm:prSet presAssocID="{CCB7819D-26CF-499C-8C06-3E812B685E45}" presName="nodeTx" presStyleLbl="node1" presStyleIdx="3" presStyleCnt="7">
        <dgm:presLayoutVars>
          <dgm:bulletEnabled val="1"/>
        </dgm:presLayoutVars>
      </dgm:prSet>
      <dgm:spPr/>
    </dgm:pt>
    <dgm:pt modelId="{28C44692-54C1-4DE5-B033-352BB0E885EB}" type="pres">
      <dgm:prSet presAssocID="{CCB7819D-26CF-499C-8C06-3E812B685E45}" presName="invisiNode" presStyleLbl="node1" presStyleIdx="3" presStyleCnt="7"/>
      <dgm:spPr/>
    </dgm:pt>
    <dgm:pt modelId="{D6A58FD6-2C49-4D80-854B-F728149D818F}" type="pres">
      <dgm:prSet presAssocID="{CCB7819D-26CF-499C-8C06-3E812B685E45}" presName="imagNode" presStyleLbl="fgImgPlace1" presStyleIdx="3" presStyleCnt="7"/>
      <dgm:spPr/>
    </dgm:pt>
    <dgm:pt modelId="{46EE7E42-777C-4F16-9236-FB9F90633EFC}" type="pres">
      <dgm:prSet presAssocID="{BA9CB594-C9E4-4D6D-B802-C0D08B483152}" presName="sibTrans" presStyleLbl="sibTrans2D1" presStyleIdx="0" presStyleCnt="0"/>
      <dgm:spPr/>
    </dgm:pt>
    <dgm:pt modelId="{C4A4D3DD-DA04-470D-8E4B-0802D15022A9}" type="pres">
      <dgm:prSet presAssocID="{122F92FD-1653-401C-8C5E-5485246E0529}" presName="compNode" presStyleCnt="0"/>
      <dgm:spPr/>
    </dgm:pt>
    <dgm:pt modelId="{B53B71B6-F5EA-4864-9727-1660D308E43A}" type="pres">
      <dgm:prSet presAssocID="{122F92FD-1653-401C-8C5E-5485246E0529}" presName="bkgdShape" presStyleLbl="node1" presStyleIdx="4" presStyleCnt="7"/>
      <dgm:spPr/>
    </dgm:pt>
    <dgm:pt modelId="{5C8CCE09-B5AE-4626-BBF6-DF42F97CD57A}" type="pres">
      <dgm:prSet presAssocID="{122F92FD-1653-401C-8C5E-5485246E0529}" presName="nodeTx" presStyleLbl="node1" presStyleIdx="4" presStyleCnt="7">
        <dgm:presLayoutVars>
          <dgm:bulletEnabled val="1"/>
        </dgm:presLayoutVars>
      </dgm:prSet>
      <dgm:spPr/>
    </dgm:pt>
    <dgm:pt modelId="{DCEC8592-15C8-44A3-BE2A-DFB0BBE75DB9}" type="pres">
      <dgm:prSet presAssocID="{122F92FD-1653-401C-8C5E-5485246E0529}" presName="invisiNode" presStyleLbl="node1" presStyleIdx="4" presStyleCnt="7"/>
      <dgm:spPr/>
    </dgm:pt>
    <dgm:pt modelId="{8DD9ABAE-A6C4-440F-A930-71380AD903D0}" type="pres">
      <dgm:prSet presAssocID="{122F92FD-1653-401C-8C5E-5485246E0529}" presName="imagNode" presStyleLbl="fgImgPlace1" presStyleIdx="4" presStyleCnt="7"/>
      <dgm:spPr/>
    </dgm:pt>
    <dgm:pt modelId="{76A940D5-3451-415D-A029-6B5730AD301C}" type="pres">
      <dgm:prSet presAssocID="{34F472FF-5550-43BB-B9C8-35900068F503}" presName="sibTrans" presStyleLbl="sibTrans2D1" presStyleIdx="0" presStyleCnt="0"/>
      <dgm:spPr/>
    </dgm:pt>
    <dgm:pt modelId="{5478570B-1F9B-4400-B250-914B8FE12B92}" type="pres">
      <dgm:prSet presAssocID="{390FF7A4-5F56-4DED-AF2F-8D744DEBE49B}" presName="compNode" presStyleCnt="0"/>
      <dgm:spPr/>
    </dgm:pt>
    <dgm:pt modelId="{41963910-1A44-4B34-B693-68158B42C9FA}" type="pres">
      <dgm:prSet presAssocID="{390FF7A4-5F56-4DED-AF2F-8D744DEBE49B}" presName="bkgdShape" presStyleLbl="node1" presStyleIdx="5" presStyleCnt="7"/>
      <dgm:spPr/>
    </dgm:pt>
    <dgm:pt modelId="{66AFDFA5-CD9E-42E7-BEDC-ED9ADDD85EE6}" type="pres">
      <dgm:prSet presAssocID="{390FF7A4-5F56-4DED-AF2F-8D744DEBE49B}" presName="nodeTx" presStyleLbl="node1" presStyleIdx="5" presStyleCnt="7">
        <dgm:presLayoutVars>
          <dgm:bulletEnabled val="1"/>
        </dgm:presLayoutVars>
      </dgm:prSet>
      <dgm:spPr/>
    </dgm:pt>
    <dgm:pt modelId="{C544EACE-369F-4C51-B759-4A677CB1C74C}" type="pres">
      <dgm:prSet presAssocID="{390FF7A4-5F56-4DED-AF2F-8D744DEBE49B}" presName="invisiNode" presStyleLbl="node1" presStyleIdx="5" presStyleCnt="7"/>
      <dgm:spPr/>
    </dgm:pt>
    <dgm:pt modelId="{C8467936-EF6A-497A-B8CC-04129A5B4509}" type="pres">
      <dgm:prSet presAssocID="{390FF7A4-5F56-4DED-AF2F-8D744DEBE49B}" presName="imagNode" presStyleLbl="fgImgPlace1" presStyleIdx="5" presStyleCnt="7"/>
      <dgm:spPr/>
    </dgm:pt>
    <dgm:pt modelId="{817C5634-E12E-4857-AB83-D7491857C1E8}" type="pres">
      <dgm:prSet presAssocID="{E4E61034-FE23-4BE7-8F55-C55C920FA3CA}" presName="sibTrans" presStyleLbl="sibTrans2D1" presStyleIdx="0" presStyleCnt="0"/>
      <dgm:spPr/>
    </dgm:pt>
    <dgm:pt modelId="{F888C321-2629-402B-8603-4E9AA26A9A56}" type="pres">
      <dgm:prSet presAssocID="{AB905E8A-7C51-4CCF-8BF8-3597376432A4}" presName="compNode" presStyleCnt="0"/>
      <dgm:spPr/>
    </dgm:pt>
    <dgm:pt modelId="{97B47282-E6F2-4BD9-8E98-0A4F2EECED47}" type="pres">
      <dgm:prSet presAssocID="{AB905E8A-7C51-4CCF-8BF8-3597376432A4}" presName="bkgdShape" presStyleLbl="node1" presStyleIdx="6" presStyleCnt="7"/>
      <dgm:spPr/>
    </dgm:pt>
    <dgm:pt modelId="{040FD6BD-C758-45DA-8253-B6BF08B69C75}" type="pres">
      <dgm:prSet presAssocID="{AB905E8A-7C51-4CCF-8BF8-3597376432A4}" presName="nodeTx" presStyleLbl="node1" presStyleIdx="6" presStyleCnt="7">
        <dgm:presLayoutVars>
          <dgm:bulletEnabled val="1"/>
        </dgm:presLayoutVars>
      </dgm:prSet>
      <dgm:spPr/>
    </dgm:pt>
    <dgm:pt modelId="{C7DA26A5-350A-4ABB-80E7-7A7A07F8160B}" type="pres">
      <dgm:prSet presAssocID="{AB905E8A-7C51-4CCF-8BF8-3597376432A4}" presName="invisiNode" presStyleLbl="node1" presStyleIdx="6" presStyleCnt="7"/>
      <dgm:spPr/>
    </dgm:pt>
    <dgm:pt modelId="{765C726B-C73C-4632-8C7A-ED4C2B59D727}" type="pres">
      <dgm:prSet presAssocID="{AB905E8A-7C51-4CCF-8BF8-3597376432A4}" presName="imagNode" presStyleLbl="fgImgPlace1" presStyleIdx="6" presStyleCnt="7"/>
      <dgm:spPr/>
    </dgm:pt>
  </dgm:ptLst>
  <dgm:cxnLst>
    <dgm:cxn modelId="{75BA7509-BDFB-418E-B625-A01FEF79D1CB}" type="presOf" srcId="{9E4DA265-62D0-43E7-8FBF-82C62DE8B4B3}" destId="{878BC0A6-2854-43AE-920D-CF22347D36C6}" srcOrd="0" destOrd="0" presId="urn:microsoft.com/office/officeart/2005/8/layout/hList7"/>
    <dgm:cxn modelId="{AFD92A0C-90F7-4DE4-9280-0108BB17FDDB}" srcId="{F84E1077-1F70-4804-AF69-CFE2400B0863}" destId="{549B6032-C6E4-4A34-BBB7-F8F4E824C2F8}" srcOrd="2" destOrd="0" parTransId="{8A47337A-F602-4707-95C9-00E157F17E70}" sibTransId="{EC80C1E9-132E-4F31-8F7B-31EA374D48ED}"/>
    <dgm:cxn modelId="{A3D47711-2528-47AD-B34A-3CCBB977B258}" type="presOf" srcId="{BA9CB594-C9E4-4D6D-B802-C0D08B483152}" destId="{46EE7E42-777C-4F16-9236-FB9F90633EFC}" srcOrd="0" destOrd="0" presId="urn:microsoft.com/office/officeart/2005/8/layout/hList7"/>
    <dgm:cxn modelId="{A0858A1F-C5B5-4396-88BE-1AFFBDE02D1B}" type="presOf" srcId="{390FF7A4-5F56-4DED-AF2F-8D744DEBE49B}" destId="{41963910-1A44-4B34-B693-68158B42C9FA}" srcOrd="0" destOrd="0" presId="urn:microsoft.com/office/officeart/2005/8/layout/hList7"/>
    <dgm:cxn modelId="{F1D1A12E-1213-4679-B11D-E7B1A1331F3A}" type="presOf" srcId="{CCB7819D-26CF-499C-8C06-3E812B685E45}" destId="{8E5DA612-C1E9-49E8-AB21-575132FF2D24}" srcOrd="1" destOrd="0" presId="urn:microsoft.com/office/officeart/2005/8/layout/hList7"/>
    <dgm:cxn modelId="{2D03B82E-C575-41DD-A5F1-D72B100B1B05}" type="presOf" srcId="{9E4DA265-62D0-43E7-8FBF-82C62DE8B4B3}" destId="{A3C8DB04-978C-49B9-BD1F-DAD1E2EF93C4}" srcOrd="1" destOrd="0" presId="urn:microsoft.com/office/officeart/2005/8/layout/hList7"/>
    <dgm:cxn modelId="{24127730-1E26-4C86-BD62-BF324235C768}" type="presOf" srcId="{792134D2-BD5E-493A-960E-A13E14925E69}" destId="{B76F59D8-906A-4DEA-965B-4B7A531D6B06}" srcOrd="0" destOrd="0" presId="urn:microsoft.com/office/officeart/2005/8/layout/hList7"/>
    <dgm:cxn modelId="{8F37A73E-561A-4B6D-BC3B-3DB39E7DC919}" type="presOf" srcId="{390FF7A4-5F56-4DED-AF2F-8D744DEBE49B}" destId="{66AFDFA5-CD9E-42E7-BEDC-ED9ADDD85EE6}" srcOrd="1" destOrd="0" presId="urn:microsoft.com/office/officeart/2005/8/layout/hList7"/>
    <dgm:cxn modelId="{E3079846-E410-45A6-9241-E39192EF97CE}" type="presOf" srcId="{CCB7819D-26CF-499C-8C06-3E812B685E45}" destId="{B7DDB485-9CBE-4B5E-BB80-6C7A934F6AAF}" srcOrd="0" destOrd="0" presId="urn:microsoft.com/office/officeart/2005/8/layout/hList7"/>
    <dgm:cxn modelId="{2204484C-9F23-49BE-94A1-4FD627E52567}" srcId="{F84E1077-1F70-4804-AF69-CFE2400B0863}" destId="{AB905E8A-7C51-4CCF-8BF8-3597376432A4}" srcOrd="6" destOrd="0" parTransId="{6EA226A1-C4B5-4A9F-BC2F-B6175E506077}" sibTransId="{30EF56D6-6D3E-4DAD-AD8A-BBF636D1432E}"/>
    <dgm:cxn modelId="{934F3E69-404D-4407-BCDB-F8AC6A5678C0}" type="presOf" srcId="{549B6032-C6E4-4A34-BBB7-F8F4E824C2F8}" destId="{88FCE7A4-B854-46E9-9C67-B14C99D66B62}" srcOrd="0" destOrd="0" presId="urn:microsoft.com/office/officeart/2005/8/layout/hList7"/>
    <dgm:cxn modelId="{ECBB5969-5599-430D-B711-3CF78402F5C0}" type="presOf" srcId="{122F92FD-1653-401C-8C5E-5485246E0529}" destId="{B53B71B6-F5EA-4864-9727-1660D308E43A}" srcOrd="0" destOrd="0" presId="urn:microsoft.com/office/officeart/2005/8/layout/hList7"/>
    <dgm:cxn modelId="{3A433B6B-BEC2-4699-9FE4-E070548B17DF}" type="presOf" srcId="{792134D2-BD5E-493A-960E-A13E14925E69}" destId="{59A3DD2F-B2E3-4FF6-91D5-81E38DE1CA01}" srcOrd="1" destOrd="0" presId="urn:microsoft.com/office/officeart/2005/8/layout/hList7"/>
    <dgm:cxn modelId="{A0A9ED6F-4013-4729-ABF7-76E4E6298B0F}" type="presOf" srcId="{0238C621-0F0C-4BE0-978E-BEA93E11EAB4}" destId="{9352E398-5863-42A9-8671-2A99F4D959B4}" srcOrd="0" destOrd="0" presId="urn:microsoft.com/office/officeart/2005/8/layout/hList7"/>
    <dgm:cxn modelId="{E07CD27A-759D-43D8-AADD-2311CA495451}" type="presOf" srcId="{34F472FF-5550-43BB-B9C8-35900068F503}" destId="{76A940D5-3451-415D-A029-6B5730AD301C}" srcOrd="0" destOrd="0" presId="urn:microsoft.com/office/officeart/2005/8/layout/hList7"/>
    <dgm:cxn modelId="{64A4288D-BD0C-4115-A509-7F1DCB5A6BC9}" srcId="{F84E1077-1F70-4804-AF69-CFE2400B0863}" destId="{9E4DA265-62D0-43E7-8FBF-82C62DE8B4B3}" srcOrd="1" destOrd="0" parTransId="{6681AD27-3394-422B-A7B9-8F4642B88DD3}" sibTransId="{0238C621-0F0C-4BE0-978E-BEA93E11EAB4}"/>
    <dgm:cxn modelId="{388E3D9A-DB20-4565-8135-28803EC4CA2B}" type="presOf" srcId="{AB905E8A-7C51-4CCF-8BF8-3597376432A4}" destId="{97B47282-E6F2-4BD9-8E98-0A4F2EECED47}" srcOrd="0" destOrd="0" presId="urn:microsoft.com/office/officeart/2005/8/layout/hList7"/>
    <dgm:cxn modelId="{46D20C9E-399A-406C-900F-86E4BE2082B1}" type="presOf" srcId="{242EA48B-4F5C-4077-8885-1CC447D7C588}" destId="{CFB22EF2-2ED0-4107-9D25-620F12CD94A7}" srcOrd="0" destOrd="0" presId="urn:microsoft.com/office/officeart/2005/8/layout/hList7"/>
    <dgm:cxn modelId="{64F20FAB-1D20-479D-A9C1-C5DCE4CC2154}" srcId="{F84E1077-1F70-4804-AF69-CFE2400B0863}" destId="{792134D2-BD5E-493A-960E-A13E14925E69}" srcOrd="0" destOrd="0" parTransId="{9DFA3CA2-6F36-4CFA-B6EA-9CF40C74CEB5}" sibTransId="{242EA48B-4F5C-4077-8885-1CC447D7C588}"/>
    <dgm:cxn modelId="{409FDCAB-F303-45A1-A1C7-26E34AC3EB09}" type="presOf" srcId="{EC80C1E9-132E-4F31-8F7B-31EA374D48ED}" destId="{DF373F68-FD4F-44CB-9BC2-DDA2D6BF5C4B}" srcOrd="0" destOrd="0" presId="urn:microsoft.com/office/officeart/2005/8/layout/hList7"/>
    <dgm:cxn modelId="{EF3040B7-F4AB-44F5-BFA0-4B18E0DA3525}" type="presOf" srcId="{F84E1077-1F70-4804-AF69-CFE2400B0863}" destId="{BC61726C-FA26-41EF-A806-43191812BECB}" srcOrd="0" destOrd="0" presId="urn:microsoft.com/office/officeart/2005/8/layout/hList7"/>
    <dgm:cxn modelId="{3C53B8D1-2C04-455C-9F8A-88583999CCA5}" srcId="{F84E1077-1F70-4804-AF69-CFE2400B0863}" destId="{122F92FD-1653-401C-8C5E-5485246E0529}" srcOrd="4" destOrd="0" parTransId="{EF036F24-2318-4EBB-BBD5-6E2CACBC915E}" sibTransId="{34F472FF-5550-43BB-B9C8-35900068F503}"/>
    <dgm:cxn modelId="{860234E2-FFEB-45AE-BF91-7142F42271DD}" type="presOf" srcId="{549B6032-C6E4-4A34-BBB7-F8F4E824C2F8}" destId="{8579EC2E-3C79-4982-A740-1F6F5A22613D}" srcOrd="1" destOrd="0" presId="urn:microsoft.com/office/officeart/2005/8/layout/hList7"/>
    <dgm:cxn modelId="{C93D85F3-D020-494B-AA0A-C69A4D62C2ED}" type="presOf" srcId="{122F92FD-1653-401C-8C5E-5485246E0529}" destId="{5C8CCE09-B5AE-4626-BBF6-DF42F97CD57A}" srcOrd="1" destOrd="0" presId="urn:microsoft.com/office/officeart/2005/8/layout/hList7"/>
    <dgm:cxn modelId="{B299BAFA-79AD-4802-9754-3404391D3F42}" srcId="{F84E1077-1F70-4804-AF69-CFE2400B0863}" destId="{CCB7819D-26CF-499C-8C06-3E812B685E45}" srcOrd="3" destOrd="0" parTransId="{9C1430AE-AFE5-44FF-8948-22A1ED9EEC07}" sibTransId="{BA9CB594-C9E4-4D6D-B802-C0D08B483152}"/>
    <dgm:cxn modelId="{5B29C0FA-1C26-4111-A2C1-C269CA4D52F1}" srcId="{F84E1077-1F70-4804-AF69-CFE2400B0863}" destId="{390FF7A4-5F56-4DED-AF2F-8D744DEBE49B}" srcOrd="5" destOrd="0" parTransId="{7E309FF1-AB74-4BA7-8EC8-967B94BC73D3}" sibTransId="{E4E61034-FE23-4BE7-8F55-C55C920FA3CA}"/>
    <dgm:cxn modelId="{8420FEFD-531C-4A2D-A71C-CD3A8CF32A40}" type="presOf" srcId="{AB905E8A-7C51-4CCF-8BF8-3597376432A4}" destId="{040FD6BD-C758-45DA-8253-B6BF08B69C75}" srcOrd="1" destOrd="0" presId="urn:microsoft.com/office/officeart/2005/8/layout/hList7"/>
    <dgm:cxn modelId="{BA4E1EFF-8C14-4E61-9385-EEAC6D02BAC3}" type="presOf" srcId="{E4E61034-FE23-4BE7-8F55-C55C920FA3CA}" destId="{817C5634-E12E-4857-AB83-D7491857C1E8}" srcOrd="0" destOrd="0" presId="urn:microsoft.com/office/officeart/2005/8/layout/hList7"/>
    <dgm:cxn modelId="{D7F6FFBD-623D-49CF-A2ED-CD7572EE5BC6}" type="presParOf" srcId="{BC61726C-FA26-41EF-A806-43191812BECB}" destId="{D0D4E802-26D5-4516-B0BB-BE8AEAFFE8E0}" srcOrd="0" destOrd="0" presId="urn:microsoft.com/office/officeart/2005/8/layout/hList7"/>
    <dgm:cxn modelId="{5CC199A9-4DDC-4484-AEF1-D0D7328772B9}" type="presParOf" srcId="{BC61726C-FA26-41EF-A806-43191812BECB}" destId="{05D11998-D284-4B30-AF3B-BD64AF7CBDC6}" srcOrd="1" destOrd="0" presId="urn:microsoft.com/office/officeart/2005/8/layout/hList7"/>
    <dgm:cxn modelId="{53A71615-4395-420B-970B-C5081E824D77}" type="presParOf" srcId="{05D11998-D284-4B30-AF3B-BD64AF7CBDC6}" destId="{6EBEF73C-4F42-457B-A37A-48E3EB8CF2F3}" srcOrd="0" destOrd="0" presId="urn:microsoft.com/office/officeart/2005/8/layout/hList7"/>
    <dgm:cxn modelId="{90AE4FFD-FD57-4F61-A4E9-82400BD70C8C}" type="presParOf" srcId="{6EBEF73C-4F42-457B-A37A-48E3EB8CF2F3}" destId="{B76F59D8-906A-4DEA-965B-4B7A531D6B06}" srcOrd="0" destOrd="0" presId="urn:microsoft.com/office/officeart/2005/8/layout/hList7"/>
    <dgm:cxn modelId="{5FD8EB35-6443-4DA9-B860-1C96CF09B766}" type="presParOf" srcId="{6EBEF73C-4F42-457B-A37A-48E3EB8CF2F3}" destId="{59A3DD2F-B2E3-4FF6-91D5-81E38DE1CA01}" srcOrd="1" destOrd="0" presId="urn:microsoft.com/office/officeart/2005/8/layout/hList7"/>
    <dgm:cxn modelId="{3DB6F67E-58DA-4BD2-85C2-FFFFDCEAB2A3}" type="presParOf" srcId="{6EBEF73C-4F42-457B-A37A-48E3EB8CF2F3}" destId="{FEB38E80-4668-4767-A3A9-FFC47AB19AB0}" srcOrd="2" destOrd="0" presId="urn:microsoft.com/office/officeart/2005/8/layout/hList7"/>
    <dgm:cxn modelId="{5145B2D3-0D28-4BF7-90D7-6EB8295D1940}" type="presParOf" srcId="{6EBEF73C-4F42-457B-A37A-48E3EB8CF2F3}" destId="{C7CAC3CA-D1D1-4ED3-895D-0B093E68DCCB}" srcOrd="3" destOrd="0" presId="urn:microsoft.com/office/officeart/2005/8/layout/hList7"/>
    <dgm:cxn modelId="{C05EF8FE-93ED-421D-858C-38D19E615F87}" type="presParOf" srcId="{05D11998-D284-4B30-AF3B-BD64AF7CBDC6}" destId="{CFB22EF2-2ED0-4107-9D25-620F12CD94A7}" srcOrd="1" destOrd="0" presId="urn:microsoft.com/office/officeart/2005/8/layout/hList7"/>
    <dgm:cxn modelId="{D9F31398-5161-4D4B-A6E6-7356BDAFF0F7}" type="presParOf" srcId="{05D11998-D284-4B30-AF3B-BD64AF7CBDC6}" destId="{6C4920CF-5730-4762-A9EA-28E9A62F01FA}" srcOrd="2" destOrd="0" presId="urn:microsoft.com/office/officeart/2005/8/layout/hList7"/>
    <dgm:cxn modelId="{0026361D-E17C-475A-B295-FD1E48A41D18}" type="presParOf" srcId="{6C4920CF-5730-4762-A9EA-28E9A62F01FA}" destId="{878BC0A6-2854-43AE-920D-CF22347D36C6}" srcOrd="0" destOrd="0" presId="urn:microsoft.com/office/officeart/2005/8/layout/hList7"/>
    <dgm:cxn modelId="{593C38C1-E573-4EEC-9FD7-D581D447038C}" type="presParOf" srcId="{6C4920CF-5730-4762-A9EA-28E9A62F01FA}" destId="{A3C8DB04-978C-49B9-BD1F-DAD1E2EF93C4}" srcOrd="1" destOrd="0" presId="urn:microsoft.com/office/officeart/2005/8/layout/hList7"/>
    <dgm:cxn modelId="{184BF7C6-6353-48B9-A27F-FBFCCB454CDC}" type="presParOf" srcId="{6C4920CF-5730-4762-A9EA-28E9A62F01FA}" destId="{9B4B54E0-04BC-405E-8300-4EB78D91578B}" srcOrd="2" destOrd="0" presId="urn:microsoft.com/office/officeart/2005/8/layout/hList7"/>
    <dgm:cxn modelId="{E049B8D9-0C8F-4AAC-A8C8-A6039D75F59E}" type="presParOf" srcId="{6C4920CF-5730-4762-A9EA-28E9A62F01FA}" destId="{DB14D276-D92A-40B2-9B53-CAAE4B7E3CA8}" srcOrd="3" destOrd="0" presId="urn:microsoft.com/office/officeart/2005/8/layout/hList7"/>
    <dgm:cxn modelId="{DED6D2D6-6D7E-4D4F-832C-937639766AC3}" type="presParOf" srcId="{05D11998-D284-4B30-AF3B-BD64AF7CBDC6}" destId="{9352E398-5863-42A9-8671-2A99F4D959B4}" srcOrd="3" destOrd="0" presId="urn:microsoft.com/office/officeart/2005/8/layout/hList7"/>
    <dgm:cxn modelId="{232053F5-10DB-4660-8FBB-B2B3FC274FB6}" type="presParOf" srcId="{05D11998-D284-4B30-AF3B-BD64AF7CBDC6}" destId="{5E30661C-02FA-4691-BB49-F881EF7E4D22}" srcOrd="4" destOrd="0" presId="urn:microsoft.com/office/officeart/2005/8/layout/hList7"/>
    <dgm:cxn modelId="{CE1AABC6-AD86-40DD-A95E-142D921830F2}" type="presParOf" srcId="{5E30661C-02FA-4691-BB49-F881EF7E4D22}" destId="{88FCE7A4-B854-46E9-9C67-B14C99D66B62}" srcOrd="0" destOrd="0" presId="urn:microsoft.com/office/officeart/2005/8/layout/hList7"/>
    <dgm:cxn modelId="{A310D30F-3D01-4CA9-8F02-F2951B84DBE3}" type="presParOf" srcId="{5E30661C-02FA-4691-BB49-F881EF7E4D22}" destId="{8579EC2E-3C79-4982-A740-1F6F5A22613D}" srcOrd="1" destOrd="0" presId="urn:microsoft.com/office/officeart/2005/8/layout/hList7"/>
    <dgm:cxn modelId="{EA9FF89D-6433-4594-BF9D-C0C1ABB1BE72}" type="presParOf" srcId="{5E30661C-02FA-4691-BB49-F881EF7E4D22}" destId="{7A0C51EC-2F37-4E7F-86B6-B30B5725EB8F}" srcOrd="2" destOrd="0" presId="urn:microsoft.com/office/officeart/2005/8/layout/hList7"/>
    <dgm:cxn modelId="{791A017E-3876-4BC1-9E18-9B390FE9F5C3}" type="presParOf" srcId="{5E30661C-02FA-4691-BB49-F881EF7E4D22}" destId="{E2F8977E-47F3-4846-ADFC-6F725421EFB5}" srcOrd="3" destOrd="0" presId="urn:microsoft.com/office/officeart/2005/8/layout/hList7"/>
    <dgm:cxn modelId="{8ED8E270-8F97-4E3E-B57B-8CE19DD894B4}" type="presParOf" srcId="{05D11998-D284-4B30-AF3B-BD64AF7CBDC6}" destId="{DF373F68-FD4F-44CB-9BC2-DDA2D6BF5C4B}" srcOrd="5" destOrd="0" presId="urn:microsoft.com/office/officeart/2005/8/layout/hList7"/>
    <dgm:cxn modelId="{38B94345-0657-4879-8B44-42D43BA600A6}" type="presParOf" srcId="{05D11998-D284-4B30-AF3B-BD64AF7CBDC6}" destId="{BDCCF279-C95E-4073-9B79-BC74425215A1}" srcOrd="6" destOrd="0" presId="urn:microsoft.com/office/officeart/2005/8/layout/hList7"/>
    <dgm:cxn modelId="{9B08D8DE-3623-4423-8A4C-F7637ACE161E}" type="presParOf" srcId="{BDCCF279-C95E-4073-9B79-BC74425215A1}" destId="{B7DDB485-9CBE-4B5E-BB80-6C7A934F6AAF}" srcOrd="0" destOrd="0" presId="urn:microsoft.com/office/officeart/2005/8/layout/hList7"/>
    <dgm:cxn modelId="{501D763F-5A94-4B96-80FB-9B7FC869FEEA}" type="presParOf" srcId="{BDCCF279-C95E-4073-9B79-BC74425215A1}" destId="{8E5DA612-C1E9-49E8-AB21-575132FF2D24}" srcOrd="1" destOrd="0" presId="urn:microsoft.com/office/officeart/2005/8/layout/hList7"/>
    <dgm:cxn modelId="{3FCE5416-5FB6-4F98-8366-1C74D2EE0C8A}" type="presParOf" srcId="{BDCCF279-C95E-4073-9B79-BC74425215A1}" destId="{28C44692-54C1-4DE5-B033-352BB0E885EB}" srcOrd="2" destOrd="0" presId="urn:microsoft.com/office/officeart/2005/8/layout/hList7"/>
    <dgm:cxn modelId="{A3D56933-ACC3-4A0F-8BBD-EFC31939854B}" type="presParOf" srcId="{BDCCF279-C95E-4073-9B79-BC74425215A1}" destId="{D6A58FD6-2C49-4D80-854B-F728149D818F}" srcOrd="3" destOrd="0" presId="urn:microsoft.com/office/officeart/2005/8/layout/hList7"/>
    <dgm:cxn modelId="{E7915557-0784-4F5C-AC92-2FA44B63FF2D}" type="presParOf" srcId="{05D11998-D284-4B30-AF3B-BD64AF7CBDC6}" destId="{46EE7E42-777C-4F16-9236-FB9F90633EFC}" srcOrd="7" destOrd="0" presId="urn:microsoft.com/office/officeart/2005/8/layout/hList7"/>
    <dgm:cxn modelId="{9C834D2D-686B-4774-8C94-78F29665AA7C}" type="presParOf" srcId="{05D11998-D284-4B30-AF3B-BD64AF7CBDC6}" destId="{C4A4D3DD-DA04-470D-8E4B-0802D15022A9}" srcOrd="8" destOrd="0" presId="urn:microsoft.com/office/officeart/2005/8/layout/hList7"/>
    <dgm:cxn modelId="{4D017085-B81E-4B0B-BAA5-2511CD8E67F5}" type="presParOf" srcId="{C4A4D3DD-DA04-470D-8E4B-0802D15022A9}" destId="{B53B71B6-F5EA-4864-9727-1660D308E43A}" srcOrd="0" destOrd="0" presId="urn:microsoft.com/office/officeart/2005/8/layout/hList7"/>
    <dgm:cxn modelId="{09100334-1411-473A-BD2A-6BF8E480426F}" type="presParOf" srcId="{C4A4D3DD-DA04-470D-8E4B-0802D15022A9}" destId="{5C8CCE09-B5AE-4626-BBF6-DF42F97CD57A}" srcOrd="1" destOrd="0" presId="urn:microsoft.com/office/officeart/2005/8/layout/hList7"/>
    <dgm:cxn modelId="{91C43A03-A02F-4434-94C0-F2A809F41B8C}" type="presParOf" srcId="{C4A4D3DD-DA04-470D-8E4B-0802D15022A9}" destId="{DCEC8592-15C8-44A3-BE2A-DFB0BBE75DB9}" srcOrd="2" destOrd="0" presId="urn:microsoft.com/office/officeart/2005/8/layout/hList7"/>
    <dgm:cxn modelId="{68B5373F-560E-4503-8726-E3284A7978F5}" type="presParOf" srcId="{C4A4D3DD-DA04-470D-8E4B-0802D15022A9}" destId="{8DD9ABAE-A6C4-440F-A930-71380AD903D0}" srcOrd="3" destOrd="0" presId="urn:microsoft.com/office/officeart/2005/8/layout/hList7"/>
    <dgm:cxn modelId="{7F15626E-9F9E-4908-835A-83E0B472B67B}" type="presParOf" srcId="{05D11998-D284-4B30-AF3B-BD64AF7CBDC6}" destId="{76A940D5-3451-415D-A029-6B5730AD301C}" srcOrd="9" destOrd="0" presId="urn:microsoft.com/office/officeart/2005/8/layout/hList7"/>
    <dgm:cxn modelId="{8624EFDF-F302-46B4-BA7B-28D630F4FE20}" type="presParOf" srcId="{05D11998-D284-4B30-AF3B-BD64AF7CBDC6}" destId="{5478570B-1F9B-4400-B250-914B8FE12B92}" srcOrd="10" destOrd="0" presId="urn:microsoft.com/office/officeart/2005/8/layout/hList7"/>
    <dgm:cxn modelId="{1F8DD6B7-EB90-46C9-A3FB-940E2CB24E73}" type="presParOf" srcId="{5478570B-1F9B-4400-B250-914B8FE12B92}" destId="{41963910-1A44-4B34-B693-68158B42C9FA}" srcOrd="0" destOrd="0" presId="urn:microsoft.com/office/officeart/2005/8/layout/hList7"/>
    <dgm:cxn modelId="{C2B421CD-E035-4A62-B0EA-FE3B569DED08}" type="presParOf" srcId="{5478570B-1F9B-4400-B250-914B8FE12B92}" destId="{66AFDFA5-CD9E-42E7-BEDC-ED9ADDD85EE6}" srcOrd="1" destOrd="0" presId="urn:microsoft.com/office/officeart/2005/8/layout/hList7"/>
    <dgm:cxn modelId="{234E497C-CDAA-46FA-A7C0-82C87FFC16E7}" type="presParOf" srcId="{5478570B-1F9B-4400-B250-914B8FE12B92}" destId="{C544EACE-369F-4C51-B759-4A677CB1C74C}" srcOrd="2" destOrd="0" presId="urn:microsoft.com/office/officeart/2005/8/layout/hList7"/>
    <dgm:cxn modelId="{B6577131-9C59-4256-9388-BD9284D94FAF}" type="presParOf" srcId="{5478570B-1F9B-4400-B250-914B8FE12B92}" destId="{C8467936-EF6A-497A-B8CC-04129A5B4509}" srcOrd="3" destOrd="0" presId="urn:microsoft.com/office/officeart/2005/8/layout/hList7"/>
    <dgm:cxn modelId="{F9A6352E-438F-4929-AF1D-72826E7B656F}" type="presParOf" srcId="{05D11998-D284-4B30-AF3B-BD64AF7CBDC6}" destId="{817C5634-E12E-4857-AB83-D7491857C1E8}" srcOrd="11" destOrd="0" presId="urn:microsoft.com/office/officeart/2005/8/layout/hList7"/>
    <dgm:cxn modelId="{5BA888E0-F1A8-4FC8-805F-C0AC17571739}" type="presParOf" srcId="{05D11998-D284-4B30-AF3B-BD64AF7CBDC6}" destId="{F888C321-2629-402B-8603-4E9AA26A9A56}" srcOrd="12" destOrd="0" presId="urn:microsoft.com/office/officeart/2005/8/layout/hList7"/>
    <dgm:cxn modelId="{15B699B4-D824-47C4-86EF-A1F341CDC608}" type="presParOf" srcId="{F888C321-2629-402B-8603-4E9AA26A9A56}" destId="{97B47282-E6F2-4BD9-8E98-0A4F2EECED47}" srcOrd="0" destOrd="0" presId="urn:microsoft.com/office/officeart/2005/8/layout/hList7"/>
    <dgm:cxn modelId="{998986EC-DB25-4F6B-AB24-34EBF3E5E0E7}" type="presParOf" srcId="{F888C321-2629-402B-8603-4E9AA26A9A56}" destId="{040FD6BD-C758-45DA-8253-B6BF08B69C75}" srcOrd="1" destOrd="0" presId="urn:microsoft.com/office/officeart/2005/8/layout/hList7"/>
    <dgm:cxn modelId="{0B63F345-A5FD-47A4-A3A8-889A6D23A07E}" type="presParOf" srcId="{F888C321-2629-402B-8603-4E9AA26A9A56}" destId="{C7DA26A5-350A-4ABB-80E7-7A7A07F8160B}" srcOrd="2" destOrd="0" presId="urn:microsoft.com/office/officeart/2005/8/layout/hList7"/>
    <dgm:cxn modelId="{0897AF3A-8E38-4051-90F3-CA67EEFC724F}" type="presParOf" srcId="{F888C321-2629-402B-8603-4E9AA26A9A56}" destId="{765C726B-C73C-4632-8C7A-ED4C2B59D727}" srcOrd="3" destOrd="0" presId="urn:microsoft.com/office/officeart/2005/8/layout/hList7"/>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AFC3636-6D22-4CF2-B3DE-496951DD8588}">
      <dsp:nvSpPr>
        <dsp:cNvPr id="0" name=""/>
        <dsp:cNvSpPr/>
      </dsp:nvSpPr>
      <dsp:spPr>
        <a:xfrm>
          <a:off x="737525" y="1576259"/>
          <a:ext cx="971139" cy="97113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6350" cap="sq" cmpd="sng" algn="ctr">
          <a:noFill/>
          <a:prstDash val="solid"/>
        </a:ln>
        <a:effectLst/>
      </dsp:spPr>
      <dsp:style>
        <a:lnRef idx="2">
          <a:scrgbClr r="0" g="0" b="0"/>
        </a:lnRef>
        <a:fillRef idx="1">
          <a:scrgbClr r="0" g="0" b="0"/>
        </a:fillRef>
        <a:effectRef idx="0">
          <a:scrgbClr r="0" g="0" b="0"/>
        </a:effectRef>
        <a:fontRef idx="minor">
          <a:schemeClr val="lt1"/>
        </a:fontRef>
      </dsp:style>
    </dsp:sp>
    <dsp:sp modelId="{825CE84D-35F5-4085-B364-BE317398C2A0}">
      <dsp:nvSpPr>
        <dsp:cNvPr id="0" name=""/>
        <dsp:cNvSpPr/>
      </dsp:nvSpPr>
      <dsp:spPr>
        <a:xfrm>
          <a:off x="79647" y="2658937"/>
          <a:ext cx="2185236" cy="18486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b="1" i="0" kern="1200" baseline="0"/>
            <a:t>Proven Track Record</a:t>
          </a:r>
        </a:p>
        <a:p>
          <a:pPr marL="0" lvl="0" indent="0" algn="ctr" defTabSz="488950">
            <a:lnSpc>
              <a:spcPct val="90000"/>
            </a:lnSpc>
            <a:spcBef>
              <a:spcPct val="0"/>
            </a:spcBef>
            <a:spcAft>
              <a:spcPct val="35000"/>
            </a:spcAft>
            <a:buNone/>
          </a:pPr>
          <a:r>
            <a:rPr lang="en-US" sz="1100" b="0" i="0" kern="1200" baseline="0"/>
            <a:t> Over decades of successfully supporting global clients in implementing and optimizing </a:t>
          </a:r>
          <a:r>
            <a:rPr lang="en-US" sz="1100" b="1" i="0" kern="1200" baseline="0"/>
            <a:t>Trade Finance systems</a:t>
          </a:r>
          <a:r>
            <a:rPr lang="en-US" sz="1100" b="0" i="0" kern="1200" baseline="0"/>
            <a:t>, including </a:t>
          </a:r>
          <a:r>
            <a:rPr lang="en-US" sz="1100" b="1" i="0" kern="1200" baseline="0"/>
            <a:t>LC issuance</a:t>
          </a:r>
          <a:r>
            <a:rPr lang="en-US" sz="1100" b="0" i="0" kern="1200" baseline="0"/>
            <a:t>, </a:t>
          </a:r>
          <a:r>
            <a:rPr lang="en-US" sz="1100" b="1" i="0" kern="1200" baseline="0"/>
            <a:t>bills of exchange</a:t>
          </a:r>
          <a:r>
            <a:rPr lang="en-US" sz="1100" b="0" i="0" kern="1200" baseline="0"/>
            <a:t>, and </a:t>
          </a:r>
          <a:r>
            <a:rPr lang="en-US" sz="1100" b="1" i="0" kern="1200" baseline="0"/>
            <a:t>SWIFT integrations</a:t>
          </a:r>
          <a:r>
            <a:rPr lang="en-US" sz="1100" b="0" i="0" kern="1200" baseline="0"/>
            <a:t>.</a:t>
          </a:r>
          <a:endParaRPr lang="en-US" sz="1100" kern="1200"/>
        </a:p>
      </dsp:txBody>
      <dsp:txXfrm>
        <a:off x="79647" y="2658937"/>
        <a:ext cx="2185236" cy="1848643"/>
      </dsp:txXfrm>
    </dsp:sp>
    <dsp:sp modelId="{D324F60B-53B3-40D7-A06D-13E84BF92504}">
      <dsp:nvSpPr>
        <dsp:cNvPr id="0" name=""/>
        <dsp:cNvSpPr/>
      </dsp:nvSpPr>
      <dsp:spPr>
        <a:xfrm>
          <a:off x="3382118" y="1557286"/>
          <a:ext cx="971139" cy="97113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6350" cap="sq" cmpd="sng" algn="ctr">
          <a:noFill/>
          <a:prstDash val="solid"/>
        </a:ln>
        <a:effectLst/>
      </dsp:spPr>
      <dsp:style>
        <a:lnRef idx="2">
          <a:scrgbClr r="0" g="0" b="0"/>
        </a:lnRef>
        <a:fillRef idx="1">
          <a:scrgbClr r="0" g="0" b="0"/>
        </a:fillRef>
        <a:effectRef idx="0">
          <a:scrgbClr r="0" g="0" b="0"/>
        </a:effectRef>
        <a:fontRef idx="minor">
          <a:schemeClr val="lt1"/>
        </a:fontRef>
      </dsp:style>
    </dsp:sp>
    <dsp:sp modelId="{A0E0C745-E491-498F-AE2E-67F47DCB55BB}">
      <dsp:nvSpPr>
        <dsp:cNvPr id="0" name=""/>
        <dsp:cNvSpPr/>
      </dsp:nvSpPr>
      <dsp:spPr>
        <a:xfrm>
          <a:off x="2683207" y="2697523"/>
          <a:ext cx="2206385" cy="16085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b="1" i="0" kern="1200" baseline="0"/>
            <a:t>Specialized Knowledge of IMEX</a:t>
          </a:r>
          <a:endParaRPr lang="en-US" sz="1100" b="0" i="0" kern="1200" baseline="0"/>
        </a:p>
        <a:p>
          <a:pPr marL="0" lvl="0" indent="0" algn="ctr" defTabSz="488950">
            <a:lnSpc>
              <a:spcPct val="90000"/>
            </a:lnSpc>
            <a:spcBef>
              <a:spcPct val="0"/>
            </a:spcBef>
            <a:spcAft>
              <a:spcPct val="35000"/>
            </a:spcAft>
            <a:buNone/>
          </a:pPr>
          <a:r>
            <a:rPr lang="en-US" sz="1100" b="0" i="0" kern="1200" baseline="0"/>
            <a:t> Our team has extensive </a:t>
          </a:r>
          <a:r>
            <a:rPr lang="en-US" sz="1100" b="1" i="0" kern="1200" baseline="0"/>
            <a:t>knowledge of your legacy application IMEX</a:t>
          </a:r>
          <a:r>
            <a:rPr lang="en-US" sz="1100" b="0" i="0" kern="1200" baseline="0"/>
            <a:t>, enabling smooth transitions, optimizations, and seamless integration with existing trade finance workflows.</a:t>
          </a:r>
          <a:endParaRPr lang="en-US" sz="1100" kern="1200"/>
        </a:p>
      </dsp:txBody>
      <dsp:txXfrm>
        <a:off x="2683207" y="2697523"/>
        <a:ext cx="2206385" cy="1608562"/>
      </dsp:txXfrm>
    </dsp:sp>
    <dsp:sp modelId="{37BDCC3A-F585-443F-9233-40B7C82B946A}">
      <dsp:nvSpPr>
        <dsp:cNvPr id="0" name=""/>
        <dsp:cNvSpPr/>
      </dsp:nvSpPr>
      <dsp:spPr>
        <a:xfrm>
          <a:off x="5838253" y="1540947"/>
          <a:ext cx="971139" cy="97113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6350" cap="sq" cmpd="sng" algn="ctr">
          <a:noFill/>
          <a:prstDash val="solid"/>
        </a:ln>
        <a:effectLst/>
      </dsp:spPr>
      <dsp:style>
        <a:lnRef idx="2">
          <a:scrgbClr r="0" g="0" b="0"/>
        </a:lnRef>
        <a:fillRef idx="1">
          <a:scrgbClr r="0" g="0" b="0"/>
        </a:fillRef>
        <a:effectRef idx="0">
          <a:scrgbClr r="0" g="0" b="0"/>
        </a:effectRef>
        <a:fontRef idx="minor">
          <a:schemeClr val="lt1"/>
        </a:fontRef>
      </dsp:style>
    </dsp:sp>
    <dsp:sp modelId="{A7C896B5-96D1-40A1-A169-EDAA108CFB67}">
      <dsp:nvSpPr>
        <dsp:cNvPr id="0" name=""/>
        <dsp:cNvSpPr/>
      </dsp:nvSpPr>
      <dsp:spPr>
        <a:xfrm>
          <a:off x="5244792" y="2697530"/>
          <a:ext cx="2158087" cy="14018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b="1" i="0" kern="1200" baseline="0"/>
            <a:t>Tailored Solutions</a:t>
          </a:r>
        </a:p>
        <a:p>
          <a:pPr marL="0" lvl="0" indent="0" algn="ctr" defTabSz="488950">
            <a:lnSpc>
              <a:spcPct val="90000"/>
            </a:lnSpc>
            <a:spcBef>
              <a:spcPct val="0"/>
            </a:spcBef>
            <a:spcAft>
              <a:spcPct val="35000"/>
            </a:spcAft>
            <a:buNone/>
          </a:pPr>
          <a:r>
            <a:rPr lang="en-US" sz="1100" b="0" i="0" kern="1200" baseline="0"/>
            <a:t> We deliver customized solutions to fit your specific trade finance needs — whether it's streamlining operations, ensuring regulatory compliance, or enhancing system capabilities.</a:t>
          </a:r>
          <a:endParaRPr lang="en-US" sz="1100" kern="1200"/>
        </a:p>
      </dsp:txBody>
      <dsp:txXfrm>
        <a:off x="5244792" y="2697530"/>
        <a:ext cx="2158087" cy="1401846"/>
      </dsp:txXfrm>
    </dsp:sp>
    <dsp:sp modelId="{798F0AE5-EA2C-4B77-8BCE-D30FF6B19AB7}">
      <dsp:nvSpPr>
        <dsp:cNvPr id="0" name=""/>
        <dsp:cNvSpPr/>
      </dsp:nvSpPr>
      <dsp:spPr>
        <a:xfrm>
          <a:off x="8498098" y="1540947"/>
          <a:ext cx="971139" cy="97113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6350" cap="sq" cmpd="sng" algn="ctr">
          <a:noFill/>
          <a:prstDash val="solid"/>
        </a:ln>
        <a:effectLst/>
      </dsp:spPr>
      <dsp:style>
        <a:lnRef idx="2">
          <a:scrgbClr r="0" g="0" b="0"/>
        </a:lnRef>
        <a:fillRef idx="1">
          <a:scrgbClr r="0" g="0" b="0"/>
        </a:fillRef>
        <a:effectRef idx="0">
          <a:scrgbClr r="0" g="0" b="0"/>
        </a:effectRef>
        <a:fontRef idx="minor">
          <a:schemeClr val="lt1"/>
        </a:fontRef>
      </dsp:style>
    </dsp:sp>
    <dsp:sp modelId="{17C0BD13-8C9E-4C30-A518-9FB2E4FC7D4A}">
      <dsp:nvSpPr>
        <dsp:cNvPr id="0" name=""/>
        <dsp:cNvSpPr/>
      </dsp:nvSpPr>
      <dsp:spPr>
        <a:xfrm>
          <a:off x="7803011" y="2697530"/>
          <a:ext cx="2158087" cy="14018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b="1" i="0" kern="1200" baseline="0"/>
            <a:t>Hands-On Expertise</a:t>
          </a:r>
        </a:p>
        <a:p>
          <a:pPr marL="0" lvl="0" indent="0" algn="ctr" defTabSz="488950">
            <a:lnSpc>
              <a:spcPct val="90000"/>
            </a:lnSpc>
            <a:spcBef>
              <a:spcPct val="0"/>
            </a:spcBef>
            <a:spcAft>
              <a:spcPct val="35000"/>
            </a:spcAft>
            <a:buNone/>
          </a:pPr>
          <a:r>
            <a:rPr lang="en-US" sz="1100" b="0" i="0" kern="1200" baseline="0"/>
            <a:t> Our team of </a:t>
          </a:r>
          <a:r>
            <a:rPr lang="en-US" sz="1100" b="1" i="0" kern="1200" baseline="0"/>
            <a:t>handpicked Business Analysts</a:t>
          </a:r>
          <a:r>
            <a:rPr lang="en-US" sz="1100" b="0" i="0" kern="1200" baseline="0"/>
            <a:t> excels in understanding both the business and technical aspects of trade finance, ensuring smooth integration and delivering measurable results.</a:t>
          </a:r>
          <a:endParaRPr lang="en-US" sz="1100" kern="1200"/>
        </a:p>
      </dsp:txBody>
      <dsp:txXfrm>
        <a:off x="7803011" y="2697530"/>
        <a:ext cx="2158087" cy="1401846"/>
      </dsp:txXfrm>
    </dsp:sp>
    <dsp:sp modelId="{277A65CA-56A9-4F1A-8D78-2ECAAB201EF8}">
      <dsp:nvSpPr>
        <dsp:cNvPr id="0" name=""/>
        <dsp:cNvSpPr/>
      </dsp:nvSpPr>
      <dsp:spPr>
        <a:xfrm>
          <a:off x="11167336" y="1241162"/>
          <a:ext cx="971139" cy="971139"/>
        </a:xfrm>
        <a:prstGeom prst="rect">
          <a:avLst/>
        </a:prstGeom>
        <a:blipFill rotWithShape="1">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a:fillRect/>
          </a:stretch>
        </a:blipFill>
        <a:ln w="6350" cap="sq" cmpd="sng" algn="ctr">
          <a:noFill/>
          <a:prstDash val="solid"/>
        </a:ln>
        <a:effectLst/>
      </dsp:spPr>
      <dsp:style>
        <a:lnRef idx="2">
          <a:scrgbClr r="0" g="0" b="0"/>
        </a:lnRef>
        <a:fillRef idx="1">
          <a:scrgbClr r="0" g="0" b="0"/>
        </a:fillRef>
        <a:effectRef idx="0">
          <a:scrgbClr r="0" g="0" b="0"/>
        </a:effectRef>
        <a:fontRef idx="minor">
          <a:schemeClr val="lt1"/>
        </a:fontRef>
      </dsp:style>
    </dsp:sp>
    <dsp:sp modelId="{CEF6204E-E8DA-4AB5-A46B-C969896EECF2}">
      <dsp:nvSpPr>
        <dsp:cNvPr id="0" name=""/>
        <dsp:cNvSpPr/>
      </dsp:nvSpPr>
      <dsp:spPr>
        <a:xfrm>
          <a:off x="10298105" y="3015907"/>
          <a:ext cx="2759071" cy="19226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b="1" kern="1200"/>
            <a:t>Use of Existing Interview Documents and Q&amp;A Templates:</a:t>
          </a:r>
        </a:p>
        <a:p>
          <a:pPr marL="0" lvl="0" indent="0" algn="ctr" defTabSz="488950">
            <a:lnSpc>
              <a:spcPct val="90000"/>
            </a:lnSpc>
            <a:spcBef>
              <a:spcPct val="0"/>
            </a:spcBef>
            <a:spcAft>
              <a:spcPct val="35000"/>
            </a:spcAft>
            <a:buNone/>
          </a:pPr>
          <a:r>
            <a:rPr lang="en-US" sz="1100" kern="1200"/>
            <a:t>We leverage pre-existing interview documents and Q&amp;A templates, ensuring that we ask the right questions, gather all necessary information, and maintain consistency across stakeholders. This speeds up the process while ensuring thoroughness</a:t>
          </a:r>
        </a:p>
      </dsp:txBody>
      <dsp:txXfrm>
        <a:off x="10298105" y="3015907"/>
        <a:ext cx="2759071" cy="192262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592CDD1-5BF3-4DFB-9346-801722B1B1CD}">
      <dsp:nvSpPr>
        <dsp:cNvPr id="0" name=""/>
        <dsp:cNvSpPr/>
      </dsp:nvSpPr>
      <dsp:spPr>
        <a:xfrm>
          <a:off x="954120" y="1188053"/>
          <a:ext cx="1098000" cy="109800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633029B-2306-499F-BCAE-8A4CF02F2452}">
      <dsp:nvSpPr>
        <dsp:cNvPr id="0" name=""/>
        <dsp:cNvSpPr/>
      </dsp:nvSpPr>
      <dsp:spPr>
        <a:xfrm>
          <a:off x="1188120" y="1422053"/>
          <a:ext cx="630000" cy="63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6350" cap="sq" cmpd="sng" algn="ctr">
          <a:noFill/>
          <a:prstDash val="solid"/>
        </a:ln>
        <a:effectLst/>
      </dsp:spPr>
      <dsp:style>
        <a:lnRef idx="2">
          <a:scrgbClr r="0" g="0" b="0"/>
        </a:lnRef>
        <a:fillRef idx="1">
          <a:scrgbClr r="0" g="0" b="0"/>
        </a:fillRef>
        <a:effectRef idx="0">
          <a:scrgbClr r="0" g="0" b="0"/>
        </a:effectRef>
        <a:fontRef idx="minor">
          <a:schemeClr val="lt1"/>
        </a:fontRef>
      </dsp:style>
    </dsp:sp>
    <dsp:sp modelId="{513D123C-0CF6-49B4-9CE1-8B814C0E4380}">
      <dsp:nvSpPr>
        <dsp:cNvPr id="0" name=""/>
        <dsp:cNvSpPr/>
      </dsp:nvSpPr>
      <dsp:spPr>
        <a:xfrm>
          <a:off x="349401" y="2628053"/>
          <a:ext cx="2307438" cy="12069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b="1" i="0" kern="1200" baseline="0">
              <a:latin typeface="Calibri"/>
              <a:ea typeface="Calibri"/>
              <a:cs typeface="Calibri"/>
            </a:rPr>
            <a:t>Efficiency &amp; Security:</a:t>
          </a:r>
          <a:endParaRPr lang="en-US" sz="1100" b="1" i="0" kern="1200" baseline="0"/>
        </a:p>
        <a:p>
          <a:pPr marL="0" lvl="0" indent="0" algn="ctr" defTabSz="488950">
            <a:lnSpc>
              <a:spcPct val="100000"/>
            </a:lnSpc>
            <a:spcBef>
              <a:spcPct val="0"/>
            </a:spcBef>
            <a:spcAft>
              <a:spcPct val="35000"/>
            </a:spcAft>
            <a:buNone/>
            <a:defRPr cap="all"/>
          </a:pPr>
          <a:r>
            <a:rPr lang="en-US" sz="1100" b="0" i="0" kern="1200" baseline="0">
              <a:latin typeface="Calibri"/>
              <a:ea typeface="Calibri"/>
              <a:cs typeface="Calibri"/>
            </a:rPr>
            <a:t>We focus on optimizing your trade finance processes, reducing operational risks, and automating workflows to ensure faster, more secure transactions.</a:t>
          </a:r>
          <a:endParaRPr lang="en-US" sz="1100" kern="1200">
            <a:latin typeface="Calibri"/>
            <a:ea typeface="Calibri"/>
            <a:cs typeface="Calibri"/>
          </a:endParaRPr>
        </a:p>
      </dsp:txBody>
      <dsp:txXfrm>
        <a:off x="349401" y="2628053"/>
        <a:ext cx="2307438" cy="1206996"/>
      </dsp:txXfrm>
    </dsp:sp>
    <dsp:sp modelId="{3182A326-67D9-4E13-818A-DC27DD430A56}">
      <dsp:nvSpPr>
        <dsp:cNvPr id="0" name=""/>
        <dsp:cNvSpPr/>
      </dsp:nvSpPr>
      <dsp:spPr>
        <a:xfrm>
          <a:off x="3548262" y="1188053"/>
          <a:ext cx="1098000" cy="109800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CE7797B-B144-4B45-84C8-10E1071ACA22}">
      <dsp:nvSpPr>
        <dsp:cNvPr id="0" name=""/>
        <dsp:cNvSpPr/>
      </dsp:nvSpPr>
      <dsp:spPr>
        <a:xfrm>
          <a:off x="3782262" y="1422053"/>
          <a:ext cx="630000" cy="63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6350" cap="sq" cmpd="sng" algn="ctr">
          <a:noFill/>
          <a:prstDash val="solid"/>
        </a:ln>
        <a:effectLst/>
      </dsp:spPr>
      <dsp:style>
        <a:lnRef idx="2">
          <a:scrgbClr r="0" g="0" b="0"/>
        </a:lnRef>
        <a:fillRef idx="1">
          <a:scrgbClr r="0" g="0" b="0"/>
        </a:fillRef>
        <a:effectRef idx="0">
          <a:scrgbClr r="0" g="0" b="0"/>
        </a:effectRef>
        <a:fontRef idx="minor">
          <a:schemeClr val="lt1"/>
        </a:fontRef>
      </dsp:style>
    </dsp:sp>
    <dsp:sp modelId="{AB72416C-C386-451D-8871-126527AEF776}">
      <dsp:nvSpPr>
        <dsp:cNvPr id="0" name=""/>
        <dsp:cNvSpPr/>
      </dsp:nvSpPr>
      <dsp:spPr>
        <a:xfrm>
          <a:off x="2971839" y="2628053"/>
          <a:ext cx="2250846" cy="12069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b="1" i="0" kern="1200" baseline="0">
              <a:latin typeface="Calibri"/>
              <a:ea typeface="Calibri"/>
              <a:cs typeface="Calibri"/>
            </a:rPr>
            <a:t>Documentation &amp; Communication:</a:t>
          </a:r>
          <a:r>
            <a:rPr lang="en-US" sz="1100" b="0" i="0" kern="1200" baseline="0">
              <a:latin typeface="Calibri"/>
              <a:ea typeface="Calibri"/>
              <a:cs typeface="Calibri"/>
            </a:rPr>
            <a:t> Our team will help you with business process documentation, functional specifications, user guides, and data flow diagrams that make complex systems easier to understand and implement.</a:t>
          </a:r>
        </a:p>
      </dsp:txBody>
      <dsp:txXfrm>
        <a:off x="2971839" y="2628053"/>
        <a:ext cx="2250846" cy="1206996"/>
      </dsp:txXfrm>
    </dsp:sp>
    <dsp:sp modelId="{A68308F5-7580-4F7B-A0F9-32EFEEEFBC1A}">
      <dsp:nvSpPr>
        <dsp:cNvPr id="0" name=""/>
        <dsp:cNvSpPr/>
      </dsp:nvSpPr>
      <dsp:spPr>
        <a:xfrm>
          <a:off x="6130542" y="1188053"/>
          <a:ext cx="1098000" cy="109800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5AE1BAC-3834-491E-9B07-28688D81B511}">
      <dsp:nvSpPr>
        <dsp:cNvPr id="0" name=""/>
        <dsp:cNvSpPr/>
      </dsp:nvSpPr>
      <dsp:spPr>
        <a:xfrm>
          <a:off x="6364542" y="1422053"/>
          <a:ext cx="630000" cy="63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6350" cap="sq" cmpd="sng" algn="ctr">
          <a:noFill/>
          <a:prstDash val="solid"/>
        </a:ln>
        <a:effectLst/>
      </dsp:spPr>
      <dsp:style>
        <a:lnRef idx="2">
          <a:scrgbClr r="0" g="0" b="0"/>
        </a:lnRef>
        <a:fillRef idx="1">
          <a:scrgbClr r="0" g="0" b="0"/>
        </a:fillRef>
        <a:effectRef idx="0">
          <a:scrgbClr r="0" g="0" b="0"/>
        </a:effectRef>
        <a:fontRef idx="minor">
          <a:schemeClr val="lt1"/>
        </a:fontRef>
      </dsp:style>
    </dsp:sp>
    <dsp:sp modelId="{D340F510-360E-487D-BD02-4C9207981CF2}">
      <dsp:nvSpPr>
        <dsp:cNvPr id="0" name=""/>
        <dsp:cNvSpPr/>
      </dsp:nvSpPr>
      <dsp:spPr>
        <a:xfrm>
          <a:off x="5537685" y="2628053"/>
          <a:ext cx="2283714" cy="12069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b="1" i="0" kern="1200" baseline="0">
              <a:latin typeface="Calibri"/>
              <a:ea typeface="Calibri"/>
              <a:cs typeface="Calibri"/>
            </a:rPr>
            <a:t>Ready-Made Business Requirements Document (BRD) for Trade Finance: </a:t>
          </a:r>
          <a:r>
            <a:rPr lang="en-US" sz="1100" b="0" i="0" kern="1200" baseline="0">
              <a:latin typeface="Calibri"/>
              <a:ea typeface="Calibri"/>
              <a:cs typeface="Calibri"/>
            </a:rPr>
            <a:t>Our team has a pre-built, customizable BRD for Trade Finance, which we can tailor to your specific needs. This document is designed to address key trade finance processes such as letters of credit, trade settlements, and risk management, providing you with a solid foundation to accelerate system development and implementation.</a:t>
          </a:r>
          <a:endParaRPr lang="en-US" sz="1100" b="1" i="0" kern="1200" baseline="0">
            <a:latin typeface="Calibri"/>
            <a:ea typeface="Calibri"/>
            <a:cs typeface="Calibri"/>
          </a:endParaRPr>
        </a:p>
      </dsp:txBody>
      <dsp:txXfrm>
        <a:off x="5537685" y="2628053"/>
        <a:ext cx="2283714" cy="1206996"/>
      </dsp:txXfrm>
    </dsp:sp>
    <dsp:sp modelId="{E3FE75F5-5C13-432E-89E4-4B7F85530990}">
      <dsp:nvSpPr>
        <dsp:cNvPr id="0" name=""/>
        <dsp:cNvSpPr/>
      </dsp:nvSpPr>
      <dsp:spPr>
        <a:xfrm>
          <a:off x="8763645" y="1188053"/>
          <a:ext cx="1098000" cy="109800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08A5302-EEFB-4D96-A2FC-8C45F05D098C}">
      <dsp:nvSpPr>
        <dsp:cNvPr id="0" name=""/>
        <dsp:cNvSpPr/>
      </dsp:nvSpPr>
      <dsp:spPr>
        <a:xfrm>
          <a:off x="8997645" y="1422053"/>
          <a:ext cx="630000" cy="63000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6350" cap="sq" cmpd="sng" algn="ctr">
          <a:noFill/>
          <a:prstDash val="solid"/>
        </a:ln>
        <a:effectLst/>
      </dsp:spPr>
      <dsp:style>
        <a:lnRef idx="2">
          <a:scrgbClr r="0" g="0" b="0"/>
        </a:lnRef>
        <a:fillRef idx="1">
          <a:scrgbClr r="0" g="0" b="0"/>
        </a:fillRef>
        <a:effectRef idx="0">
          <a:scrgbClr r="0" g="0" b="0"/>
        </a:effectRef>
        <a:fontRef idx="minor">
          <a:schemeClr val="lt1"/>
        </a:fontRef>
      </dsp:style>
    </dsp:sp>
    <dsp:sp modelId="{0EA14B1B-AEAE-4F67-A243-B0817320DE51}">
      <dsp:nvSpPr>
        <dsp:cNvPr id="0" name=""/>
        <dsp:cNvSpPr/>
      </dsp:nvSpPr>
      <dsp:spPr>
        <a:xfrm>
          <a:off x="8136399" y="2628053"/>
          <a:ext cx="2352491" cy="12069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b="1" i="0" kern="1200" baseline="0">
              <a:latin typeface="Calibri"/>
              <a:ea typeface="Calibri"/>
              <a:cs typeface="Calibri"/>
            </a:rPr>
            <a:t>Talent capabilities: </a:t>
          </a:r>
          <a:r>
            <a:rPr lang="en-US" sz="1100" b="0" i="0" kern="1200" baseline="0">
              <a:latin typeface="Calibri"/>
              <a:ea typeface="Calibri"/>
              <a:cs typeface="Calibri"/>
            </a:rPr>
            <a:t>Our Business Analysts come from an operations background, which gives them an in-depth understanding of trade finance products and processes. With hands-on experience in areas such as letters of credit, trade settlements, and risk management, our team is uniquely positioned to provide tailored solutions that meet the complex needs of the trade finance sector.</a:t>
          </a:r>
        </a:p>
      </dsp:txBody>
      <dsp:txXfrm>
        <a:off x="8136399" y="2628053"/>
        <a:ext cx="2352491" cy="1206996"/>
      </dsp:txXfrm>
    </dsp:sp>
    <dsp:sp modelId="{804F4CA8-DF0A-4E98-BED8-ECAD6774881B}">
      <dsp:nvSpPr>
        <dsp:cNvPr id="0" name=""/>
        <dsp:cNvSpPr/>
      </dsp:nvSpPr>
      <dsp:spPr>
        <a:xfrm>
          <a:off x="11493912" y="1188053"/>
          <a:ext cx="1098000" cy="109800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AE942A7-6AFE-4D6E-BC59-5AEA61626F41}">
      <dsp:nvSpPr>
        <dsp:cNvPr id="0" name=""/>
        <dsp:cNvSpPr/>
      </dsp:nvSpPr>
      <dsp:spPr>
        <a:xfrm>
          <a:off x="11727912" y="1422053"/>
          <a:ext cx="630000" cy="63000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6350" cap="sq" cmpd="sng" algn="ctr">
          <a:noFill/>
          <a:prstDash val="solid"/>
        </a:ln>
        <a:effectLst/>
      </dsp:spPr>
      <dsp:style>
        <a:lnRef idx="2">
          <a:scrgbClr r="0" g="0" b="0"/>
        </a:lnRef>
        <a:fillRef idx="1">
          <a:scrgbClr r="0" g="0" b="0"/>
        </a:fillRef>
        <a:effectRef idx="0">
          <a:scrgbClr r="0" g="0" b="0"/>
        </a:effectRef>
        <a:fontRef idx="minor">
          <a:schemeClr val="lt1"/>
        </a:fontRef>
      </dsp:style>
    </dsp:sp>
    <dsp:sp modelId="{0EDD42DE-EE61-413C-A2AA-25F46DAC3888}">
      <dsp:nvSpPr>
        <dsp:cNvPr id="0" name=""/>
        <dsp:cNvSpPr/>
      </dsp:nvSpPr>
      <dsp:spPr>
        <a:xfrm>
          <a:off x="10803891" y="2628053"/>
          <a:ext cx="2478042" cy="12069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b="1" i="0" kern="1200" baseline="0">
              <a:latin typeface="Arial"/>
            </a:rPr>
            <a:t>AI Capability:</a:t>
          </a:r>
          <a:r>
            <a:rPr lang="en-US" sz="1100" b="0" i="0" kern="1200" baseline="0">
              <a:latin typeface="Arial"/>
            </a:rPr>
            <a:t> Our</a:t>
          </a:r>
          <a:r>
            <a:rPr lang="en-US" sz="1100" b="0" i="0" kern="1200" baseline="0"/>
            <a:t> AI capability </a:t>
          </a:r>
          <a:r>
            <a:rPr lang="en-US" sz="1100" b="0" i="0" kern="1200" cap="all" baseline="0">
              <a:solidFill>
                <a:srgbClr val="000000">
                  <a:hueOff val="0"/>
                  <a:satOff val="0"/>
                  <a:lumOff val="0"/>
                  <a:alphaOff val="0"/>
                </a:srgbClr>
              </a:solidFill>
              <a:latin typeface="Calibri"/>
              <a:ea typeface="Calibri"/>
              <a:cs typeface="Calibri"/>
            </a:rPr>
            <a:t>is designed to automatically generate process documentation by analyzing existing codebases. Additionally, it can develop code in modern technologies based on new requirements or reference </a:t>
          </a:r>
          <a:r>
            <a:rPr lang="en-US" sz="1100" b="0" i="0" kern="1200" baseline="0"/>
            <a:t>implementations. </a:t>
          </a:r>
          <a:endParaRPr lang="en-US" sz="1100" kern="1200"/>
        </a:p>
        <a:p>
          <a:pPr marL="0" lvl="0" indent="0" algn="ctr" defTabSz="488950">
            <a:lnSpc>
              <a:spcPct val="100000"/>
            </a:lnSpc>
            <a:spcBef>
              <a:spcPct val="0"/>
            </a:spcBef>
            <a:spcAft>
              <a:spcPct val="35000"/>
            </a:spcAft>
            <a:buNone/>
            <a:defRPr cap="all"/>
          </a:pPr>
          <a:r>
            <a:rPr lang="en-US" sz="1100" b="0" i="0" kern="1200" baseline="0"/>
            <a:t> Our team has extensive </a:t>
          </a:r>
          <a:r>
            <a:rPr lang="en-US" sz="1100" b="1" i="0" kern="1200" baseline="0"/>
            <a:t>knowledge of your legacy application IMEX</a:t>
          </a:r>
          <a:r>
            <a:rPr lang="en-US" sz="1100" b="0" i="0" kern="1200" baseline="0"/>
            <a:t>, enabling smooth transitions, optimizations, and seamless integration with existing trade finance workflows.</a:t>
          </a:r>
          <a:endParaRPr lang="en-US" sz="1100" kern="1200"/>
        </a:p>
      </dsp:txBody>
      <dsp:txXfrm>
        <a:off x="10803891" y="2628053"/>
        <a:ext cx="2478042" cy="120699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6F59D8-906A-4DEA-965B-4B7A531D6B06}">
      <dsp:nvSpPr>
        <dsp:cNvPr id="0" name=""/>
        <dsp:cNvSpPr/>
      </dsp:nvSpPr>
      <dsp:spPr>
        <a:xfrm>
          <a:off x="5243" y="0"/>
          <a:ext cx="1758002" cy="4236720"/>
        </a:xfrm>
        <a:prstGeom prst="roundRect">
          <a:avLst>
            <a:gd name="adj" fmla="val 10000"/>
          </a:avLst>
        </a:prstGeom>
        <a:solidFill>
          <a:schemeClr val="accent1">
            <a:hueOff val="0"/>
            <a:satOff val="0"/>
            <a:lumOff val="0"/>
            <a:alphaOff val="0"/>
          </a:schemeClr>
        </a:solidFill>
        <a:ln w="6350" cap="sq"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92456" rIns="92456" bIns="92456" numCol="1" spcCol="1270" anchor="ctr" anchorCtr="0">
          <a:noAutofit/>
        </a:bodyPr>
        <a:lstStyle/>
        <a:p>
          <a:pPr marL="0" lvl="0" indent="0" algn="ctr" defTabSz="577850">
            <a:lnSpc>
              <a:spcPct val="90000"/>
            </a:lnSpc>
            <a:spcBef>
              <a:spcPct val="0"/>
            </a:spcBef>
            <a:spcAft>
              <a:spcPct val="35000"/>
            </a:spcAft>
            <a:buNone/>
          </a:pPr>
          <a:r>
            <a:rPr lang="en-US" sz="1300" b="1" kern="1200"/>
            <a:t>20+ years of experience in Trade Operations and IMEX module implementation</a:t>
          </a:r>
          <a:endParaRPr lang="en-US" sz="1300" kern="1200"/>
        </a:p>
      </dsp:txBody>
      <dsp:txXfrm>
        <a:off x="5243" y="1694688"/>
        <a:ext cx="1758002" cy="1694688"/>
      </dsp:txXfrm>
    </dsp:sp>
    <dsp:sp modelId="{C7CAC3CA-D1D1-4ED3-895D-0B093E68DCCB}">
      <dsp:nvSpPr>
        <dsp:cNvPr id="0" name=""/>
        <dsp:cNvSpPr/>
      </dsp:nvSpPr>
      <dsp:spPr>
        <a:xfrm>
          <a:off x="178830" y="254203"/>
          <a:ext cx="1410827" cy="1410827"/>
        </a:xfrm>
        <a:prstGeom prst="ellipse">
          <a:avLst/>
        </a:prstGeom>
        <a:solidFill>
          <a:schemeClr val="accent1">
            <a:tint val="50000"/>
            <a:hueOff val="0"/>
            <a:satOff val="0"/>
            <a:lumOff val="0"/>
            <a:alphaOff val="0"/>
          </a:schemeClr>
        </a:solidFill>
        <a:ln w="6350" cap="sq"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78BC0A6-2854-43AE-920D-CF22347D36C6}">
      <dsp:nvSpPr>
        <dsp:cNvPr id="0" name=""/>
        <dsp:cNvSpPr/>
      </dsp:nvSpPr>
      <dsp:spPr>
        <a:xfrm>
          <a:off x="1815985" y="0"/>
          <a:ext cx="1758002" cy="4236720"/>
        </a:xfrm>
        <a:prstGeom prst="roundRect">
          <a:avLst>
            <a:gd name="adj" fmla="val 10000"/>
          </a:avLst>
        </a:prstGeom>
        <a:solidFill>
          <a:schemeClr val="accent1">
            <a:hueOff val="0"/>
            <a:satOff val="0"/>
            <a:lumOff val="0"/>
            <a:alphaOff val="0"/>
          </a:schemeClr>
        </a:solidFill>
        <a:ln w="6350" cap="sq"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92456" rIns="92456" bIns="92456" numCol="1" spcCol="1270" anchor="ctr" anchorCtr="0">
          <a:noAutofit/>
        </a:bodyPr>
        <a:lstStyle/>
        <a:p>
          <a:pPr marL="0" lvl="0" indent="0" algn="ctr" defTabSz="577850">
            <a:lnSpc>
              <a:spcPct val="90000"/>
            </a:lnSpc>
            <a:spcBef>
              <a:spcPct val="0"/>
            </a:spcBef>
            <a:spcAft>
              <a:spcPct val="35000"/>
            </a:spcAft>
            <a:buNone/>
          </a:pPr>
          <a:r>
            <a:rPr lang="en-US" sz="1300" b="1" kern="1200"/>
            <a:t>Specialized in Trade Finance processes : LC issuance and amendments ,Bills under collection ,SWIFT message integrations</a:t>
          </a:r>
          <a:endParaRPr lang="en-US" sz="1300" kern="1200"/>
        </a:p>
      </dsp:txBody>
      <dsp:txXfrm>
        <a:off x="1815985" y="1694688"/>
        <a:ext cx="1758002" cy="1694688"/>
      </dsp:txXfrm>
    </dsp:sp>
    <dsp:sp modelId="{DB14D276-D92A-40B2-9B53-CAAE4B7E3CA8}">
      <dsp:nvSpPr>
        <dsp:cNvPr id="0" name=""/>
        <dsp:cNvSpPr/>
      </dsp:nvSpPr>
      <dsp:spPr>
        <a:xfrm>
          <a:off x="1989573" y="254203"/>
          <a:ext cx="1410827" cy="1410827"/>
        </a:xfrm>
        <a:prstGeom prst="ellipse">
          <a:avLst/>
        </a:prstGeom>
        <a:solidFill>
          <a:schemeClr val="accent1">
            <a:tint val="50000"/>
            <a:hueOff val="0"/>
            <a:satOff val="0"/>
            <a:lumOff val="0"/>
            <a:alphaOff val="0"/>
          </a:schemeClr>
        </a:solidFill>
        <a:ln w="6350" cap="sq"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8FCE7A4-B854-46E9-9C67-B14C99D66B62}">
      <dsp:nvSpPr>
        <dsp:cNvPr id="0" name=""/>
        <dsp:cNvSpPr/>
      </dsp:nvSpPr>
      <dsp:spPr>
        <a:xfrm>
          <a:off x="3626728" y="0"/>
          <a:ext cx="1758002" cy="4236720"/>
        </a:xfrm>
        <a:prstGeom prst="roundRect">
          <a:avLst>
            <a:gd name="adj" fmla="val 10000"/>
          </a:avLst>
        </a:prstGeom>
        <a:solidFill>
          <a:schemeClr val="accent1">
            <a:hueOff val="0"/>
            <a:satOff val="0"/>
            <a:lumOff val="0"/>
            <a:alphaOff val="0"/>
          </a:schemeClr>
        </a:solidFill>
        <a:ln w="6350" cap="sq"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92456" rIns="92456" bIns="92456" numCol="1" spcCol="1270" anchor="ctr" anchorCtr="0">
          <a:noAutofit/>
        </a:bodyPr>
        <a:lstStyle/>
        <a:p>
          <a:pPr marL="0" lvl="0" indent="0" algn="ctr" defTabSz="577850">
            <a:lnSpc>
              <a:spcPct val="90000"/>
            </a:lnSpc>
            <a:spcBef>
              <a:spcPct val="0"/>
            </a:spcBef>
            <a:spcAft>
              <a:spcPct val="35000"/>
            </a:spcAft>
            <a:buNone/>
          </a:pPr>
          <a:r>
            <a:rPr lang="en-US" sz="1300" b="1" kern="1200"/>
            <a:t>Strong grasp of UCP 600, AML/KYC compliance, and cross-border trade documentation</a:t>
          </a:r>
          <a:endParaRPr lang="en-US" sz="1300" kern="1200"/>
        </a:p>
      </dsp:txBody>
      <dsp:txXfrm>
        <a:off x="3626728" y="1694688"/>
        <a:ext cx="1758002" cy="1694688"/>
      </dsp:txXfrm>
    </dsp:sp>
    <dsp:sp modelId="{E2F8977E-47F3-4846-ADFC-6F725421EFB5}">
      <dsp:nvSpPr>
        <dsp:cNvPr id="0" name=""/>
        <dsp:cNvSpPr/>
      </dsp:nvSpPr>
      <dsp:spPr>
        <a:xfrm>
          <a:off x="3800315" y="254203"/>
          <a:ext cx="1410827" cy="1410827"/>
        </a:xfrm>
        <a:prstGeom prst="ellipse">
          <a:avLst/>
        </a:prstGeom>
        <a:solidFill>
          <a:schemeClr val="accent1">
            <a:tint val="50000"/>
            <a:hueOff val="0"/>
            <a:satOff val="0"/>
            <a:lumOff val="0"/>
            <a:alphaOff val="0"/>
          </a:schemeClr>
        </a:solidFill>
        <a:ln w="6350" cap="sq"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7DDB485-9CBE-4B5E-BB80-6C7A934F6AAF}">
      <dsp:nvSpPr>
        <dsp:cNvPr id="0" name=""/>
        <dsp:cNvSpPr/>
      </dsp:nvSpPr>
      <dsp:spPr>
        <a:xfrm>
          <a:off x="5437470" y="0"/>
          <a:ext cx="1758002" cy="4236720"/>
        </a:xfrm>
        <a:prstGeom prst="roundRect">
          <a:avLst>
            <a:gd name="adj" fmla="val 10000"/>
          </a:avLst>
        </a:prstGeom>
        <a:solidFill>
          <a:schemeClr val="accent1">
            <a:hueOff val="0"/>
            <a:satOff val="0"/>
            <a:lumOff val="0"/>
            <a:alphaOff val="0"/>
          </a:schemeClr>
        </a:solidFill>
        <a:ln w="6350" cap="sq"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92456" rIns="92456" bIns="92456" numCol="1" spcCol="1270" anchor="ctr" anchorCtr="0">
          <a:noAutofit/>
        </a:bodyPr>
        <a:lstStyle/>
        <a:p>
          <a:pPr marL="0" lvl="0" indent="0" algn="ctr" defTabSz="577850">
            <a:lnSpc>
              <a:spcPct val="90000"/>
            </a:lnSpc>
            <a:spcBef>
              <a:spcPct val="0"/>
            </a:spcBef>
            <a:spcAft>
              <a:spcPct val="35000"/>
            </a:spcAft>
            <a:buNone/>
          </a:pPr>
          <a:r>
            <a:rPr lang="en-US" sz="1300" b="1" kern="1200"/>
            <a:t>Proven ability to bridge business requirements with system capabilities</a:t>
          </a:r>
          <a:endParaRPr lang="en-US" sz="1300" kern="1200"/>
        </a:p>
      </dsp:txBody>
      <dsp:txXfrm>
        <a:off x="5437470" y="1694688"/>
        <a:ext cx="1758002" cy="1694688"/>
      </dsp:txXfrm>
    </dsp:sp>
    <dsp:sp modelId="{D6A58FD6-2C49-4D80-854B-F728149D818F}">
      <dsp:nvSpPr>
        <dsp:cNvPr id="0" name=""/>
        <dsp:cNvSpPr/>
      </dsp:nvSpPr>
      <dsp:spPr>
        <a:xfrm>
          <a:off x="5611058" y="254203"/>
          <a:ext cx="1410827" cy="1410827"/>
        </a:xfrm>
        <a:prstGeom prst="ellipse">
          <a:avLst/>
        </a:prstGeom>
        <a:solidFill>
          <a:schemeClr val="accent1">
            <a:tint val="50000"/>
            <a:hueOff val="0"/>
            <a:satOff val="0"/>
            <a:lumOff val="0"/>
            <a:alphaOff val="0"/>
          </a:schemeClr>
        </a:solidFill>
        <a:ln w="6350" cap="sq"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53B71B6-F5EA-4864-9727-1660D308E43A}">
      <dsp:nvSpPr>
        <dsp:cNvPr id="0" name=""/>
        <dsp:cNvSpPr/>
      </dsp:nvSpPr>
      <dsp:spPr>
        <a:xfrm>
          <a:off x="7248213" y="0"/>
          <a:ext cx="1758002" cy="4236720"/>
        </a:xfrm>
        <a:prstGeom prst="roundRect">
          <a:avLst>
            <a:gd name="adj" fmla="val 10000"/>
          </a:avLst>
        </a:prstGeom>
        <a:solidFill>
          <a:schemeClr val="accent1">
            <a:hueOff val="0"/>
            <a:satOff val="0"/>
            <a:lumOff val="0"/>
            <a:alphaOff val="0"/>
          </a:schemeClr>
        </a:solidFill>
        <a:ln w="6350" cap="sq"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92456" rIns="92456" bIns="92456" numCol="1" spcCol="1270" anchor="ctr" anchorCtr="0">
          <a:noAutofit/>
        </a:bodyPr>
        <a:lstStyle/>
        <a:p>
          <a:pPr marL="0" lvl="0" indent="0" algn="ctr" defTabSz="577850">
            <a:lnSpc>
              <a:spcPct val="90000"/>
            </a:lnSpc>
            <a:spcBef>
              <a:spcPct val="0"/>
            </a:spcBef>
            <a:spcAft>
              <a:spcPct val="35000"/>
            </a:spcAft>
            <a:buNone/>
          </a:pPr>
          <a:r>
            <a:rPr lang="en-US" sz="1300" b="1" kern="1200"/>
            <a:t>Deep Knowledge of Your Legacy Application (IMEX), ensuring smooth transition and integration with existing systems</a:t>
          </a:r>
          <a:endParaRPr lang="en-US" sz="1300" kern="1200"/>
        </a:p>
      </dsp:txBody>
      <dsp:txXfrm>
        <a:off x="7248213" y="1694688"/>
        <a:ext cx="1758002" cy="1694688"/>
      </dsp:txXfrm>
    </dsp:sp>
    <dsp:sp modelId="{8DD9ABAE-A6C4-440F-A930-71380AD903D0}">
      <dsp:nvSpPr>
        <dsp:cNvPr id="0" name=""/>
        <dsp:cNvSpPr/>
      </dsp:nvSpPr>
      <dsp:spPr>
        <a:xfrm>
          <a:off x="7421800" y="254203"/>
          <a:ext cx="1410827" cy="1410827"/>
        </a:xfrm>
        <a:prstGeom prst="ellipse">
          <a:avLst/>
        </a:prstGeom>
        <a:solidFill>
          <a:schemeClr val="accent1">
            <a:tint val="50000"/>
            <a:hueOff val="0"/>
            <a:satOff val="0"/>
            <a:lumOff val="0"/>
            <a:alphaOff val="0"/>
          </a:schemeClr>
        </a:solidFill>
        <a:ln w="6350" cap="sq"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1963910-1A44-4B34-B693-68158B42C9FA}">
      <dsp:nvSpPr>
        <dsp:cNvPr id="0" name=""/>
        <dsp:cNvSpPr/>
      </dsp:nvSpPr>
      <dsp:spPr>
        <a:xfrm>
          <a:off x="9058955" y="0"/>
          <a:ext cx="1758002" cy="4236720"/>
        </a:xfrm>
        <a:prstGeom prst="roundRect">
          <a:avLst>
            <a:gd name="adj" fmla="val 10000"/>
          </a:avLst>
        </a:prstGeom>
        <a:solidFill>
          <a:schemeClr val="accent1">
            <a:hueOff val="0"/>
            <a:satOff val="0"/>
            <a:lumOff val="0"/>
            <a:alphaOff val="0"/>
          </a:schemeClr>
        </a:solidFill>
        <a:ln w="6350" cap="sq"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92456" rIns="92456" bIns="92456" numCol="1" spcCol="1270" anchor="ctr" anchorCtr="0">
          <a:noAutofit/>
        </a:bodyPr>
        <a:lstStyle/>
        <a:p>
          <a:pPr marL="0" lvl="0" indent="0" algn="ctr" defTabSz="577850">
            <a:lnSpc>
              <a:spcPct val="90000"/>
            </a:lnSpc>
            <a:spcBef>
              <a:spcPct val="0"/>
            </a:spcBef>
            <a:spcAft>
              <a:spcPct val="35000"/>
            </a:spcAft>
            <a:buNone/>
          </a:pPr>
          <a:r>
            <a:rPr lang="en-US" sz="1300" b="1" kern="1200"/>
            <a:t>Hands-on with trade platforms, compliance tools, and banking workflows</a:t>
          </a:r>
          <a:endParaRPr lang="en-US" sz="1300" kern="1200"/>
        </a:p>
      </dsp:txBody>
      <dsp:txXfrm>
        <a:off x="9058955" y="1694688"/>
        <a:ext cx="1758002" cy="1694688"/>
      </dsp:txXfrm>
    </dsp:sp>
    <dsp:sp modelId="{C8467936-EF6A-497A-B8CC-04129A5B4509}">
      <dsp:nvSpPr>
        <dsp:cNvPr id="0" name=""/>
        <dsp:cNvSpPr/>
      </dsp:nvSpPr>
      <dsp:spPr>
        <a:xfrm>
          <a:off x="9232543" y="254203"/>
          <a:ext cx="1410827" cy="1410827"/>
        </a:xfrm>
        <a:prstGeom prst="ellipse">
          <a:avLst/>
        </a:prstGeom>
        <a:solidFill>
          <a:schemeClr val="accent1">
            <a:tint val="50000"/>
            <a:hueOff val="0"/>
            <a:satOff val="0"/>
            <a:lumOff val="0"/>
            <a:alphaOff val="0"/>
          </a:schemeClr>
        </a:solidFill>
        <a:ln w="6350" cap="sq"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7B47282-E6F2-4BD9-8E98-0A4F2EECED47}">
      <dsp:nvSpPr>
        <dsp:cNvPr id="0" name=""/>
        <dsp:cNvSpPr/>
      </dsp:nvSpPr>
      <dsp:spPr>
        <a:xfrm>
          <a:off x="10869698" y="0"/>
          <a:ext cx="1758002" cy="4236720"/>
        </a:xfrm>
        <a:prstGeom prst="roundRect">
          <a:avLst>
            <a:gd name="adj" fmla="val 10000"/>
          </a:avLst>
        </a:prstGeom>
        <a:solidFill>
          <a:schemeClr val="accent1">
            <a:hueOff val="0"/>
            <a:satOff val="0"/>
            <a:lumOff val="0"/>
            <a:alphaOff val="0"/>
          </a:schemeClr>
        </a:solidFill>
        <a:ln w="6350" cap="sq"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92456" rIns="92456" bIns="92456" numCol="1" spcCol="1270" anchor="ctr" anchorCtr="0">
          <a:noAutofit/>
        </a:bodyPr>
        <a:lstStyle/>
        <a:p>
          <a:pPr marL="0" lvl="0" indent="0" algn="ctr" defTabSz="577850">
            <a:lnSpc>
              <a:spcPct val="90000"/>
            </a:lnSpc>
            <a:spcBef>
              <a:spcPct val="0"/>
            </a:spcBef>
            <a:spcAft>
              <a:spcPct val="35000"/>
            </a:spcAft>
            <a:buNone/>
          </a:pPr>
          <a:r>
            <a:rPr lang="en-US" sz="1300" b="1" kern="1200"/>
            <a:t>Skilled in process automation, regulatory reporting, and stakeholder management</a:t>
          </a:r>
          <a:endParaRPr lang="en-US" sz="1300" kern="1200"/>
        </a:p>
      </dsp:txBody>
      <dsp:txXfrm>
        <a:off x="10869698" y="1694688"/>
        <a:ext cx="1758002" cy="1694688"/>
      </dsp:txXfrm>
    </dsp:sp>
    <dsp:sp modelId="{765C726B-C73C-4632-8C7A-ED4C2B59D727}">
      <dsp:nvSpPr>
        <dsp:cNvPr id="0" name=""/>
        <dsp:cNvSpPr/>
      </dsp:nvSpPr>
      <dsp:spPr>
        <a:xfrm>
          <a:off x="11043285" y="254203"/>
          <a:ext cx="1410827" cy="1410827"/>
        </a:xfrm>
        <a:prstGeom prst="ellipse">
          <a:avLst/>
        </a:prstGeom>
        <a:solidFill>
          <a:schemeClr val="accent1">
            <a:tint val="50000"/>
            <a:hueOff val="0"/>
            <a:satOff val="0"/>
            <a:lumOff val="0"/>
            <a:alphaOff val="0"/>
          </a:schemeClr>
        </a:solidFill>
        <a:ln w="6350" cap="sq"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0D4E802-26D5-4516-B0BB-BE8AEAFFE8E0}">
      <dsp:nvSpPr>
        <dsp:cNvPr id="0" name=""/>
        <dsp:cNvSpPr/>
      </dsp:nvSpPr>
      <dsp:spPr>
        <a:xfrm>
          <a:off x="505317" y="3389375"/>
          <a:ext cx="11622308" cy="635507"/>
        </a:xfrm>
        <a:prstGeom prst="leftRightArrow">
          <a:avLst/>
        </a:prstGeom>
        <a:solidFill>
          <a:schemeClr val="accent1">
            <a:tint val="60000"/>
            <a:hueOff val="0"/>
            <a:satOff val="0"/>
            <a:lumOff val="0"/>
            <a:alphaOff val="0"/>
          </a:schemeClr>
        </a:solidFill>
        <a:ln w="6350" cap="sq"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hList7">
  <dgm:title val=""/>
  <dgm:desc val=""/>
  <dgm:catLst>
    <dgm:cat type="list" pri="12000"/>
    <dgm:cat type="process" pri="20000"/>
    <dgm:cat type="relationship" pri="14000"/>
    <dgm:cat type="convert" pri="8000"/>
    <dgm:cat type="picture" pri="25000"/>
    <dgm:cat type="pictureconvert" pri="2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fgShape" refType="w" fact="0.92"/>
      <dgm:constr type="h" for="ch" forName="fgShape" refType="h" fact="0.15"/>
      <dgm:constr type="b" for="ch" forName="fgShape" refType="h" fact="0.95"/>
      <dgm:constr type="ctrX" for="ch" forName="fgShape" refType="w" fact="0.5"/>
      <dgm:constr type="w" for="ch" forName="linComp" refType="w"/>
      <dgm:constr type="h" for="ch" forName="linComp" refType="h"/>
      <dgm:constr type="ctrX" for="ch" forName="linComp" refType="w" fact="0.5"/>
    </dgm:constrLst>
    <dgm:ruleLst/>
    <dgm:layoutNode name="fgShape" styleLbl="fgShp">
      <dgm:alg type="sp"/>
      <dgm:shape xmlns:r="http://schemas.openxmlformats.org/officeDocument/2006/relationships" type="leftRightArrow" r:blip="" zOrderOff="99999">
        <dgm:adjLst/>
      </dgm:shape>
      <dgm:presOf/>
      <dgm:constrLst/>
      <dgm:ruleLst/>
    </dgm:layoutNode>
    <dgm:layoutNode name="linComp">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03"/>
        <dgm:constr type="primFontSz" for="des" ptType="node" op="equ" val="65"/>
      </dgm:constrLst>
      <dgm:ruleLst/>
      <dgm:forEach name="nodesForEach" axis="ch" ptType="node">
        <dgm:layoutNode name="compNode">
          <dgm:alg type="composite"/>
          <dgm:shape xmlns:r="http://schemas.openxmlformats.org/officeDocument/2006/relationships" r:blip="">
            <dgm:adjLst/>
          </dgm:shape>
          <dgm:presOf/>
          <dgm:constrLst>
            <dgm:constr type="w" for="ch" forName="bkgdShape" refType="w"/>
            <dgm:constr type="h" for="ch" forName="bkgdShape" refType="h"/>
            <dgm:constr type="w" for="ch" forName="nodeTx" refType="w"/>
            <dgm:constr type="h" for="ch" forName="nodeTx" refType="h" fact="0.4"/>
            <dgm:constr type="b" for="ch" forName="nodeTx" refType="h" fact="0.8"/>
            <dgm:constr type="w" for="ch" forName="invisiNode" refType="w" fact="0.01"/>
            <dgm:constr type="h" for="ch" forName="invisiNode" refType="h" fact="0.06"/>
            <dgm:constr type="t" for="ch" forName="invisiNode"/>
            <dgm:constr type="ctrX" for="ch" forName="invisiNode" refType="w" fact="0.5"/>
            <dgm:constr type="h" for="ch" forName="imagNode" refType="h" fact="0.333"/>
            <dgm:constr type="w" for="ch" forName="imagNode" refType="h" refFor="ch" refForName="imagNode"/>
            <dgm:constr type="ctrX" for="ch" forName="imagNode" refType="w" fact="0.5"/>
            <dgm:constr type="t" for="ch" forName="imagNode" refType="h" fact="0.06"/>
            <dgm:constr type="w" for="ch" forName="imagNode" refType="w" op="lte" fact="0.94"/>
          </dgm:constrLst>
          <dgm:ruleLst/>
          <dgm:layoutNode name="bkgdShape">
            <dgm:alg type="sp"/>
            <dgm:shape xmlns:r="http://schemas.openxmlformats.org/officeDocument/2006/relationships" type="roundRect" r:blip="">
              <dgm:adjLst>
                <dgm:adj idx="1" val="0.1"/>
              </dgm:adjLst>
            </dgm:shape>
            <dgm:presOf axis="desOrSelf" ptType="node"/>
            <dgm:constrLst/>
            <dgm:ruleLst/>
          </dgm:layoutNode>
          <dgm:layoutNode name="nodeTx">
            <dgm:varLst>
              <dgm:bulletEnabled val="1"/>
            </dgm:varLst>
            <dgm:alg type="tx">
              <dgm:param type="txAnchorVert" val="mid"/>
              <dgm:param type="txAnchorHorzCh" val="ctr"/>
              <dgm:param type="stBulletLvl" val="2"/>
            </dgm:alg>
            <dgm:shape xmlns:r="http://schemas.openxmlformats.org/officeDocument/2006/relationships" type="rect" r:blip="" hideGeom="1">
              <dgm:adjLst/>
            </dgm:shape>
            <dgm:presOf axis="desOrSelf" ptType="node"/>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368040" cy="708660"/>
          </a:xfrm>
          <a:prstGeom prst="rect">
            <a:avLst/>
          </a:prstGeom>
        </p:spPr>
        <p:txBody>
          <a:bodyPr vert="horz" lIns="125401" tIns="62700" rIns="125401" bIns="62700" rtlCol="0"/>
          <a:lstStyle>
            <a:lvl1pPr algn="l">
              <a:defRPr sz="1600"/>
            </a:lvl1pPr>
          </a:lstStyle>
          <a:p>
            <a:endParaRPr lang="en-US">
              <a:latin typeface="Arial"/>
              <a:cs typeface="Arial"/>
            </a:endParaRPr>
          </a:p>
        </p:txBody>
      </p:sp>
      <p:sp>
        <p:nvSpPr>
          <p:cNvPr id="4" name="Footer Placeholder 3"/>
          <p:cNvSpPr>
            <a:spLocks noGrp="1"/>
          </p:cNvSpPr>
          <p:nvPr>
            <p:ph type="ftr" sz="quarter" idx="2"/>
          </p:nvPr>
        </p:nvSpPr>
        <p:spPr>
          <a:xfrm>
            <a:off x="0" y="13462080"/>
            <a:ext cx="3368040" cy="708660"/>
          </a:xfrm>
          <a:prstGeom prst="rect">
            <a:avLst/>
          </a:prstGeom>
        </p:spPr>
        <p:txBody>
          <a:bodyPr vert="horz" lIns="125401" tIns="62700" rIns="125401" bIns="62700" rtlCol="0" anchor="b"/>
          <a:lstStyle>
            <a:lvl1pPr algn="l">
              <a:defRPr sz="1600"/>
            </a:lvl1pPr>
          </a:lstStyle>
          <a:p>
            <a:endParaRPr lang="en-US">
              <a:latin typeface="Arial"/>
              <a:cs typeface="Arial"/>
            </a:endParaRPr>
          </a:p>
        </p:txBody>
      </p:sp>
      <p:sp>
        <p:nvSpPr>
          <p:cNvPr id="5" name="Slide Number Placeholder 4"/>
          <p:cNvSpPr>
            <a:spLocks noGrp="1"/>
          </p:cNvSpPr>
          <p:nvPr>
            <p:ph type="sldNum" sz="quarter" idx="3"/>
          </p:nvPr>
        </p:nvSpPr>
        <p:spPr>
          <a:xfrm>
            <a:off x="4402561" y="13462080"/>
            <a:ext cx="3368040" cy="708660"/>
          </a:xfrm>
          <a:prstGeom prst="rect">
            <a:avLst/>
          </a:prstGeom>
        </p:spPr>
        <p:txBody>
          <a:bodyPr vert="horz" lIns="125401" tIns="62700" rIns="125401" bIns="62700" rtlCol="0" anchor="b"/>
          <a:lstStyle>
            <a:lvl1pPr algn="r">
              <a:defRPr sz="1600"/>
            </a:lvl1pPr>
          </a:lstStyle>
          <a:p>
            <a:fld id="{70AC7428-30A9-FD43-A0D8-DB91B17088EC}" type="slidenum">
              <a:rPr lang="en-US" smtClean="0">
                <a:latin typeface="Arial"/>
                <a:cs typeface="Arial"/>
              </a:rPr>
              <a:t>‹#›</a:t>
            </a:fld>
            <a:endParaRPr lang="en-US">
              <a:latin typeface="Arial"/>
              <a:cs typeface="Arial"/>
            </a:endParaRPr>
          </a:p>
        </p:txBody>
      </p:sp>
    </p:spTree>
    <p:extLst>
      <p:ext uri="{BB962C8B-B14F-4D97-AF65-F5344CB8AC3E}">
        <p14:creationId xmlns:p14="http://schemas.microsoft.com/office/powerpoint/2010/main" val="13476491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368040" cy="708660"/>
          </a:xfrm>
          <a:prstGeom prst="rect">
            <a:avLst/>
          </a:prstGeom>
        </p:spPr>
        <p:txBody>
          <a:bodyPr vert="horz" lIns="125401" tIns="62700" rIns="125401" bIns="62700" rtlCol="0"/>
          <a:lstStyle>
            <a:lvl1pPr algn="l">
              <a:defRPr sz="1600">
                <a:latin typeface="Arial"/>
                <a:cs typeface="Arial"/>
              </a:defRPr>
            </a:lvl1pPr>
          </a:lstStyle>
          <a:p>
            <a:endParaRPr lang="en-US"/>
          </a:p>
        </p:txBody>
      </p:sp>
      <p:sp>
        <p:nvSpPr>
          <p:cNvPr id="3" name="Date Placeholder 2"/>
          <p:cNvSpPr>
            <a:spLocks noGrp="1"/>
          </p:cNvSpPr>
          <p:nvPr>
            <p:ph type="dt" idx="1"/>
          </p:nvPr>
        </p:nvSpPr>
        <p:spPr>
          <a:xfrm>
            <a:off x="4402561" y="0"/>
            <a:ext cx="3368040" cy="708660"/>
          </a:xfrm>
          <a:prstGeom prst="rect">
            <a:avLst/>
          </a:prstGeom>
        </p:spPr>
        <p:txBody>
          <a:bodyPr vert="horz" lIns="125401" tIns="62700" rIns="125401" bIns="62700" rtlCol="0"/>
          <a:lstStyle>
            <a:lvl1pPr algn="r">
              <a:defRPr sz="1600">
                <a:latin typeface="Arial"/>
                <a:cs typeface="Arial"/>
              </a:defRPr>
            </a:lvl1pPr>
          </a:lstStyle>
          <a:p>
            <a:fld id="{73B26A0F-F4D6-9B4F-A87B-D8948CDE3BB4}" type="datetimeFigureOut">
              <a:rPr lang="en-US" smtClean="0"/>
              <a:pPr/>
              <a:t>5/6/25</a:t>
            </a:fld>
            <a:endParaRPr lang="en-US"/>
          </a:p>
        </p:txBody>
      </p:sp>
      <p:sp>
        <p:nvSpPr>
          <p:cNvPr id="4" name="Slide Image Placeholder 3"/>
          <p:cNvSpPr>
            <a:spLocks noGrp="1" noRot="1" noChangeAspect="1"/>
          </p:cNvSpPr>
          <p:nvPr>
            <p:ph type="sldImg" idx="2"/>
          </p:nvPr>
        </p:nvSpPr>
        <p:spPr>
          <a:xfrm>
            <a:off x="-838200" y="1063625"/>
            <a:ext cx="9448800" cy="5314950"/>
          </a:xfrm>
          <a:prstGeom prst="rect">
            <a:avLst/>
          </a:prstGeom>
          <a:noFill/>
          <a:ln w="12700">
            <a:solidFill>
              <a:prstClr val="black"/>
            </a:solidFill>
          </a:ln>
        </p:spPr>
        <p:txBody>
          <a:bodyPr vert="horz" lIns="125401" tIns="62700" rIns="125401" bIns="62700" rtlCol="0" anchor="ctr"/>
          <a:lstStyle/>
          <a:p>
            <a:endParaRPr lang="en-US"/>
          </a:p>
        </p:txBody>
      </p:sp>
      <p:sp>
        <p:nvSpPr>
          <p:cNvPr id="5" name="Notes Placeholder 4"/>
          <p:cNvSpPr>
            <a:spLocks noGrp="1"/>
          </p:cNvSpPr>
          <p:nvPr>
            <p:ph type="body" sz="quarter" idx="3"/>
          </p:nvPr>
        </p:nvSpPr>
        <p:spPr>
          <a:xfrm>
            <a:off x="431800" y="6732270"/>
            <a:ext cx="6908800" cy="6377940"/>
          </a:xfrm>
          <a:prstGeom prst="rect">
            <a:avLst/>
          </a:prstGeom>
        </p:spPr>
        <p:txBody>
          <a:bodyPr vert="horz" lIns="0" tIns="0" rIns="0" bIns="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3462080"/>
            <a:ext cx="3368040" cy="708660"/>
          </a:xfrm>
          <a:prstGeom prst="rect">
            <a:avLst/>
          </a:prstGeom>
        </p:spPr>
        <p:txBody>
          <a:bodyPr vert="horz" lIns="125401" tIns="62700" rIns="125401" bIns="62700" rtlCol="0" anchor="b"/>
          <a:lstStyle>
            <a:lvl1pPr algn="l">
              <a:defRPr sz="1600">
                <a:latin typeface="Arial"/>
                <a:cs typeface="Arial"/>
              </a:defRPr>
            </a:lvl1pPr>
          </a:lstStyle>
          <a:p>
            <a:endParaRPr lang="en-US"/>
          </a:p>
        </p:txBody>
      </p:sp>
      <p:sp>
        <p:nvSpPr>
          <p:cNvPr id="7" name="Slide Number Placeholder 6"/>
          <p:cNvSpPr>
            <a:spLocks noGrp="1"/>
          </p:cNvSpPr>
          <p:nvPr>
            <p:ph type="sldNum" sz="quarter" idx="5"/>
          </p:nvPr>
        </p:nvSpPr>
        <p:spPr>
          <a:xfrm>
            <a:off x="4402561" y="13462080"/>
            <a:ext cx="3368040" cy="708660"/>
          </a:xfrm>
          <a:prstGeom prst="rect">
            <a:avLst/>
          </a:prstGeom>
        </p:spPr>
        <p:txBody>
          <a:bodyPr vert="horz" lIns="125401" tIns="62700" rIns="125401" bIns="62700" rtlCol="0" anchor="b"/>
          <a:lstStyle>
            <a:lvl1pPr algn="r">
              <a:defRPr sz="1600">
                <a:latin typeface="Arial"/>
                <a:cs typeface="Arial"/>
              </a:defRPr>
            </a:lvl1pPr>
          </a:lstStyle>
          <a:p>
            <a:fld id="{7DE2E8FF-3D0C-9D4D-B4D1-3089215958A5}" type="slidenum">
              <a:rPr lang="en-US" smtClean="0"/>
              <a:pPr/>
              <a:t>‹#›</a:t>
            </a:fld>
            <a:endParaRPr lang="en-US"/>
          </a:p>
        </p:txBody>
      </p:sp>
    </p:spTree>
    <p:extLst>
      <p:ext uri="{BB962C8B-B14F-4D97-AF65-F5344CB8AC3E}">
        <p14:creationId xmlns:p14="http://schemas.microsoft.com/office/powerpoint/2010/main" val="3274134959"/>
      </p:ext>
    </p:extLst>
  </p:cSld>
  <p:clrMap bg1="lt1" tx1="dk1" bg2="lt2" tx2="dk2" accent1="accent1" accent2="accent2" accent3="accent3" accent4="accent4" accent5="accent5" accent6="accent6" hlink="hlink" folHlink="folHlink"/>
  <p:hf hdr="0" ftr="0" dt="0"/>
  <p:notesStyle>
    <a:lvl1pPr marL="0" algn="l" defTabSz="731520" rtl="0" eaLnBrk="1" latinLnBrk="0" hangingPunct="1">
      <a:defRPr sz="1920" kern="1200">
        <a:solidFill>
          <a:schemeClr val="tx1"/>
        </a:solidFill>
        <a:latin typeface="Arial"/>
        <a:ea typeface="+mn-ea"/>
        <a:cs typeface="Arial"/>
      </a:defRPr>
    </a:lvl1pPr>
    <a:lvl2pPr marL="731520" algn="l" defTabSz="731520" rtl="0" eaLnBrk="1" latinLnBrk="0" hangingPunct="1">
      <a:defRPr sz="1920" kern="1200">
        <a:solidFill>
          <a:schemeClr val="tx1"/>
        </a:solidFill>
        <a:latin typeface="Arial"/>
        <a:ea typeface="+mn-ea"/>
        <a:cs typeface="+mn-cs"/>
      </a:defRPr>
    </a:lvl2pPr>
    <a:lvl3pPr marL="1463040" algn="l" defTabSz="731520" rtl="0" eaLnBrk="1" latinLnBrk="0" hangingPunct="1">
      <a:defRPr sz="1920" kern="1200">
        <a:solidFill>
          <a:schemeClr val="tx1"/>
        </a:solidFill>
        <a:latin typeface="Arial"/>
        <a:ea typeface="+mn-ea"/>
        <a:cs typeface="+mn-cs"/>
      </a:defRPr>
    </a:lvl3pPr>
    <a:lvl4pPr marL="2194560" algn="l" defTabSz="731520" rtl="0" eaLnBrk="1" latinLnBrk="0" hangingPunct="1">
      <a:defRPr sz="1920" kern="1200">
        <a:solidFill>
          <a:schemeClr val="tx1"/>
        </a:solidFill>
        <a:latin typeface="Arial"/>
        <a:ea typeface="+mn-ea"/>
        <a:cs typeface="+mn-cs"/>
      </a:defRPr>
    </a:lvl4pPr>
    <a:lvl5pPr marL="2926080" algn="l" defTabSz="731520" rtl="0" eaLnBrk="1" latinLnBrk="0" hangingPunct="1">
      <a:defRPr sz="1920" kern="1200">
        <a:solidFill>
          <a:schemeClr val="tx1"/>
        </a:solidFill>
        <a:latin typeface="Arial"/>
        <a:ea typeface="+mn-ea"/>
        <a:cs typeface="+mn-cs"/>
      </a:defRPr>
    </a:lvl5pPr>
    <a:lvl6pPr marL="3657600" algn="l" defTabSz="731520" rtl="0" eaLnBrk="1" latinLnBrk="0" hangingPunct="1">
      <a:defRPr sz="1920" kern="1200">
        <a:solidFill>
          <a:schemeClr val="tx1"/>
        </a:solidFill>
        <a:latin typeface="+mn-lt"/>
        <a:ea typeface="+mn-ea"/>
        <a:cs typeface="+mn-cs"/>
      </a:defRPr>
    </a:lvl6pPr>
    <a:lvl7pPr marL="4389120" algn="l" defTabSz="731520" rtl="0" eaLnBrk="1" latinLnBrk="0" hangingPunct="1">
      <a:defRPr sz="1920" kern="1200">
        <a:solidFill>
          <a:schemeClr val="tx1"/>
        </a:solidFill>
        <a:latin typeface="+mn-lt"/>
        <a:ea typeface="+mn-ea"/>
        <a:cs typeface="+mn-cs"/>
      </a:defRPr>
    </a:lvl7pPr>
    <a:lvl8pPr marL="5120640" algn="l" defTabSz="731520" rtl="0" eaLnBrk="1" latinLnBrk="0" hangingPunct="1">
      <a:defRPr sz="1920" kern="1200">
        <a:solidFill>
          <a:schemeClr val="tx1"/>
        </a:solidFill>
        <a:latin typeface="+mn-lt"/>
        <a:ea typeface="+mn-ea"/>
        <a:cs typeface="+mn-cs"/>
      </a:defRPr>
    </a:lvl8pPr>
    <a:lvl9pPr marL="5852160" algn="l" defTabSz="731520" rtl="0" eaLnBrk="1" latinLnBrk="0" hangingPunct="1">
      <a:defRPr sz="192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03013-0C30-5A68-C27F-069924389C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23E717-EED2-4FFE-BAF2-6DB2D8D907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4A3A96-4101-59D3-53D0-1F850CF82182}"/>
              </a:ext>
            </a:extLst>
          </p:cNvPr>
          <p:cNvSpPr>
            <a:spLocks noGrp="1"/>
          </p:cNvSpPr>
          <p:nvPr>
            <p:ph type="body" idx="1"/>
          </p:nvPr>
        </p:nvSpPr>
        <p:spPr/>
        <p:txBody>
          <a:bodyPr/>
          <a:lstStyle/>
          <a:p>
            <a:endParaRPr lang="en-GB" sz="1920" kern="1200">
              <a:solidFill>
                <a:schemeClr val="tx1"/>
              </a:solidFill>
              <a:effectLst/>
              <a:latin typeface="Arial"/>
              <a:ea typeface="+mn-ea"/>
              <a:cs typeface="Arial"/>
            </a:endParaRPr>
          </a:p>
        </p:txBody>
      </p:sp>
      <p:sp>
        <p:nvSpPr>
          <p:cNvPr id="4" name="Slide Number Placeholder 3">
            <a:extLst>
              <a:ext uri="{FF2B5EF4-FFF2-40B4-BE49-F238E27FC236}">
                <a16:creationId xmlns:a16="http://schemas.microsoft.com/office/drawing/2014/main" id="{A7CAF731-F062-38D8-0D44-273803624348}"/>
              </a:ext>
            </a:extLst>
          </p:cNvPr>
          <p:cNvSpPr>
            <a:spLocks noGrp="1"/>
          </p:cNvSpPr>
          <p:nvPr>
            <p:ph type="sldNum" sz="quarter" idx="5"/>
          </p:nvPr>
        </p:nvSpPr>
        <p:spPr/>
        <p:txBody>
          <a:bodyPr/>
          <a:lstStyle/>
          <a:p>
            <a:pPr marL="0" marR="0" lvl="0" indent="0" algn="r" defTabSz="1463040" rtl="0" eaLnBrk="1" fontAlgn="auto" latinLnBrk="0" hangingPunct="1">
              <a:lnSpc>
                <a:spcPct val="100000"/>
              </a:lnSpc>
              <a:spcBef>
                <a:spcPts val="0"/>
              </a:spcBef>
              <a:spcAft>
                <a:spcPts val="0"/>
              </a:spcAft>
              <a:buClrTx/>
              <a:buSzTx/>
              <a:buFontTx/>
              <a:buNone/>
              <a:tabLst/>
              <a:defRPr/>
            </a:pPr>
            <a:fld id="{7DE2E8FF-3D0C-9D4D-B4D1-3089215958A5}" type="slidenum">
              <a:rPr kumimoji="0" lang="en-US" sz="1300" b="0" i="0" u="none" strike="noStrike" kern="1200" cap="none" spc="0" normalizeH="0" baseline="0" noProof="0" smtClean="0">
                <a:ln>
                  <a:noFill/>
                </a:ln>
                <a:solidFill>
                  <a:prstClr val="black"/>
                </a:solidFill>
                <a:effectLst/>
                <a:uLnTx/>
                <a:uFillTx/>
                <a:latin typeface="Arial"/>
                <a:ea typeface="+mn-ea"/>
                <a:cs typeface="Arial"/>
              </a:rPr>
              <a:pPr marL="0" marR="0" lvl="0" indent="0" algn="r" defTabSz="1463040" rtl="0" eaLnBrk="1" fontAlgn="auto" latinLnBrk="0" hangingPunct="1">
                <a:lnSpc>
                  <a:spcPct val="100000"/>
                </a:lnSpc>
                <a:spcBef>
                  <a:spcPts val="0"/>
                </a:spcBef>
                <a:spcAft>
                  <a:spcPts val="0"/>
                </a:spcAft>
                <a:buClrTx/>
                <a:buSzTx/>
                <a:buFontTx/>
                <a:buNone/>
                <a:tabLst/>
                <a:defRPr/>
              </a:pPr>
              <a:t>5</a:t>
            </a:fld>
            <a:endParaRPr kumimoji="0" lang="en-US" sz="1300" b="0" i="0" u="none" strike="noStrike" kern="1200" cap="none" spc="0" normalizeH="0" baseline="0" noProof="0">
              <a:ln>
                <a:noFill/>
              </a:ln>
              <a:solidFill>
                <a:prstClr val="black"/>
              </a:solidFill>
              <a:effectLst/>
              <a:uLnTx/>
              <a:uFillTx/>
              <a:latin typeface="Arial"/>
              <a:ea typeface="+mn-ea"/>
              <a:cs typeface="Arial"/>
            </a:endParaRPr>
          </a:p>
        </p:txBody>
      </p:sp>
    </p:spTree>
    <p:extLst>
      <p:ext uri="{BB962C8B-B14F-4D97-AF65-F5344CB8AC3E}">
        <p14:creationId xmlns:p14="http://schemas.microsoft.com/office/powerpoint/2010/main" val="21381941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sz="1920" kern="1200">
              <a:solidFill>
                <a:schemeClr val="tx1"/>
              </a:solidFill>
              <a:effectLst/>
              <a:latin typeface="Arial"/>
              <a:ea typeface="+mn-ea"/>
              <a:cs typeface="Arial"/>
            </a:endParaRPr>
          </a:p>
        </p:txBody>
      </p:sp>
      <p:sp>
        <p:nvSpPr>
          <p:cNvPr id="4" name="Slide Number Placeholder 3"/>
          <p:cNvSpPr>
            <a:spLocks noGrp="1"/>
          </p:cNvSpPr>
          <p:nvPr>
            <p:ph type="sldNum" sz="quarter" idx="5"/>
          </p:nvPr>
        </p:nvSpPr>
        <p:spPr/>
        <p:txBody>
          <a:bodyPr/>
          <a:lstStyle/>
          <a:p>
            <a:pPr marL="0" marR="0" lvl="0" indent="0" algn="r" defTabSz="1463040" rtl="0" eaLnBrk="1" fontAlgn="auto" latinLnBrk="0" hangingPunct="1">
              <a:lnSpc>
                <a:spcPct val="100000"/>
              </a:lnSpc>
              <a:spcBef>
                <a:spcPts val="0"/>
              </a:spcBef>
              <a:spcAft>
                <a:spcPts val="0"/>
              </a:spcAft>
              <a:buClrTx/>
              <a:buSzTx/>
              <a:buFontTx/>
              <a:buNone/>
              <a:tabLst/>
              <a:defRPr/>
            </a:pPr>
            <a:fld id="{7DE2E8FF-3D0C-9D4D-B4D1-3089215958A5}" type="slidenum">
              <a:rPr kumimoji="0" lang="en-US" sz="1300" b="0" i="0" u="none" strike="noStrike" kern="1200" cap="none" spc="0" normalizeH="0" baseline="0" noProof="0" smtClean="0">
                <a:ln>
                  <a:noFill/>
                </a:ln>
                <a:solidFill>
                  <a:prstClr val="black"/>
                </a:solidFill>
                <a:effectLst/>
                <a:uLnTx/>
                <a:uFillTx/>
                <a:latin typeface="Arial"/>
                <a:ea typeface="+mn-ea"/>
                <a:cs typeface="Arial"/>
              </a:rPr>
              <a:pPr marL="0" marR="0" lvl="0" indent="0" algn="r" defTabSz="1463040" rtl="0" eaLnBrk="1" fontAlgn="auto" latinLnBrk="0" hangingPunct="1">
                <a:lnSpc>
                  <a:spcPct val="100000"/>
                </a:lnSpc>
                <a:spcBef>
                  <a:spcPts val="0"/>
                </a:spcBef>
                <a:spcAft>
                  <a:spcPts val="0"/>
                </a:spcAft>
                <a:buClrTx/>
                <a:buSzTx/>
                <a:buFontTx/>
                <a:buNone/>
                <a:tabLst/>
                <a:defRPr/>
              </a:pPr>
              <a:t>6</a:t>
            </a:fld>
            <a:endParaRPr kumimoji="0" lang="en-US" sz="1300" b="0" i="0" u="none" strike="noStrike" kern="1200" cap="none" spc="0" normalizeH="0" baseline="0" noProof="0">
              <a:ln>
                <a:noFill/>
              </a:ln>
              <a:solidFill>
                <a:prstClr val="black"/>
              </a:solidFill>
              <a:effectLst/>
              <a:uLnTx/>
              <a:uFillTx/>
              <a:latin typeface="Arial"/>
              <a:ea typeface="+mn-ea"/>
              <a:cs typeface="Arial"/>
            </a:endParaRPr>
          </a:p>
        </p:txBody>
      </p:sp>
    </p:spTree>
    <p:extLst>
      <p:ext uri="{BB962C8B-B14F-4D97-AF65-F5344CB8AC3E}">
        <p14:creationId xmlns:p14="http://schemas.microsoft.com/office/powerpoint/2010/main" val="156244276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Deliver Excellence Title Slide">
    <p:spTree>
      <p:nvGrpSpPr>
        <p:cNvPr id="1" name=""/>
        <p:cNvGrpSpPr/>
        <p:nvPr/>
      </p:nvGrpSpPr>
      <p:grpSpPr>
        <a:xfrm>
          <a:off x="0" y="0"/>
          <a:ext cx="0" cy="0"/>
          <a:chOff x="0" y="0"/>
          <a:chExt cx="0" cy="0"/>
        </a:xfrm>
      </p:grpSpPr>
      <p:pic>
        <p:nvPicPr>
          <p:cNvPr id="3" name="Picture 2" descr="Shape&#10;&#10;Description automatically generated">
            <a:extLst>
              <a:ext uri="{FF2B5EF4-FFF2-40B4-BE49-F238E27FC236}">
                <a16:creationId xmlns:a16="http://schemas.microsoft.com/office/drawing/2014/main" id="{6B86D8E4-D42C-4BA4-8C3D-EE6E0354EA3C}"/>
              </a:ext>
            </a:extLst>
          </p:cNvPr>
          <p:cNvPicPr>
            <a:picLocks noChangeAspect="1"/>
          </p:cNvPicPr>
          <p:nvPr userDrawn="1"/>
        </p:nvPicPr>
        <p:blipFill>
          <a:blip r:embed="rId2"/>
          <a:stretch>
            <a:fillRect/>
          </a:stretch>
        </p:blipFill>
        <p:spPr>
          <a:xfrm>
            <a:off x="1777" y="0"/>
            <a:ext cx="14626846" cy="8229600"/>
          </a:xfrm>
          <a:prstGeom prst="rect">
            <a:avLst/>
          </a:prstGeom>
        </p:spPr>
      </p:pic>
      <p:grpSp>
        <p:nvGrpSpPr>
          <p:cNvPr id="9" name="Group 8"/>
          <p:cNvGrpSpPr/>
          <p:nvPr userDrawn="1"/>
        </p:nvGrpSpPr>
        <p:grpSpPr>
          <a:xfrm>
            <a:off x="-91440" y="-91440"/>
            <a:ext cx="14813280" cy="8412480"/>
            <a:chOff x="-91440" y="-91440"/>
            <a:chExt cx="14813280" cy="8412480"/>
          </a:xfrm>
        </p:grpSpPr>
        <p:cxnSp>
          <p:nvCxnSpPr>
            <p:cNvPr id="10" name="Straight Connector 9"/>
            <p:cNvCxnSpPr/>
            <p:nvPr userDrawn="1"/>
          </p:nvCxnSpPr>
          <p:spPr>
            <a:xfrm>
              <a:off x="-9144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userDrawn="1"/>
          </p:nvCxnSpPr>
          <p:spPr>
            <a:xfrm>
              <a:off x="-9144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a:off x="-9144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userDrawn="1"/>
          </p:nvCxnSpPr>
          <p:spPr>
            <a:xfrm>
              <a:off x="1467612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userDrawn="1"/>
          </p:nvCxnSpPr>
          <p:spPr>
            <a:xfrm>
              <a:off x="1467612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userDrawn="1"/>
          </p:nvCxnSpPr>
          <p:spPr>
            <a:xfrm>
              <a:off x="1467612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userDrawn="1"/>
          </p:nvCxnSpPr>
          <p:spPr>
            <a:xfrm>
              <a:off x="685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userDrawn="1"/>
          </p:nvCxnSpPr>
          <p:spPr>
            <a:xfrm>
              <a:off x="13944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userDrawn="1"/>
          </p:nvCxnSpPr>
          <p:spPr>
            <a:xfrm>
              <a:off x="685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userDrawn="1"/>
          </p:nvCxnSpPr>
          <p:spPr>
            <a:xfrm>
              <a:off x="13944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userDrawn="1"/>
          </p:nvCxnSpPr>
          <p:spPr>
            <a:xfrm>
              <a:off x="11887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userDrawn="1"/>
          </p:nvCxnSpPr>
          <p:spPr>
            <a:xfrm>
              <a:off x="7315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7" name="Straight Connector 26"/>
            <p:cNvCxnSpPr/>
            <p:nvPr userDrawn="1"/>
          </p:nvCxnSpPr>
          <p:spPr>
            <a:xfrm>
              <a:off x="7315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userDrawn="1"/>
          </p:nvCxnSpPr>
          <p:spPr>
            <a:xfrm>
              <a:off x="7086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userDrawn="1"/>
          </p:nvCxnSpPr>
          <p:spPr>
            <a:xfrm>
              <a:off x="7543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userDrawn="1"/>
          </p:nvCxnSpPr>
          <p:spPr>
            <a:xfrm>
              <a:off x="7086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userDrawn="1"/>
          </p:nvCxnSpPr>
          <p:spPr>
            <a:xfrm>
              <a:off x="7543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userDrawn="1"/>
          </p:nvCxnSpPr>
          <p:spPr>
            <a:xfrm>
              <a:off x="5257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3" name="Straight Connector 32"/>
            <p:cNvCxnSpPr/>
            <p:nvPr userDrawn="1"/>
          </p:nvCxnSpPr>
          <p:spPr>
            <a:xfrm>
              <a:off x="4800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userDrawn="1"/>
          </p:nvCxnSpPr>
          <p:spPr>
            <a:xfrm>
              <a:off x="9372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userDrawn="1"/>
          </p:nvCxnSpPr>
          <p:spPr>
            <a:xfrm>
              <a:off x="9829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6" name="Straight Connector 35"/>
            <p:cNvCxnSpPr/>
            <p:nvPr userDrawn="1"/>
          </p:nvCxnSpPr>
          <p:spPr>
            <a:xfrm>
              <a:off x="5257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userDrawn="1"/>
          </p:nvCxnSpPr>
          <p:spPr>
            <a:xfrm>
              <a:off x="9829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8" name="Straight Connector 37"/>
            <p:cNvCxnSpPr/>
            <p:nvPr userDrawn="1"/>
          </p:nvCxnSpPr>
          <p:spPr>
            <a:xfrm>
              <a:off x="4800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9" name="Straight Connector 38"/>
            <p:cNvCxnSpPr/>
            <p:nvPr userDrawn="1"/>
          </p:nvCxnSpPr>
          <p:spPr>
            <a:xfrm>
              <a:off x="9372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0" name="Straight Connector 39"/>
            <p:cNvCxnSpPr/>
            <p:nvPr userDrawn="1"/>
          </p:nvCxnSpPr>
          <p:spPr>
            <a:xfrm>
              <a:off x="11887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userDrawn="1"/>
          </p:nvCxnSpPr>
          <p:spPr>
            <a:xfrm>
              <a:off x="1467612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2" name="Straight Connector 41"/>
            <p:cNvCxnSpPr/>
            <p:nvPr userDrawn="1"/>
          </p:nvCxnSpPr>
          <p:spPr>
            <a:xfrm>
              <a:off x="-9144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grpSp>
      <p:pic>
        <p:nvPicPr>
          <p:cNvPr id="46" name="Graphic 45">
            <a:extLst>
              <a:ext uri="{FF2B5EF4-FFF2-40B4-BE49-F238E27FC236}">
                <a16:creationId xmlns:a16="http://schemas.microsoft.com/office/drawing/2014/main" id="{D07C659E-3F10-46E2-9676-61137FD9384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688975" y="685801"/>
            <a:ext cx="1430092" cy="781050"/>
          </a:xfrm>
          <a:prstGeom prst="rect">
            <a:avLst/>
          </a:prstGeom>
        </p:spPr>
      </p:pic>
      <p:sp>
        <p:nvSpPr>
          <p:cNvPr id="47" name="Title 1">
            <a:extLst>
              <a:ext uri="{FF2B5EF4-FFF2-40B4-BE49-F238E27FC236}">
                <a16:creationId xmlns:a16="http://schemas.microsoft.com/office/drawing/2014/main" id="{0131F459-E553-4CE6-92F0-91E2F09BA9B3}"/>
              </a:ext>
            </a:extLst>
          </p:cNvPr>
          <p:cNvSpPr>
            <a:spLocks noGrp="1"/>
          </p:cNvSpPr>
          <p:nvPr>
            <p:ph type="ctrTitle"/>
          </p:nvPr>
        </p:nvSpPr>
        <p:spPr>
          <a:xfrm>
            <a:off x="1168401" y="2781300"/>
            <a:ext cx="4858326" cy="2545080"/>
          </a:xfrm>
        </p:spPr>
        <p:txBody>
          <a:bodyPr anchor="ctr" anchorCtr="0">
            <a:noAutofit/>
          </a:bodyPr>
          <a:lstStyle>
            <a:lvl1pPr>
              <a:defRPr sz="4400">
                <a:solidFill>
                  <a:schemeClr val="bg1"/>
                </a:solidFill>
              </a:defRPr>
            </a:lvl1pPr>
          </a:lstStyle>
          <a:p>
            <a:r>
              <a:rPr lang="en-US"/>
              <a:t>Click to edit Master title style</a:t>
            </a:r>
          </a:p>
        </p:txBody>
      </p:sp>
      <p:sp>
        <p:nvSpPr>
          <p:cNvPr id="48" name="Subtitle 2">
            <a:extLst>
              <a:ext uri="{FF2B5EF4-FFF2-40B4-BE49-F238E27FC236}">
                <a16:creationId xmlns:a16="http://schemas.microsoft.com/office/drawing/2014/main" id="{00FE735E-E3CF-4086-AF37-051864E157BF}"/>
              </a:ext>
            </a:extLst>
          </p:cNvPr>
          <p:cNvSpPr>
            <a:spLocks noGrp="1"/>
          </p:cNvSpPr>
          <p:nvPr>
            <p:ph type="subTitle" idx="1"/>
          </p:nvPr>
        </p:nvSpPr>
        <p:spPr>
          <a:xfrm>
            <a:off x="1168401" y="5494020"/>
            <a:ext cx="4858326" cy="914400"/>
          </a:xfrm>
        </p:spPr>
        <p:txBody>
          <a:bodyPr>
            <a:noAutofit/>
          </a:bodyPr>
          <a:lstStyle>
            <a:lvl1pPr marL="0" indent="0" algn="l">
              <a:spcBef>
                <a:spcPts val="0"/>
              </a:spcBef>
              <a:buNone/>
              <a:defRPr sz="2800">
                <a:solidFill>
                  <a:schemeClr val="bg1"/>
                </a:solidFill>
              </a:defRPr>
            </a:lvl1pPr>
            <a:lvl2pPr marL="731520" indent="0" algn="ctr">
              <a:buNone/>
              <a:defRPr>
                <a:solidFill>
                  <a:schemeClr val="tx1">
                    <a:tint val="75000"/>
                  </a:schemeClr>
                </a:solidFill>
              </a:defRPr>
            </a:lvl2pPr>
            <a:lvl3pPr marL="1463040" indent="0" algn="ctr">
              <a:buNone/>
              <a:defRPr>
                <a:solidFill>
                  <a:schemeClr val="tx1">
                    <a:tint val="75000"/>
                  </a:schemeClr>
                </a:solidFill>
              </a:defRPr>
            </a:lvl3pPr>
            <a:lvl4pPr marL="2194560" indent="0" algn="ctr">
              <a:buNone/>
              <a:defRPr>
                <a:solidFill>
                  <a:schemeClr val="tx1">
                    <a:tint val="75000"/>
                  </a:schemeClr>
                </a:solidFill>
              </a:defRPr>
            </a:lvl4pPr>
            <a:lvl5pPr marL="2926080" indent="0" algn="ctr">
              <a:buNone/>
              <a:defRPr>
                <a:solidFill>
                  <a:schemeClr val="tx1">
                    <a:tint val="75000"/>
                  </a:schemeClr>
                </a:solidFill>
              </a:defRPr>
            </a:lvl5pPr>
            <a:lvl6pPr marL="3657600" indent="0" algn="ctr">
              <a:buNone/>
              <a:defRPr>
                <a:solidFill>
                  <a:schemeClr val="tx1">
                    <a:tint val="75000"/>
                  </a:schemeClr>
                </a:solidFill>
              </a:defRPr>
            </a:lvl6pPr>
            <a:lvl7pPr marL="4389120" indent="0" algn="ctr">
              <a:buNone/>
              <a:defRPr>
                <a:solidFill>
                  <a:schemeClr val="tx1">
                    <a:tint val="75000"/>
                  </a:schemeClr>
                </a:solidFill>
              </a:defRPr>
            </a:lvl7pPr>
            <a:lvl8pPr marL="5120640" indent="0" algn="ctr">
              <a:buNone/>
              <a:defRPr>
                <a:solidFill>
                  <a:schemeClr val="tx1">
                    <a:tint val="75000"/>
                  </a:schemeClr>
                </a:solidFill>
              </a:defRPr>
            </a:lvl8pPr>
            <a:lvl9pPr marL="5852160" indent="0" algn="ctr">
              <a:buNone/>
              <a:defRPr>
                <a:solidFill>
                  <a:schemeClr val="tx1">
                    <a:tint val="75000"/>
                  </a:schemeClr>
                </a:solidFill>
              </a:defRPr>
            </a:lvl9pPr>
          </a:lstStyle>
          <a:p>
            <a:r>
              <a:rPr lang="en-US"/>
              <a:t>Click to edit Master subtitle style</a:t>
            </a:r>
          </a:p>
        </p:txBody>
      </p:sp>
      <p:sp>
        <p:nvSpPr>
          <p:cNvPr id="2" name="Footer Placeholder 4">
            <a:extLst>
              <a:ext uri="{FF2B5EF4-FFF2-40B4-BE49-F238E27FC236}">
                <a16:creationId xmlns:a16="http://schemas.microsoft.com/office/drawing/2014/main" id="{699D14CA-575C-EA7D-BE23-67723D5954E2}"/>
              </a:ext>
            </a:extLst>
          </p:cNvPr>
          <p:cNvSpPr txBox="1">
            <a:spLocks/>
          </p:cNvSpPr>
          <p:nvPr userDrawn="1"/>
        </p:nvSpPr>
        <p:spPr>
          <a:xfrm>
            <a:off x="685779" y="7631841"/>
            <a:ext cx="5029200" cy="27432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a:solidFill>
                  <a:schemeClr val="tx1"/>
                </a:solidFill>
              </a:rPr>
              <a:t>© </a:t>
            </a:r>
            <a:fld id="{1C50FC3A-183C-4C20-B5A6-510A748E07ED}" type="datetimeyyyy">
              <a:rPr lang="en-US" sz="1100" smtClean="0">
                <a:solidFill>
                  <a:schemeClr val="tx1"/>
                </a:solidFill>
              </a:rPr>
              <a:t>2025</a:t>
            </a:fld>
            <a:r>
              <a:rPr lang="en-US" sz="1100">
                <a:solidFill>
                  <a:schemeClr val="tx1"/>
                </a:solidFill>
              </a:rPr>
              <a:t> DXC Technology Company. All rights reserved.</a:t>
            </a:r>
          </a:p>
        </p:txBody>
      </p:sp>
      <p:sp>
        <p:nvSpPr>
          <p:cNvPr id="4" name="TextBox 3">
            <a:extLst>
              <a:ext uri="{FF2B5EF4-FFF2-40B4-BE49-F238E27FC236}">
                <a16:creationId xmlns:a16="http://schemas.microsoft.com/office/drawing/2014/main" id="{3EDC14C5-6F6B-9463-B1A8-DD5C5DA635CE}"/>
              </a:ext>
            </a:extLst>
          </p:cNvPr>
          <p:cNvSpPr txBox="1"/>
          <p:nvPr userDrawn="1"/>
        </p:nvSpPr>
        <p:spPr>
          <a:xfrm>
            <a:off x="688975" y="7947684"/>
            <a:ext cx="2354579" cy="123111"/>
          </a:xfrm>
          <a:prstGeom prst="rect">
            <a:avLst/>
          </a:prstGeom>
          <a:noFill/>
        </p:spPr>
        <p:txBody>
          <a:bodyPr wrap="square" lIns="0" tIns="0" rIns="0" bIns="0">
            <a:spAutoFit/>
          </a:bodyPr>
          <a:lstStyle/>
          <a:p>
            <a:pPr algn="l"/>
            <a:r>
              <a:rPr lang="en-US" sz="800" b="1"/>
              <a:t>DXC Internal</a:t>
            </a:r>
          </a:p>
        </p:txBody>
      </p:sp>
    </p:spTree>
    <p:extLst>
      <p:ext uri="{BB962C8B-B14F-4D97-AF65-F5344CB8AC3E}">
        <p14:creationId xmlns:p14="http://schemas.microsoft.com/office/powerpoint/2010/main" val="31512702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4_Purple Tab Shape Title Slide 2">
    <p:spTree>
      <p:nvGrpSpPr>
        <p:cNvPr id="1" name=""/>
        <p:cNvGrpSpPr/>
        <p:nvPr/>
      </p:nvGrpSpPr>
      <p:grpSpPr>
        <a:xfrm>
          <a:off x="0" y="0"/>
          <a:ext cx="0" cy="0"/>
          <a:chOff x="0" y="0"/>
          <a:chExt cx="0" cy="0"/>
        </a:xfrm>
      </p:grpSpPr>
      <p:sp>
        <p:nvSpPr>
          <p:cNvPr id="44" name="Rectangle: Single Corner Rounded 43">
            <a:extLst>
              <a:ext uri="{FF2B5EF4-FFF2-40B4-BE49-F238E27FC236}">
                <a16:creationId xmlns:a16="http://schemas.microsoft.com/office/drawing/2014/main" id="{2C9C6690-9226-4F0C-A542-C330AFCC2AF3}"/>
              </a:ext>
            </a:extLst>
          </p:cNvPr>
          <p:cNvSpPr/>
          <p:nvPr userDrawn="1"/>
        </p:nvSpPr>
        <p:spPr>
          <a:xfrm>
            <a:off x="685802" y="2539999"/>
            <a:ext cx="6629396" cy="4996181"/>
          </a:xfrm>
          <a:prstGeom prst="round1Rect">
            <a:avLst>
              <a:gd name="adj" fmla="val 18188"/>
            </a:avLst>
          </a:prstGeom>
          <a:solidFill>
            <a:schemeClr val="accent1"/>
          </a:solidFill>
          <a:ln>
            <a:noFill/>
          </a:ln>
        </p:spPr>
        <p:style>
          <a:lnRef idx="0">
            <a:schemeClr val="accent1"/>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p:nvPr userDrawn="1"/>
        </p:nvGrpSpPr>
        <p:grpSpPr>
          <a:xfrm>
            <a:off x="-91440" y="-91440"/>
            <a:ext cx="14813280" cy="8412480"/>
            <a:chOff x="-91440" y="-91440"/>
            <a:chExt cx="14813280" cy="8412480"/>
          </a:xfrm>
        </p:grpSpPr>
        <p:cxnSp>
          <p:nvCxnSpPr>
            <p:cNvPr id="10" name="Straight Connector 9"/>
            <p:cNvCxnSpPr/>
            <p:nvPr userDrawn="1"/>
          </p:nvCxnSpPr>
          <p:spPr>
            <a:xfrm>
              <a:off x="-9144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userDrawn="1"/>
          </p:nvCxnSpPr>
          <p:spPr>
            <a:xfrm>
              <a:off x="-9144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a:off x="-9144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userDrawn="1"/>
          </p:nvCxnSpPr>
          <p:spPr>
            <a:xfrm>
              <a:off x="1467612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userDrawn="1"/>
          </p:nvCxnSpPr>
          <p:spPr>
            <a:xfrm>
              <a:off x="1467612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userDrawn="1"/>
          </p:nvCxnSpPr>
          <p:spPr>
            <a:xfrm>
              <a:off x="1467612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userDrawn="1"/>
          </p:nvCxnSpPr>
          <p:spPr>
            <a:xfrm>
              <a:off x="685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userDrawn="1"/>
          </p:nvCxnSpPr>
          <p:spPr>
            <a:xfrm>
              <a:off x="13944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userDrawn="1"/>
          </p:nvCxnSpPr>
          <p:spPr>
            <a:xfrm>
              <a:off x="685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userDrawn="1"/>
          </p:nvCxnSpPr>
          <p:spPr>
            <a:xfrm>
              <a:off x="13944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userDrawn="1"/>
          </p:nvCxnSpPr>
          <p:spPr>
            <a:xfrm>
              <a:off x="11887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userDrawn="1"/>
          </p:nvCxnSpPr>
          <p:spPr>
            <a:xfrm>
              <a:off x="7315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7" name="Straight Connector 26"/>
            <p:cNvCxnSpPr/>
            <p:nvPr userDrawn="1"/>
          </p:nvCxnSpPr>
          <p:spPr>
            <a:xfrm>
              <a:off x="7315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userDrawn="1"/>
          </p:nvCxnSpPr>
          <p:spPr>
            <a:xfrm>
              <a:off x="7086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userDrawn="1"/>
          </p:nvCxnSpPr>
          <p:spPr>
            <a:xfrm>
              <a:off x="7543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userDrawn="1"/>
          </p:nvCxnSpPr>
          <p:spPr>
            <a:xfrm>
              <a:off x="7086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userDrawn="1"/>
          </p:nvCxnSpPr>
          <p:spPr>
            <a:xfrm>
              <a:off x="7543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userDrawn="1"/>
          </p:nvCxnSpPr>
          <p:spPr>
            <a:xfrm>
              <a:off x="5257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3" name="Straight Connector 32"/>
            <p:cNvCxnSpPr/>
            <p:nvPr userDrawn="1"/>
          </p:nvCxnSpPr>
          <p:spPr>
            <a:xfrm>
              <a:off x="4800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userDrawn="1"/>
          </p:nvCxnSpPr>
          <p:spPr>
            <a:xfrm>
              <a:off x="9372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userDrawn="1"/>
          </p:nvCxnSpPr>
          <p:spPr>
            <a:xfrm>
              <a:off x="9829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6" name="Straight Connector 35"/>
            <p:cNvCxnSpPr/>
            <p:nvPr userDrawn="1"/>
          </p:nvCxnSpPr>
          <p:spPr>
            <a:xfrm>
              <a:off x="5257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userDrawn="1"/>
          </p:nvCxnSpPr>
          <p:spPr>
            <a:xfrm>
              <a:off x="9829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8" name="Straight Connector 37"/>
            <p:cNvCxnSpPr/>
            <p:nvPr userDrawn="1"/>
          </p:nvCxnSpPr>
          <p:spPr>
            <a:xfrm>
              <a:off x="4800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9" name="Straight Connector 38"/>
            <p:cNvCxnSpPr/>
            <p:nvPr userDrawn="1"/>
          </p:nvCxnSpPr>
          <p:spPr>
            <a:xfrm>
              <a:off x="9372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0" name="Straight Connector 39"/>
            <p:cNvCxnSpPr/>
            <p:nvPr userDrawn="1"/>
          </p:nvCxnSpPr>
          <p:spPr>
            <a:xfrm>
              <a:off x="11887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userDrawn="1"/>
          </p:nvCxnSpPr>
          <p:spPr>
            <a:xfrm>
              <a:off x="1467612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2" name="Straight Connector 41"/>
            <p:cNvCxnSpPr/>
            <p:nvPr userDrawn="1"/>
          </p:nvCxnSpPr>
          <p:spPr>
            <a:xfrm>
              <a:off x="-9144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grpSp>
      <p:sp>
        <p:nvSpPr>
          <p:cNvPr id="43" name="Title 1">
            <a:extLst>
              <a:ext uri="{FF2B5EF4-FFF2-40B4-BE49-F238E27FC236}">
                <a16:creationId xmlns:a16="http://schemas.microsoft.com/office/drawing/2014/main" id="{32FF021F-9D63-4AEC-B29B-F9D3753BE294}"/>
              </a:ext>
            </a:extLst>
          </p:cNvPr>
          <p:cNvSpPr>
            <a:spLocks noGrp="1"/>
          </p:cNvSpPr>
          <p:nvPr>
            <p:ph type="ctrTitle"/>
          </p:nvPr>
        </p:nvSpPr>
        <p:spPr>
          <a:xfrm>
            <a:off x="1168400" y="3105150"/>
            <a:ext cx="5609471" cy="2066925"/>
          </a:xfrm>
        </p:spPr>
        <p:txBody>
          <a:bodyPr anchor="ctr" anchorCtr="0">
            <a:noAutofit/>
          </a:bodyPr>
          <a:lstStyle>
            <a:lvl1pPr>
              <a:defRPr sz="4800">
                <a:solidFill>
                  <a:schemeClr val="bg1"/>
                </a:solidFill>
              </a:defRPr>
            </a:lvl1pPr>
          </a:lstStyle>
          <a:p>
            <a:r>
              <a:rPr lang="en-US"/>
              <a:t>Click to edit Master title style</a:t>
            </a:r>
          </a:p>
        </p:txBody>
      </p:sp>
      <p:sp>
        <p:nvSpPr>
          <p:cNvPr id="45" name="Subtitle 2">
            <a:extLst>
              <a:ext uri="{FF2B5EF4-FFF2-40B4-BE49-F238E27FC236}">
                <a16:creationId xmlns:a16="http://schemas.microsoft.com/office/drawing/2014/main" id="{D9BF61BC-E8BB-4C55-B47E-8C398FC207EC}"/>
              </a:ext>
            </a:extLst>
          </p:cNvPr>
          <p:cNvSpPr>
            <a:spLocks noGrp="1"/>
          </p:cNvSpPr>
          <p:nvPr>
            <p:ph type="subTitle" idx="1"/>
          </p:nvPr>
        </p:nvSpPr>
        <p:spPr>
          <a:xfrm>
            <a:off x="1168401" y="5513070"/>
            <a:ext cx="5609471" cy="914400"/>
          </a:xfrm>
        </p:spPr>
        <p:txBody>
          <a:bodyPr>
            <a:noAutofit/>
          </a:bodyPr>
          <a:lstStyle>
            <a:lvl1pPr marL="0" indent="0" algn="l">
              <a:spcBef>
                <a:spcPts val="0"/>
              </a:spcBef>
              <a:buNone/>
              <a:defRPr sz="2800">
                <a:solidFill>
                  <a:schemeClr val="bg1"/>
                </a:solidFill>
              </a:defRPr>
            </a:lvl1pPr>
            <a:lvl2pPr marL="731520" indent="0" algn="ctr">
              <a:buNone/>
              <a:defRPr>
                <a:solidFill>
                  <a:schemeClr val="tx1">
                    <a:tint val="75000"/>
                  </a:schemeClr>
                </a:solidFill>
              </a:defRPr>
            </a:lvl2pPr>
            <a:lvl3pPr marL="1463040" indent="0" algn="ctr">
              <a:buNone/>
              <a:defRPr>
                <a:solidFill>
                  <a:schemeClr val="tx1">
                    <a:tint val="75000"/>
                  </a:schemeClr>
                </a:solidFill>
              </a:defRPr>
            </a:lvl3pPr>
            <a:lvl4pPr marL="2194560" indent="0" algn="ctr">
              <a:buNone/>
              <a:defRPr>
                <a:solidFill>
                  <a:schemeClr val="tx1">
                    <a:tint val="75000"/>
                  </a:schemeClr>
                </a:solidFill>
              </a:defRPr>
            </a:lvl4pPr>
            <a:lvl5pPr marL="2926080" indent="0" algn="ctr">
              <a:buNone/>
              <a:defRPr>
                <a:solidFill>
                  <a:schemeClr val="tx1">
                    <a:tint val="75000"/>
                  </a:schemeClr>
                </a:solidFill>
              </a:defRPr>
            </a:lvl5pPr>
            <a:lvl6pPr marL="3657600" indent="0" algn="ctr">
              <a:buNone/>
              <a:defRPr>
                <a:solidFill>
                  <a:schemeClr val="tx1">
                    <a:tint val="75000"/>
                  </a:schemeClr>
                </a:solidFill>
              </a:defRPr>
            </a:lvl6pPr>
            <a:lvl7pPr marL="4389120" indent="0" algn="ctr">
              <a:buNone/>
              <a:defRPr>
                <a:solidFill>
                  <a:schemeClr val="tx1">
                    <a:tint val="75000"/>
                  </a:schemeClr>
                </a:solidFill>
              </a:defRPr>
            </a:lvl7pPr>
            <a:lvl8pPr marL="5120640" indent="0" algn="ctr">
              <a:buNone/>
              <a:defRPr>
                <a:solidFill>
                  <a:schemeClr val="tx1">
                    <a:tint val="75000"/>
                  </a:schemeClr>
                </a:solidFill>
              </a:defRPr>
            </a:lvl8pPr>
            <a:lvl9pPr marL="5852160" indent="0" algn="ctr">
              <a:buNone/>
              <a:defRPr>
                <a:solidFill>
                  <a:schemeClr val="tx1">
                    <a:tint val="75000"/>
                  </a:schemeClr>
                </a:solidFill>
              </a:defRPr>
            </a:lvl9pPr>
          </a:lstStyle>
          <a:p>
            <a:r>
              <a:rPr lang="en-US"/>
              <a:t>Click to edit Master subtitle style</a:t>
            </a:r>
          </a:p>
        </p:txBody>
      </p:sp>
      <p:pic>
        <p:nvPicPr>
          <p:cNvPr id="46" name="Graphic 45">
            <a:extLst>
              <a:ext uri="{FF2B5EF4-FFF2-40B4-BE49-F238E27FC236}">
                <a16:creationId xmlns:a16="http://schemas.microsoft.com/office/drawing/2014/main" id="{D07C659E-3F10-46E2-9676-61137FD9384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88975" y="685801"/>
            <a:ext cx="1430092" cy="781050"/>
          </a:xfrm>
          <a:prstGeom prst="rect">
            <a:avLst/>
          </a:prstGeom>
        </p:spPr>
      </p:pic>
      <p:sp>
        <p:nvSpPr>
          <p:cNvPr id="2" name="Footer Placeholder 4">
            <a:extLst>
              <a:ext uri="{FF2B5EF4-FFF2-40B4-BE49-F238E27FC236}">
                <a16:creationId xmlns:a16="http://schemas.microsoft.com/office/drawing/2014/main" id="{3599529D-40A1-0E76-7D85-B0D6B82DA4B6}"/>
              </a:ext>
            </a:extLst>
          </p:cNvPr>
          <p:cNvSpPr txBox="1">
            <a:spLocks/>
          </p:cNvSpPr>
          <p:nvPr userDrawn="1"/>
        </p:nvSpPr>
        <p:spPr>
          <a:xfrm>
            <a:off x="685779" y="7631841"/>
            <a:ext cx="5029200" cy="27432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a:solidFill>
                  <a:schemeClr val="tx1"/>
                </a:solidFill>
              </a:rPr>
              <a:t>© </a:t>
            </a:r>
            <a:fld id="{1C50FC3A-183C-4C20-B5A6-510A748E07ED}" type="datetimeyyyy">
              <a:rPr lang="en-US" sz="1100" smtClean="0">
                <a:solidFill>
                  <a:schemeClr val="tx1"/>
                </a:solidFill>
              </a:rPr>
              <a:t>2025</a:t>
            </a:fld>
            <a:r>
              <a:rPr lang="en-US" sz="1100">
                <a:solidFill>
                  <a:schemeClr val="tx1"/>
                </a:solidFill>
              </a:rPr>
              <a:t> DXC Technology Company. All rights reserved.</a:t>
            </a:r>
          </a:p>
        </p:txBody>
      </p:sp>
      <p:sp>
        <p:nvSpPr>
          <p:cNvPr id="3" name="TextBox 2">
            <a:extLst>
              <a:ext uri="{FF2B5EF4-FFF2-40B4-BE49-F238E27FC236}">
                <a16:creationId xmlns:a16="http://schemas.microsoft.com/office/drawing/2014/main" id="{3C180A8D-DB2A-C6BC-3C3A-7E50A8449317}"/>
              </a:ext>
            </a:extLst>
          </p:cNvPr>
          <p:cNvSpPr txBox="1"/>
          <p:nvPr userDrawn="1"/>
        </p:nvSpPr>
        <p:spPr>
          <a:xfrm>
            <a:off x="688975" y="7947684"/>
            <a:ext cx="2354579" cy="123111"/>
          </a:xfrm>
          <a:prstGeom prst="rect">
            <a:avLst/>
          </a:prstGeom>
          <a:noFill/>
        </p:spPr>
        <p:txBody>
          <a:bodyPr wrap="square" lIns="0" tIns="0" rIns="0" bIns="0">
            <a:spAutoFit/>
          </a:bodyPr>
          <a:lstStyle/>
          <a:p>
            <a:pPr algn="l"/>
            <a:r>
              <a:rPr lang="en-US" sz="800" b="1"/>
              <a:t>DXC Internal</a:t>
            </a:r>
          </a:p>
        </p:txBody>
      </p:sp>
    </p:spTree>
    <p:extLst>
      <p:ext uri="{BB962C8B-B14F-4D97-AF65-F5344CB8AC3E}">
        <p14:creationId xmlns:p14="http://schemas.microsoft.com/office/powerpoint/2010/main" val="41477266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2_Purple Tab Shape Title Slide 1">
    <p:spTree>
      <p:nvGrpSpPr>
        <p:cNvPr id="1" name=""/>
        <p:cNvGrpSpPr/>
        <p:nvPr/>
      </p:nvGrpSpPr>
      <p:grpSpPr>
        <a:xfrm>
          <a:off x="0" y="0"/>
          <a:ext cx="0" cy="0"/>
          <a:chOff x="0" y="0"/>
          <a:chExt cx="0" cy="0"/>
        </a:xfrm>
      </p:grpSpPr>
      <p:sp>
        <p:nvSpPr>
          <p:cNvPr id="44" name="Rectangle: Single Corner Rounded 43">
            <a:extLst>
              <a:ext uri="{FF2B5EF4-FFF2-40B4-BE49-F238E27FC236}">
                <a16:creationId xmlns:a16="http://schemas.microsoft.com/office/drawing/2014/main" id="{2C9C6690-9226-4F0C-A542-C330AFCC2AF3}"/>
              </a:ext>
            </a:extLst>
          </p:cNvPr>
          <p:cNvSpPr/>
          <p:nvPr userDrawn="1"/>
        </p:nvSpPr>
        <p:spPr>
          <a:xfrm>
            <a:off x="685802" y="2539999"/>
            <a:ext cx="8869678" cy="4996181"/>
          </a:xfrm>
          <a:prstGeom prst="round1Rect">
            <a:avLst>
              <a:gd name="adj" fmla="val 22528"/>
            </a:avLst>
          </a:prstGeom>
          <a:solidFill>
            <a:schemeClr val="accent1"/>
          </a:solidFill>
          <a:ln>
            <a:noFill/>
          </a:ln>
        </p:spPr>
        <p:style>
          <a:lnRef idx="0">
            <a:schemeClr val="accent1"/>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p:nvPr userDrawn="1"/>
        </p:nvGrpSpPr>
        <p:grpSpPr>
          <a:xfrm>
            <a:off x="-91440" y="-91440"/>
            <a:ext cx="14813280" cy="8412480"/>
            <a:chOff x="-91440" y="-91440"/>
            <a:chExt cx="14813280" cy="8412480"/>
          </a:xfrm>
        </p:grpSpPr>
        <p:cxnSp>
          <p:nvCxnSpPr>
            <p:cNvPr id="10" name="Straight Connector 9"/>
            <p:cNvCxnSpPr/>
            <p:nvPr userDrawn="1"/>
          </p:nvCxnSpPr>
          <p:spPr>
            <a:xfrm>
              <a:off x="-9144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userDrawn="1"/>
          </p:nvCxnSpPr>
          <p:spPr>
            <a:xfrm>
              <a:off x="-9144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a:off x="-9144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userDrawn="1"/>
          </p:nvCxnSpPr>
          <p:spPr>
            <a:xfrm>
              <a:off x="1467612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userDrawn="1"/>
          </p:nvCxnSpPr>
          <p:spPr>
            <a:xfrm>
              <a:off x="1467612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userDrawn="1"/>
          </p:nvCxnSpPr>
          <p:spPr>
            <a:xfrm>
              <a:off x="1467612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userDrawn="1"/>
          </p:nvCxnSpPr>
          <p:spPr>
            <a:xfrm>
              <a:off x="685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userDrawn="1"/>
          </p:nvCxnSpPr>
          <p:spPr>
            <a:xfrm>
              <a:off x="13944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userDrawn="1"/>
          </p:nvCxnSpPr>
          <p:spPr>
            <a:xfrm>
              <a:off x="685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userDrawn="1"/>
          </p:nvCxnSpPr>
          <p:spPr>
            <a:xfrm>
              <a:off x="13944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userDrawn="1"/>
          </p:nvCxnSpPr>
          <p:spPr>
            <a:xfrm>
              <a:off x="11887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userDrawn="1"/>
          </p:nvCxnSpPr>
          <p:spPr>
            <a:xfrm>
              <a:off x="7315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7" name="Straight Connector 26"/>
            <p:cNvCxnSpPr/>
            <p:nvPr userDrawn="1"/>
          </p:nvCxnSpPr>
          <p:spPr>
            <a:xfrm>
              <a:off x="7315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userDrawn="1"/>
          </p:nvCxnSpPr>
          <p:spPr>
            <a:xfrm>
              <a:off x="7086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userDrawn="1"/>
          </p:nvCxnSpPr>
          <p:spPr>
            <a:xfrm>
              <a:off x="7543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userDrawn="1"/>
          </p:nvCxnSpPr>
          <p:spPr>
            <a:xfrm>
              <a:off x="7086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userDrawn="1"/>
          </p:nvCxnSpPr>
          <p:spPr>
            <a:xfrm>
              <a:off x="7543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userDrawn="1"/>
          </p:nvCxnSpPr>
          <p:spPr>
            <a:xfrm>
              <a:off x="5257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3" name="Straight Connector 32"/>
            <p:cNvCxnSpPr/>
            <p:nvPr userDrawn="1"/>
          </p:nvCxnSpPr>
          <p:spPr>
            <a:xfrm>
              <a:off x="4800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userDrawn="1"/>
          </p:nvCxnSpPr>
          <p:spPr>
            <a:xfrm>
              <a:off x="9372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userDrawn="1"/>
          </p:nvCxnSpPr>
          <p:spPr>
            <a:xfrm>
              <a:off x="9829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6" name="Straight Connector 35"/>
            <p:cNvCxnSpPr/>
            <p:nvPr userDrawn="1"/>
          </p:nvCxnSpPr>
          <p:spPr>
            <a:xfrm>
              <a:off x="5257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userDrawn="1"/>
          </p:nvCxnSpPr>
          <p:spPr>
            <a:xfrm>
              <a:off x="9829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8" name="Straight Connector 37"/>
            <p:cNvCxnSpPr/>
            <p:nvPr userDrawn="1"/>
          </p:nvCxnSpPr>
          <p:spPr>
            <a:xfrm>
              <a:off x="4800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9" name="Straight Connector 38"/>
            <p:cNvCxnSpPr/>
            <p:nvPr userDrawn="1"/>
          </p:nvCxnSpPr>
          <p:spPr>
            <a:xfrm>
              <a:off x="9372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0" name="Straight Connector 39"/>
            <p:cNvCxnSpPr/>
            <p:nvPr userDrawn="1"/>
          </p:nvCxnSpPr>
          <p:spPr>
            <a:xfrm>
              <a:off x="11887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userDrawn="1"/>
          </p:nvCxnSpPr>
          <p:spPr>
            <a:xfrm>
              <a:off x="1467612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2" name="Straight Connector 41"/>
            <p:cNvCxnSpPr/>
            <p:nvPr userDrawn="1"/>
          </p:nvCxnSpPr>
          <p:spPr>
            <a:xfrm>
              <a:off x="-9144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grpSp>
      <p:sp>
        <p:nvSpPr>
          <p:cNvPr id="43" name="Title 1">
            <a:extLst>
              <a:ext uri="{FF2B5EF4-FFF2-40B4-BE49-F238E27FC236}">
                <a16:creationId xmlns:a16="http://schemas.microsoft.com/office/drawing/2014/main" id="{32FF021F-9D63-4AEC-B29B-F9D3753BE294}"/>
              </a:ext>
            </a:extLst>
          </p:cNvPr>
          <p:cNvSpPr>
            <a:spLocks noGrp="1"/>
          </p:cNvSpPr>
          <p:nvPr>
            <p:ph type="ctrTitle"/>
          </p:nvPr>
        </p:nvSpPr>
        <p:spPr>
          <a:xfrm>
            <a:off x="1168400" y="3105150"/>
            <a:ext cx="7353431" cy="2256367"/>
          </a:xfrm>
        </p:spPr>
        <p:txBody>
          <a:bodyPr anchor="ctr" anchorCtr="0">
            <a:noAutofit/>
          </a:bodyPr>
          <a:lstStyle>
            <a:lvl1pPr>
              <a:defRPr sz="5400">
                <a:solidFill>
                  <a:schemeClr val="bg1"/>
                </a:solidFill>
              </a:defRPr>
            </a:lvl1pPr>
          </a:lstStyle>
          <a:p>
            <a:r>
              <a:rPr lang="en-US"/>
              <a:t>Click to edit Master title style</a:t>
            </a:r>
          </a:p>
        </p:txBody>
      </p:sp>
      <p:sp>
        <p:nvSpPr>
          <p:cNvPr id="45" name="Subtitle 2">
            <a:extLst>
              <a:ext uri="{FF2B5EF4-FFF2-40B4-BE49-F238E27FC236}">
                <a16:creationId xmlns:a16="http://schemas.microsoft.com/office/drawing/2014/main" id="{D9BF61BC-E8BB-4C55-B47E-8C398FC207EC}"/>
              </a:ext>
            </a:extLst>
          </p:cNvPr>
          <p:cNvSpPr>
            <a:spLocks noGrp="1"/>
          </p:cNvSpPr>
          <p:nvPr>
            <p:ph type="subTitle" idx="1"/>
          </p:nvPr>
        </p:nvSpPr>
        <p:spPr>
          <a:xfrm>
            <a:off x="1168401" y="5741670"/>
            <a:ext cx="7353431" cy="914400"/>
          </a:xfrm>
        </p:spPr>
        <p:txBody>
          <a:bodyPr>
            <a:noAutofit/>
          </a:bodyPr>
          <a:lstStyle>
            <a:lvl1pPr marL="0" indent="0" algn="l">
              <a:spcBef>
                <a:spcPts val="0"/>
              </a:spcBef>
              <a:buNone/>
              <a:defRPr sz="2800">
                <a:solidFill>
                  <a:schemeClr val="bg1"/>
                </a:solidFill>
              </a:defRPr>
            </a:lvl1pPr>
            <a:lvl2pPr marL="731520" indent="0" algn="ctr">
              <a:buNone/>
              <a:defRPr>
                <a:solidFill>
                  <a:schemeClr val="tx1">
                    <a:tint val="75000"/>
                  </a:schemeClr>
                </a:solidFill>
              </a:defRPr>
            </a:lvl2pPr>
            <a:lvl3pPr marL="1463040" indent="0" algn="ctr">
              <a:buNone/>
              <a:defRPr>
                <a:solidFill>
                  <a:schemeClr val="tx1">
                    <a:tint val="75000"/>
                  </a:schemeClr>
                </a:solidFill>
              </a:defRPr>
            </a:lvl3pPr>
            <a:lvl4pPr marL="2194560" indent="0" algn="ctr">
              <a:buNone/>
              <a:defRPr>
                <a:solidFill>
                  <a:schemeClr val="tx1">
                    <a:tint val="75000"/>
                  </a:schemeClr>
                </a:solidFill>
              </a:defRPr>
            </a:lvl4pPr>
            <a:lvl5pPr marL="2926080" indent="0" algn="ctr">
              <a:buNone/>
              <a:defRPr>
                <a:solidFill>
                  <a:schemeClr val="tx1">
                    <a:tint val="75000"/>
                  </a:schemeClr>
                </a:solidFill>
              </a:defRPr>
            </a:lvl5pPr>
            <a:lvl6pPr marL="3657600" indent="0" algn="ctr">
              <a:buNone/>
              <a:defRPr>
                <a:solidFill>
                  <a:schemeClr val="tx1">
                    <a:tint val="75000"/>
                  </a:schemeClr>
                </a:solidFill>
              </a:defRPr>
            </a:lvl6pPr>
            <a:lvl7pPr marL="4389120" indent="0" algn="ctr">
              <a:buNone/>
              <a:defRPr>
                <a:solidFill>
                  <a:schemeClr val="tx1">
                    <a:tint val="75000"/>
                  </a:schemeClr>
                </a:solidFill>
              </a:defRPr>
            </a:lvl7pPr>
            <a:lvl8pPr marL="5120640" indent="0" algn="ctr">
              <a:buNone/>
              <a:defRPr>
                <a:solidFill>
                  <a:schemeClr val="tx1">
                    <a:tint val="75000"/>
                  </a:schemeClr>
                </a:solidFill>
              </a:defRPr>
            </a:lvl8pPr>
            <a:lvl9pPr marL="5852160" indent="0" algn="ctr">
              <a:buNone/>
              <a:defRPr>
                <a:solidFill>
                  <a:schemeClr val="tx1">
                    <a:tint val="75000"/>
                  </a:schemeClr>
                </a:solidFill>
              </a:defRPr>
            </a:lvl9pPr>
          </a:lstStyle>
          <a:p>
            <a:r>
              <a:rPr lang="en-US"/>
              <a:t>Click to edit Master subtitle style</a:t>
            </a:r>
          </a:p>
        </p:txBody>
      </p:sp>
      <p:pic>
        <p:nvPicPr>
          <p:cNvPr id="46" name="Graphic 45">
            <a:extLst>
              <a:ext uri="{FF2B5EF4-FFF2-40B4-BE49-F238E27FC236}">
                <a16:creationId xmlns:a16="http://schemas.microsoft.com/office/drawing/2014/main" id="{D07C659E-3F10-46E2-9676-61137FD9384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88975" y="685801"/>
            <a:ext cx="1430092" cy="781050"/>
          </a:xfrm>
          <a:prstGeom prst="rect">
            <a:avLst/>
          </a:prstGeom>
        </p:spPr>
      </p:pic>
      <p:sp>
        <p:nvSpPr>
          <p:cNvPr id="2" name="Footer Placeholder 4">
            <a:extLst>
              <a:ext uri="{FF2B5EF4-FFF2-40B4-BE49-F238E27FC236}">
                <a16:creationId xmlns:a16="http://schemas.microsoft.com/office/drawing/2014/main" id="{CB4FEDAD-D9AC-5055-EC0B-C2C18EDCB1A5}"/>
              </a:ext>
            </a:extLst>
          </p:cNvPr>
          <p:cNvSpPr txBox="1">
            <a:spLocks/>
          </p:cNvSpPr>
          <p:nvPr userDrawn="1"/>
        </p:nvSpPr>
        <p:spPr>
          <a:xfrm>
            <a:off x="685779" y="7631841"/>
            <a:ext cx="5029200" cy="27432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a:solidFill>
                  <a:schemeClr val="tx1"/>
                </a:solidFill>
              </a:rPr>
              <a:t>© </a:t>
            </a:r>
            <a:fld id="{1C50FC3A-183C-4C20-B5A6-510A748E07ED}" type="datetimeyyyy">
              <a:rPr lang="en-US" sz="1100" smtClean="0">
                <a:solidFill>
                  <a:schemeClr val="tx1"/>
                </a:solidFill>
              </a:rPr>
              <a:t>2025</a:t>
            </a:fld>
            <a:r>
              <a:rPr lang="en-US" sz="1100">
                <a:solidFill>
                  <a:schemeClr val="tx1"/>
                </a:solidFill>
              </a:rPr>
              <a:t> DXC Technology Company. All rights reserved.</a:t>
            </a:r>
          </a:p>
        </p:txBody>
      </p:sp>
      <p:sp>
        <p:nvSpPr>
          <p:cNvPr id="3" name="TextBox 2">
            <a:extLst>
              <a:ext uri="{FF2B5EF4-FFF2-40B4-BE49-F238E27FC236}">
                <a16:creationId xmlns:a16="http://schemas.microsoft.com/office/drawing/2014/main" id="{1A9924A5-8581-CD5B-9BAA-0A89DC9072DA}"/>
              </a:ext>
            </a:extLst>
          </p:cNvPr>
          <p:cNvSpPr txBox="1"/>
          <p:nvPr userDrawn="1"/>
        </p:nvSpPr>
        <p:spPr>
          <a:xfrm>
            <a:off x="688975" y="7947684"/>
            <a:ext cx="2354579" cy="123111"/>
          </a:xfrm>
          <a:prstGeom prst="rect">
            <a:avLst/>
          </a:prstGeom>
          <a:noFill/>
        </p:spPr>
        <p:txBody>
          <a:bodyPr wrap="square" lIns="0" tIns="0" rIns="0" bIns="0">
            <a:spAutoFit/>
          </a:bodyPr>
          <a:lstStyle/>
          <a:p>
            <a:pPr algn="l"/>
            <a:r>
              <a:rPr lang="en-US" sz="800" b="1"/>
              <a:t>DXC Internal</a:t>
            </a:r>
          </a:p>
        </p:txBody>
      </p:sp>
    </p:spTree>
    <p:extLst>
      <p:ext uri="{BB962C8B-B14F-4D97-AF65-F5344CB8AC3E}">
        <p14:creationId xmlns:p14="http://schemas.microsoft.com/office/powerpoint/2010/main" val="7408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3_Purple Tab Shape Title Slide 3">
    <p:spTree>
      <p:nvGrpSpPr>
        <p:cNvPr id="1" name=""/>
        <p:cNvGrpSpPr/>
        <p:nvPr/>
      </p:nvGrpSpPr>
      <p:grpSpPr>
        <a:xfrm>
          <a:off x="0" y="0"/>
          <a:ext cx="0" cy="0"/>
          <a:chOff x="0" y="0"/>
          <a:chExt cx="0" cy="0"/>
        </a:xfrm>
      </p:grpSpPr>
      <p:sp>
        <p:nvSpPr>
          <p:cNvPr id="44" name="Rectangle: Single Corner Rounded 43">
            <a:extLst>
              <a:ext uri="{FF2B5EF4-FFF2-40B4-BE49-F238E27FC236}">
                <a16:creationId xmlns:a16="http://schemas.microsoft.com/office/drawing/2014/main" id="{2C9C6690-9226-4F0C-A542-C330AFCC2AF3}"/>
              </a:ext>
            </a:extLst>
          </p:cNvPr>
          <p:cNvSpPr/>
          <p:nvPr userDrawn="1"/>
        </p:nvSpPr>
        <p:spPr>
          <a:xfrm>
            <a:off x="685800" y="2057400"/>
            <a:ext cx="11201400" cy="3200400"/>
          </a:xfrm>
          <a:prstGeom prst="round1Rect">
            <a:avLst>
              <a:gd name="adj" fmla="val 28348"/>
            </a:avLst>
          </a:prstGeom>
          <a:solidFill>
            <a:schemeClr val="accent1"/>
          </a:solidFill>
          <a:ln>
            <a:noFill/>
          </a:ln>
        </p:spPr>
        <p:style>
          <a:lnRef idx="0">
            <a:schemeClr val="accent1"/>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p:nvPr userDrawn="1"/>
        </p:nvGrpSpPr>
        <p:grpSpPr>
          <a:xfrm>
            <a:off x="-91440" y="-91440"/>
            <a:ext cx="14813280" cy="8412480"/>
            <a:chOff x="-91440" y="-91440"/>
            <a:chExt cx="14813280" cy="8412480"/>
          </a:xfrm>
        </p:grpSpPr>
        <p:cxnSp>
          <p:nvCxnSpPr>
            <p:cNvPr id="10" name="Straight Connector 9"/>
            <p:cNvCxnSpPr/>
            <p:nvPr userDrawn="1"/>
          </p:nvCxnSpPr>
          <p:spPr>
            <a:xfrm>
              <a:off x="-9144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userDrawn="1"/>
          </p:nvCxnSpPr>
          <p:spPr>
            <a:xfrm>
              <a:off x="-9144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a:off x="-9144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userDrawn="1"/>
          </p:nvCxnSpPr>
          <p:spPr>
            <a:xfrm>
              <a:off x="1467612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userDrawn="1"/>
          </p:nvCxnSpPr>
          <p:spPr>
            <a:xfrm>
              <a:off x="1467612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userDrawn="1"/>
          </p:nvCxnSpPr>
          <p:spPr>
            <a:xfrm>
              <a:off x="1467612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userDrawn="1"/>
          </p:nvCxnSpPr>
          <p:spPr>
            <a:xfrm>
              <a:off x="685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userDrawn="1"/>
          </p:nvCxnSpPr>
          <p:spPr>
            <a:xfrm>
              <a:off x="13944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userDrawn="1"/>
          </p:nvCxnSpPr>
          <p:spPr>
            <a:xfrm>
              <a:off x="685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userDrawn="1"/>
          </p:nvCxnSpPr>
          <p:spPr>
            <a:xfrm>
              <a:off x="13944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userDrawn="1"/>
          </p:nvCxnSpPr>
          <p:spPr>
            <a:xfrm>
              <a:off x="11887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userDrawn="1"/>
          </p:nvCxnSpPr>
          <p:spPr>
            <a:xfrm>
              <a:off x="7315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7" name="Straight Connector 26"/>
            <p:cNvCxnSpPr/>
            <p:nvPr userDrawn="1"/>
          </p:nvCxnSpPr>
          <p:spPr>
            <a:xfrm>
              <a:off x="7315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userDrawn="1"/>
          </p:nvCxnSpPr>
          <p:spPr>
            <a:xfrm>
              <a:off x="7086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userDrawn="1"/>
          </p:nvCxnSpPr>
          <p:spPr>
            <a:xfrm>
              <a:off x="7543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userDrawn="1"/>
          </p:nvCxnSpPr>
          <p:spPr>
            <a:xfrm>
              <a:off x="7086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userDrawn="1"/>
          </p:nvCxnSpPr>
          <p:spPr>
            <a:xfrm>
              <a:off x="7543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userDrawn="1"/>
          </p:nvCxnSpPr>
          <p:spPr>
            <a:xfrm>
              <a:off x="5257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3" name="Straight Connector 32"/>
            <p:cNvCxnSpPr/>
            <p:nvPr userDrawn="1"/>
          </p:nvCxnSpPr>
          <p:spPr>
            <a:xfrm>
              <a:off x="4800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userDrawn="1"/>
          </p:nvCxnSpPr>
          <p:spPr>
            <a:xfrm>
              <a:off x="9372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userDrawn="1"/>
          </p:nvCxnSpPr>
          <p:spPr>
            <a:xfrm>
              <a:off x="9829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6" name="Straight Connector 35"/>
            <p:cNvCxnSpPr/>
            <p:nvPr userDrawn="1"/>
          </p:nvCxnSpPr>
          <p:spPr>
            <a:xfrm>
              <a:off x="5257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userDrawn="1"/>
          </p:nvCxnSpPr>
          <p:spPr>
            <a:xfrm>
              <a:off x="9829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8" name="Straight Connector 37"/>
            <p:cNvCxnSpPr/>
            <p:nvPr userDrawn="1"/>
          </p:nvCxnSpPr>
          <p:spPr>
            <a:xfrm>
              <a:off x="4800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9" name="Straight Connector 38"/>
            <p:cNvCxnSpPr/>
            <p:nvPr userDrawn="1"/>
          </p:nvCxnSpPr>
          <p:spPr>
            <a:xfrm>
              <a:off x="9372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0" name="Straight Connector 39"/>
            <p:cNvCxnSpPr/>
            <p:nvPr userDrawn="1"/>
          </p:nvCxnSpPr>
          <p:spPr>
            <a:xfrm>
              <a:off x="11887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userDrawn="1"/>
          </p:nvCxnSpPr>
          <p:spPr>
            <a:xfrm>
              <a:off x="1467612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2" name="Straight Connector 41"/>
            <p:cNvCxnSpPr/>
            <p:nvPr userDrawn="1"/>
          </p:nvCxnSpPr>
          <p:spPr>
            <a:xfrm>
              <a:off x="-9144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grpSp>
      <p:sp>
        <p:nvSpPr>
          <p:cNvPr id="43" name="Title 1">
            <a:extLst>
              <a:ext uri="{FF2B5EF4-FFF2-40B4-BE49-F238E27FC236}">
                <a16:creationId xmlns:a16="http://schemas.microsoft.com/office/drawing/2014/main" id="{32FF021F-9D63-4AEC-B29B-F9D3753BE294}"/>
              </a:ext>
            </a:extLst>
          </p:cNvPr>
          <p:cNvSpPr>
            <a:spLocks noGrp="1"/>
          </p:cNvSpPr>
          <p:nvPr>
            <p:ph type="ctrTitle"/>
          </p:nvPr>
        </p:nvSpPr>
        <p:spPr>
          <a:xfrm>
            <a:off x="1168399" y="2057401"/>
            <a:ext cx="9931400" cy="3181087"/>
          </a:xfrm>
        </p:spPr>
        <p:txBody>
          <a:bodyPr anchor="ctr" anchorCtr="0">
            <a:noAutofit/>
          </a:bodyPr>
          <a:lstStyle>
            <a:lvl1pPr>
              <a:defRPr sz="5400">
                <a:solidFill>
                  <a:schemeClr val="bg1"/>
                </a:solidFill>
              </a:defRPr>
            </a:lvl1pPr>
          </a:lstStyle>
          <a:p>
            <a:r>
              <a:rPr lang="en-US"/>
              <a:t>Click to edit Master title style</a:t>
            </a:r>
          </a:p>
        </p:txBody>
      </p:sp>
      <p:sp>
        <p:nvSpPr>
          <p:cNvPr id="45" name="Subtitle 2">
            <a:extLst>
              <a:ext uri="{FF2B5EF4-FFF2-40B4-BE49-F238E27FC236}">
                <a16:creationId xmlns:a16="http://schemas.microsoft.com/office/drawing/2014/main" id="{D9BF61BC-E8BB-4C55-B47E-8C398FC207EC}"/>
              </a:ext>
            </a:extLst>
          </p:cNvPr>
          <p:cNvSpPr>
            <a:spLocks noGrp="1"/>
          </p:cNvSpPr>
          <p:nvPr>
            <p:ph type="subTitle" idx="1"/>
          </p:nvPr>
        </p:nvSpPr>
        <p:spPr>
          <a:xfrm>
            <a:off x="1168399" y="5678701"/>
            <a:ext cx="9931399" cy="914400"/>
          </a:xfrm>
        </p:spPr>
        <p:txBody>
          <a:bodyPr>
            <a:noAutofit/>
          </a:bodyPr>
          <a:lstStyle>
            <a:lvl1pPr marL="0" indent="0" algn="l">
              <a:spcBef>
                <a:spcPts val="0"/>
              </a:spcBef>
              <a:buNone/>
              <a:defRPr sz="2800">
                <a:solidFill>
                  <a:srgbClr val="63666F"/>
                </a:solidFill>
              </a:defRPr>
            </a:lvl1pPr>
            <a:lvl2pPr marL="731520" indent="0" algn="ctr">
              <a:buNone/>
              <a:defRPr>
                <a:solidFill>
                  <a:schemeClr val="tx1">
                    <a:tint val="75000"/>
                  </a:schemeClr>
                </a:solidFill>
              </a:defRPr>
            </a:lvl2pPr>
            <a:lvl3pPr marL="1463040" indent="0" algn="ctr">
              <a:buNone/>
              <a:defRPr>
                <a:solidFill>
                  <a:schemeClr val="tx1">
                    <a:tint val="75000"/>
                  </a:schemeClr>
                </a:solidFill>
              </a:defRPr>
            </a:lvl3pPr>
            <a:lvl4pPr marL="2194560" indent="0" algn="ctr">
              <a:buNone/>
              <a:defRPr>
                <a:solidFill>
                  <a:schemeClr val="tx1">
                    <a:tint val="75000"/>
                  </a:schemeClr>
                </a:solidFill>
              </a:defRPr>
            </a:lvl4pPr>
            <a:lvl5pPr marL="2926080" indent="0" algn="ctr">
              <a:buNone/>
              <a:defRPr>
                <a:solidFill>
                  <a:schemeClr val="tx1">
                    <a:tint val="75000"/>
                  </a:schemeClr>
                </a:solidFill>
              </a:defRPr>
            </a:lvl5pPr>
            <a:lvl6pPr marL="3657600" indent="0" algn="ctr">
              <a:buNone/>
              <a:defRPr>
                <a:solidFill>
                  <a:schemeClr val="tx1">
                    <a:tint val="75000"/>
                  </a:schemeClr>
                </a:solidFill>
              </a:defRPr>
            </a:lvl6pPr>
            <a:lvl7pPr marL="4389120" indent="0" algn="ctr">
              <a:buNone/>
              <a:defRPr>
                <a:solidFill>
                  <a:schemeClr val="tx1">
                    <a:tint val="75000"/>
                  </a:schemeClr>
                </a:solidFill>
              </a:defRPr>
            </a:lvl7pPr>
            <a:lvl8pPr marL="5120640" indent="0" algn="ctr">
              <a:buNone/>
              <a:defRPr>
                <a:solidFill>
                  <a:schemeClr val="tx1">
                    <a:tint val="75000"/>
                  </a:schemeClr>
                </a:solidFill>
              </a:defRPr>
            </a:lvl8pPr>
            <a:lvl9pPr marL="5852160" indent="0" algn="ctr">
              <a:buNone/>
              <a:defRPr>
                <a:solidFill>
                  <a:schemeClr val="tx1">
                    <a:tint val="75000"/>
                  </a:schemeClr>
                </a:solidFill>
              </a:defRPr>
            </a:lvl9pPr>
          </a:lstStyle>
          <a:p>
            <a:r>
              <a:rPr lang="en-US"/>
              <a:t>Click to edit Master subtitle style</a:t>
            </a:r>
          </a:p>
        </p:txBody>
      </p:sp>
      <p:pic>
        <p:nvPicPr>
          <p:cNvPr id="46" name="Graphic 45">
            <a:extLst>
              <a:ext uri="{FF2B5EF4-FFF2-40B4-BE49-F238E27FC236}">
                <a16:creationId xmlns:a16="http://schemas.microsoft.com/office/drawing/2014/main" id="{D07C659E-3F10-46E2-9676-61137FD9384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88975" y="685801"/>
            <a:ext cx="1430092" cy="781050"/>
          </a:xfrm>
          <a:prstGeom prst="rect">
            <a:avLst/>
          </a:prstGeom>
        </p:spPr>
      </p:pic>
      <p:sp>
        <p:nvSpPr>
          <p:cNvPr id="2" name="Footer Placeholder 4">
            <a:extLst>
              <a:ext uri="{FF2B5EF4-FFF2-40B4-BE49-F238E27FC236}">
                <a16:creationId xmlns:a16="http://schemas.microsoft.com/office/drawing/2014/main" id="{811AA6E9-2517-36A8-DAEB-C9596B6F0B28}"/>
              </a:ext>
            </a:extLst>
          </p:cNvPr>
          <p:cNvSpPr txBox="1">
            <a:spLocks/>
          </p:cNvSpPr>
          <p:nvPr userDrawn="1"/>
        </p:nvSpPr>
        <p:spPr>
          <a:xfrm>
            <a:off x="685779" y="7631841"/>
            <a:ext cx="5029200" cy="27432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a:solidFill>
                  <a:schemeClr val="tx1"/>
                </a:solidFill>
              </a:rPr>
              <a:t>© </a:t>
            </a:r>
            <a:fld id="{1C50FC3A-183C-4C20-B5A6-510A748E07ED}" type="datetimeyyyy">
              <a:rPr lang="en-US" sz="1100" smtClean="0">
                <a:solidFill>
                  <a:schemeClr val="tx1"/>
                </a:solidFill>
              </a:rPr>
              <a:t>2025</a:t>
            </a:fld>
            <a:r>
              <a:rPr lang="en-US" sz="1100">
                <a:solidFill>
                  <a:schemeClr val="tx1"/>
                </a:solidFill>
              </a:rPr>
              <a:t> DXC Technology Company. All rights reserved.</a:t>
            </a:r>
          </a:p>
        </p:txBody>
      </p:sp>
      <p:sp>
        <p:nvSpPr>
          <p:cNvPr id="3" name="TextBox 2">
            <a:extLst>
              <a:ext uri="{FF2B5EF4-FFF2-40B4-BE49-F238E27FC236}">
                <a16:creationId xmlns:a16="http://schemas.microsoft.com/office/drawing/2014/main" id="{28E2E492-CE4D-50EF-E8FB-DE2CAAB63D88}"/>
              </a:ext>
            </a:extLst>
          </p:cNvPr>
          <p:cNvSpPr txBox="1"/>
          <p:nvPr userDrawn="1"/>
        </p:nvSpPr>
        <p:spPr>
          <a:xfrm>
            <a:off x="688975" y="7947684"/>
            <a:ext cx="2354579" cy="123111"/>
          </a:xfrm>
          <a:prstGeom prst="rect">
            <a:avLst/>
          </a:prstGeom>
          <a:noFill/>
        </p:spPr>
        <p:txBody>
          <a:bodyPr wrap="square" lIns="0" tIns="0" rIns="0" bIns="0">
            <a:spAutoFit/>
          </a:bodyPr>
          <a:lstStyle/>
          <a:p>
            <a:pPr algn="l"/>
            <a:r>
              <a:rPr lang="en-US" sz="800" b="1"/>
              <a:t>DXC Internal</a:t>
            </a:r>
          </a:p>
        </p:txBody>
      </p:sp>
    </p:spTree>
    <p:extLst>
      <p:ext uri="{BB962C8B-B14F-4D97-AF65-F5344CB8AC3E}">
        <p14:creationId xmlns:p14="http://schemas.microsoft.com/office/powerpoint/2010/main" val="29511637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685800" y="2057399"/>
            <a:ext cx="13258800" cy="5121276"/>
          </a:xfrm>
        </p:spPr>
        <p:txBody>
          <a:bodyPr numCol="2" spcCol="457200">
            <a:normAutofit/>
          </a:bodyPr>
          <a:lstStyle>
            <a:lvl1pPr marL="457200" indent="-457200">
              <a:spcBef>
                <a:spcPts val="900"/>
              </a:spcBef>
              <a:buFont typeface="+mj-lt"/>
              <a:buAutoNum type="arabicPeriod"/>
              <a:tabLst>
                <a:tab pos="6337300" algn="r"/>
              </a:tabLst>
              <a:defRPr sz="2000"/>
            </a:lvl1pPr>
            <a:lvl2pPr marL="685800" indent="-228600">
              <a:spcBef>
                <a:spcPts val="600"/>
              </a:spcBef>
              <a:buFont typeface="Arial" pitchFamily="34" charset="0"/>
              <a:buChar char="–"/>
              <a:tabLst>
                <a:tab pos="6337300" algn="r"/>
              </a:tabLst>
              <a:defRPr sz="2000"/>
            </a:lvl2pPr>
            <a:lvl3pPr marL="914400" indent="-228600">
              <a:spcBef>
                <a:spcPts val="600"/>
              </a:spcBef>
              <a:buFont typeface="Arial" pitchFamily="34" charset="0"/>
              <a:buChar char="–"/>
              <a:tabLst>
                <a:tab pos="6337300" algn="r"/>
              </a:tabLst>
              <a:defRPr sz="2000"/>
            </a:lvl3pPr>
            <a:lvl4pPr marL="1143000" indent="-228600">
              <a:spcBef>
                <a:spcPts val="600"/>
              </a:spcBef>
              <a:buFont typeface="Arial" pitchFamily="34" charset="0"/>
              <a:buChar char="–"/>
              <a:tabLst>
                <a:tab pos="6337300" algn="r"/>
              </a:tabLst>
              <a:defRPr sz="2000"/>
            </a:lvl4pPr>
            <a:lvl5pPr marL="1371600" indent="-228600">
              <a:spcBef>
                <a:spcPts val="600"/>
              </a:spcBef>
              <a:buFont typeface="Arial" pitchFamily="34" charset="0"/>
              <a:buChar char="–"/>
              <a:tabLst>
                <a:tab pos="6337300" algn="r"/>
              </a:tabLst>
              <a:defRPr sz="2000"/>
            </a:lvl5pPr>
            <a:lvl6pPr marL="1600200" indent="-228600">
              <a:spcBef>
                <a:spcPts val="600"/>
              </a:spcBef>
              <a:buFont typeface="Arial" pitchFamily="34" charset="0"/>
              <a:buChar char="–"/>
              <a:tabLst>
                <a:tab pos="6337300" algn="r"/>
              </a:tabLst>
              <a:defRPr sz="2000" baseline="0"/>
            </a:lvl6pPr>
            <a:lvl7pPr marL="1828800" indent="-228600">
              <a:spcBef>
                <a:spcPts val="600"/>
              </a:spcBef>
              <a:buFont typeface="Arial" pitchFamily="34" charset="0"/>
              <a:buChar char="–"/>
              <a:tabLst>
                <a:tab pos="6337300" algn="r"/>
              </a:tabLst>
              <a:defRPr sz="2000" baseline="0"/>
            </a:lvl7pPr>
            <a:lvl8pPr marL="2057400" indent="-228600">
              <a:spcBef>
                <a:spcPts val="600"/>
              </a:spcBef>
              <a:buFont typeface="Arial" pitchFamily="34" charset="0"/>
              <a:buChar char="–"/>
              <a:tabLst>
                <a:tab pos="6337300" algn="r"/>
              </a:tabLst>
              <a:defRPr sz="2000" baseline="0"/>
            </a:lvl8pPr>
            <a:lvl9pPr marL="2286000" indent="-228600">
              <a:spcBef>
                <a:spcPts val="600"/>
              </a:spcBef>
              <a:buFont typeface="Arial" pitchFamily="34" charset="0"/>
              <a:buChar char="–"/>
              <a:tabLst>
                <a:tab pos="6337300" algn="r"/>
              </a:tabLst>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828543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4pPr marL="457200" indent="-228600">
              <a:buFont typeface="Arial" pitchFamily="34" charset="0"/>
              <a:buChar char="–"/>
              <a:defRPr/>
            </a:lvl4pPr>
            <a:lvl5pPr marL="685800" indent="-228600">
              <a:buFont typeface="Arial" pitchFamily="34" charset="0"/>
              <a:buChar char="–"/>
              <a:defRPr/>
            </a:lvl5pPr>
            <a:lvl6pPr marL="914400" indent="-228600">
              <a:buFont typeface="Arial" pitchFamily="34" charset="0"/>
              <a:buChar char="–"/>
              <a:defRPr baseline="0"/>
            </a:lvl6pPr>
            <a:lvl7pPr marL="1143000" indent="-228600">
              <a:buFont typeface="Arial" pitchFamily="34" charset="0"/>
              <a:buChar char="–"/>
              <a:defRPr baseline="0"/>
            </a:lvl7pPr>
            <a:lvl8pPr marL="1371600" indent="-228600">
              <a:buFont typeface="Arial" pitchFamily="34" charset="0"/>
              <a:buChar char="–"/>
              <a:defRPr baseline="0"/>
            </a:lvl8pPr>
            <a:lvl9pPr marL="1600200" indent="-228600">
              <a:buFont typeface="Arial" pitchFamily="34" charset="0"/>
              <a:buChar char="–"/>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496269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and Content w/Callout">
    <p:spTree>
      <p:nvGrpSpPr>
        <p:cNvPr id="1" name=""/>
        <p:cNvGrpSpPr/>
        <p:nvPr/>
      </p:nvGrpSpPr>
      <p:grpSpPr>
        <a:xfrm>
          <a:off x="0" y="0"/>
          <a:ext cx="0" cy="0"/>
          <a:chOff x="0" y="0"/>
          <a:chExt cx="0" cy="0"/>
        </a:xfrm>
      </p:grpSpPr>
      <p:sp>
        <p:nvSpPr>
          <p:cNvPr id="2" name="Title 1"/>
          <p:cNvSpPr>
            <a:spLocks noGrp="1"/>
          </p:cNvSpPr>
          <p:nvPr>
            <p:ph type="title"/>
          </p:nvPr>
        </p:nvSpPr>
        <p:spPr>
          <a:xfrm>
            <a:off x="685799" y="639763"/>
            <a:ext cx="10660075" cy="1417635"/>
          </a:xfrm>
        </p:spPr>
        <p:txBody>
          <a:bodyPr/>
          <a:lstStyle/>
          <a:p>
            <a:r>
              <a:rPr lang="en-US"/>
              <a:t>Click to edit Master title style</a:t>
            </a:r>
          </a:p>
        </p:txBody>
      </p:sp>
      <p:sp>
        <p:nvSpPr>
          <p:cNvPr id="3" name="Content Placeholder 2"/>
          <p:cNvSpPr>
            <a:spLocks noGrp="1"/>
          </p:cNvSpPr>
          <p:nvPr>
            <p:ph idx="1"/>
          </p:nvPr>
        </p:nvSpPr>
        <p:spPr/>
        <p:txBody>
          <a:bodyPr/>
          <a:lstStyle>
            <a:lvl4pPr marL="457200" indent="-228600">
              <a:buFont typeface="Arial" pitchFamily="34" charset="0"/>
              <a:buChar char="–"/>
              <a:defRPr/>
            </a:lvl4pPr>
            <a:lvl5pPr marL="685800" indent="-228600">
              <a:buFont typeface="Arial" pitchFamily="34" charset="0"/>
              <a:buChar char="–"/>
              <a:defRPr/>
            </a:lvl5pPr>
            <a:lvl6pPr marL="914400" indent="-228600">
              <a:buFont typeface="Arial" pitchFamily="34" charset="0"/>
              <a:buChar char="–"/>
              <a:defRPr baseline="0"/>
            </a:lvl6pPr>
            <a:lvl7pPr marL="1143000" indent="-228600">
              <a:buFont typeface="Arial" pitchFamily="34" charset="0"/>
              <a:buChar char="–"/>
              <a:defRPr baseline="0"/>
            </a:lvl7pPr>
            <a:lvl8pPr marL="1371600" indent="-228600">
              <a:buFont typeface="Arial" pitchFamily="34" charset="0"/>
              <a:buChar char="–"/>
              <a:defRPr baseline="0"/>
            </a:lvl8pPr>
            <a:lvl9pPr marL="1600200" indent="-228600">
              <a:buFont typeface="Arial" pitchFamily="34" charset="0"/>
              <a:buChar char="–"/>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Single Corner Rounded 3">
            <a:extLst>
              <a:ext uri="{FF2B5EF4-FFF2-40B4-BE49-F238E27FC236}">
                <a16:creationId xmlns:a16="http://schemas.microsoft.com/office/drawing/2014/main" id="{91994B2C-2165-46A4-99A0-7921C65A1197}"/>
              </a:ext>
            </a:extLst>
          </p:cNvPr>
          <p:cNvSpPr/>
          <p:nvPr userDrawn="1"/>
        </p:nvSpPr>
        <p:spPr>
          <a:xfrm rot="10800000">
            <a:off x="11477625" y="-3"/>
            <a:ext cx="3152768" cy="776048"/>
          </a:xfrm>
          <a:prstGeom prst="round1Rect">
            <a:avLst>
              <a:gd name="adj" fmla="val 39716"/>
            </a:avLst>
          </a:prstGeom>
          <a:ln>
            <a:noFill/>
          </a:ln>
        </p:spPr>
        <p:style>
          <a:lnRef idx="0">
            <a:schemeClr val="accent1"/>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2">
            <a:extLst>
              <a:ext uri="{FF2B5EF4-FFF2-40B4-BE49-F238E27FC236}">
                <a16:creationId xmlns:a16="http://schemas.microsoft.com/office/drawing/2014/main" id="{A72A6A47-BB63-437D-9497-6B68158905D8}"/>
              </a:ext>
            </a:extLst>
          </p:cNvPr>
          <p:cNvSpPr>
            <a:spLocks noGrp="1"/>
          </p:cNvSpPr>
          <p:nvPr>
            <p:ph idx="10" hasCustomPrompt="1"/>
          </p:nvPr>
        </p:nvSpPr>
        <p:spPr>
          <a:xfrm>
            <a:off x="11715750" y="1"/>
            <a:ext cx="2601384" cy="776046"/>
          </a:xfrm>
        </p:spPr>
        <p:txBody>
          <a:bodyPr anchor="ctr" anchorCtr="0">
            <a:normAutofit/>
          </a:bodyPr>
          <a:lstStyle>
            <a:lvl1pPr algn="ctr">
              <a:defRPr sz="1600">
                <a:solidFill>
                  <a:schemeClr val="bg1"/>
                </a:solidFill>
              </a:defRPr>
            </a:lvl1pPr>
            <a:lvl2pPr>
              <a:defRPr sz="1400"/>
            </a:lvl2pPr>
            <a:lvl3pPr>
              <a:defRPr sz="1400"/>
            </a:lvl3pPr>
            <a:lvl4pPr marL="457200" indent="-228600">
              <a:buFont typeface="Arial" pitchFamily="34" charset="0"/>
              <a:buChar char="–"/>
              <a:defRPr sz="1400"/>
            </a:lvl4pPr>
            <a:lvl5pPr marL="685800" indent="-228600">
              <a:buFont typeface="Arial" pitchFamily="34" charset="0"/>
              <a:buChar char="–"/>
              <a:defRPr sz="1400"/>
            </a:lvl5pPr>
            <a:lvl6pPr marL="914400" indent="-228600">
              <a:buFont typeface="Arial" pitchFamily="34" charset="0"/>
              <a:buChar char="–"/>
              <a:defRPr baseline="0"/>
            </a:lvl6pPr>
            <a:lvl7pPr marL="1143000" indent="-228600">
              <a:buFont typeface="Arial" pitchFamily="34" charset="0"/>
              <a:buChar char="–"/>
              <a:defRPr baseline="0"/>
            </a:lvl7pPr>
            <a:lvl8pPr marL="1371600" indent="-228600">
              <a:buFont typeface="Arial" pitchFamily="34" charset="0"/>
              <a:buChar char="–"/>
              <a:defRPr baseline="0"/>
            </a:lvl8pPr>
            <a:lvl9pPr marL="1600200" indent="-228600">
              <a:buFont typeface="Arial" pitchFamily="34" charset="0"/>
              <a:buChar char="–"/>
              <a:defRPr baseline="0"/>
            </a:lvl9pPr>
          </a:lstStyle>
          <a:p>
            <a:pPr lvl="0"/>
            <a:r>
              <a:rPr lang="en-US"/>
              <a:t>Click to edit Master </a:t>
            </a:r>
            <a:br>
              <a:rPr lang="en-US"/>
            </a:br>
            <a:r>
              <a:rPr lang="en-US"/>
              <a:t>text styles</a:t>
            </a:r>
          </a:p>
        </p:txBody>
      </p:sp>
    </p:spTree>
    <p:extLst>
      <p:ext uri="{BB962C8B-B14F-4D97-AF65-F5344CB8AC3E}">
        <p14:creationId xmlns:p14="http://schemas.microsoft.com/office/powerpoint/2010/main" val="15567546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Bullete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228600" indent="-228600">
              <a:buFont typeface="Arial" pitchFamily="34" charset="0"/>
              <a:buChar char="•"/>
              <a:defRPr b="0"/>
            </a:lvl1pPr>
            <a:lvl2pPr marL="457200" indent="-228600">
              <a:spcBef>
                <a:spcPts val="600"/>
              </a:spcBef>
              <a:buFont typeface="Arial" pitchFamily="34" charset="0"/>
              <a:buChar char="–"/>
              <a:defRPr b="0"/>
            </a:lvl2pPr>
            <a:lvl3pPr marL="685800" indent="-228600">
              <a:spcBef>
                <a:spcPts val="600"/>
              </a:spcBef>
              <a:buFont typeface="Arial" pitchFamily="34" charset="0"/>
              <a:buChar char="–"/>
              <a:defRPr b="0"/>
            </a:lvl3pPr>
            <a:lvl4pPr marL="914400" indent="-228600">
              <a:spcBef>
                <a:spcPts val="600"/>
              </a:spcBef>
              <a:buFont typeface="Arial" pitchFamily="34" charset="0"/>
              <a:buChar char="–"/>
              <a:defRPr b="0"/>
            </a:lvl4pPr>
            <a:lvl5pPr marL="1143000" indent="-228600">
              <a:spcBef>
                <a:spcPts val="600"/>
              </a:spcBef>
              <a:buFont typeface="Arial" pitchFamily="34" charset="0"/>
              <a:buChar char="–"/>
              <a:defRPr b="0"/>
            </a:lvl5pPr>
            <a:lvl6pPr marL="1371600" indent="-228600">
              <a:spcBef>
                <a:spcPts val="600"/>
              </a:spcBef>
              <a:buFont typeface="Arial" pitchFamily="34" charset="0"/>
              <a:buChar char="–"/>
              <a:defRPr baseline="0"/>
            </a:lvl6pPr>
            <a:lvl7pPr marL="1600200" indent="-228600">
              <a:spcBef>
                <a:spcPts val="600"/>
              </a:spcBef>
              <a:buFont typeface="Arial" pitchFamily="34" charset="0"/>
              <a:buChar char="–"/>
              <a:defRPr baseline="0"/>
            </a:lvl7pPr>
            <a:lvl8pPr marL="1828800" indent="-228600">
              <a:spcBef>
                <a:spcPts val="600"/>
              </a:spcBef>
              <a:buFont typeface="Arial" pitchFamily="34" charset="0"/>
              <a:buChar char="–"/>
              <a:defRPr baseline="0"/>
            </a:lvl8pPr>
            <a:lvl9pPr marL="2057400" indent="-228600">
              <a:spcBef>
                <a:spcPts val="600"/>
              </a:spcBef>
              <a:buFont typeface="Arial" pitchFamily="34" charset="0"/>
              <a:buChar char="–"/>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85800" y="2057399"/>
            <a:ext cx="6400800" cy="5121276"/>
          </a:xfrm>
          <a:noFill/>
        </p:spPr>
        <p:txBody>
          <a:bodyPr>
            <a:normAutofit/>
          </a:bodyPr>
          <a:lstStyle>
            <a:lvl1pPr>
              <a:defRPr sz="2000"/>
            </a:lvl1pPr>
            <a:lvl2pPr>
              <a:defRPr sz="2000"/>
            </a:lvl2pPr>
            <a:lvl3pPr>
              <a:defRPr sz="2000"/>
            </a:lvl3pPr>
            <a:lvl4pPr marL="457200" indent="-228600">
              <a:buFont typeface="Arial" pitchFamily="34" charset="0"/>
              <a:buChar char="–"/>
              <a:defRPr sz="2000"/>
            </a:lvl4pPr>
            <a:lvl5pPr marL="685800" indent="-228600">
              <a:buFont typeface="Arial" pitchFamily="34" charset="0"/>
              <a:buChar char="–"/>
              <a:defRPr sz="2000"/>
            </a:lvl5pPr>
            <a:lvl6pPr marL="914400" indent="-228600">
              <a:buFont typeface="Arial" pitchFamily="34" charset="0"/>
              <a:buChar char="–"/>
              <a:defRPr sz="2000" baseline="0"/>
            </a:lvl6pPr>
            <a:lvl7pPr marL="1143000" indent="-228600">
              <a:buFont typeface="Arial" pitchFamily="34" charset="0"/>
              <a:buChar char="–"/>
              <a:defRPr sz="2000" baseline="0"/>
            </a:lvl7pPr>
            <a:lvl8pPr marL="1371600" indent="-228600">
              <a:buFont typeface="Arial" pitchFamily="34" charset="0"/>
              <a:buChar char="–"/>
              <a:defRPr sz="2000" baseline="0"/>
            </a:lvl8pPr>
            <a:lvl9pPr marL="1600200" indent="-228600">
              <a:buFont typeface="Arial" pitchFamily="34" charset="0"/>
              <a:buChar cha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7543800" y="2057398"/>
            <a:ext cx="6400800" cy="5121274"/>
          </a:xfrm>
        </p:spPr>
        <p:txBody>
          <a:bodyPr>
            <a:normAutofit/>
          </a:bodyPr>
          <a:lstStyle>
            <a:lvl1pPr>
              <a:defRPr sz="2000"/>
            </a:lvl1pPr>
            <a:lvl2pPr>
              <a:defRPr sz="2000"/>
            </a:lvl2pPr>
            <a:lvl3pPr>
              <a:defRPr sz="2000"/>
            </a:lvl3pPr>
            <a:lvl4pPr>
              <a:defRPr sz="2000"/>
            </a:lvl4pPr>
            <a:lvl5pPr>
              <a:defRPr sz="2000"/>
            </a:lvl5pPr>
            <a:lvl6pPr>
              <a:defRPr sz="2000" baseline="0"/>
            </a:lvl6pPr>
            <a:lvl7pPr>
              <a:defRPr sz="2000" baseline="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7"/>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1834530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85800" y="2057399"/>
            <a:ext cx="4114800" cy="5121276"/>
          </a:xfrm>
        </p:spPr>
        <p:txBody>
          <a:bodyPr>
            <a:normAutofit/>
          </a:bodyPr>
          <a:lstStyle>
            <a:lvl1pPr>
              <a:defRPr sz="2000"/>
            </a:lvl1pPr>
            <a:lvl2pPr>
              <a:defRPr sz="2000"/>
            </a:lvl2pPr>
            <a:lvl3pPr>
              <a:defRPr sz="2000"/>
            </a:lvl3pPr>
            <a:lvl4pPr>
              <a:defRPr sz="2000"/>
            </a:lvl4pPr>
            <a:lvl5pPr>
              <a:defRPr sz="2000"/>
            </a:lvl5pPr>
            <a:lvl6pPr>
              <a:defRPr sz="2000" baseline="0"/>
            </a:lvl6pPr>
            <a:lvl7pPr>
              <a:defRPr sz="2000" baseline="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257800" y="2057399"/>
            <a:ext cx="4114800" cy="5121276"/>
          </a:xfrm>
        </p:spPr>
        <p:txBody>
          <a:bodyPr>
            <a:normAutofit/>
          </a:bodyPr>
          <a:lstStyle>
            <a:lvl1pPr>
              <a:defRPr sz="2000"/>
            </a:lvl1pPr>
            <a:lvl2pPr>
              <a:defRPr sz="2000"/>
            </a:lvl2pPr>
            <a:lvl3pPr>
              <a:defRPr sz="2000"/>
            </a:lvl3pPr>
            <a:lvl4pPr>
              <a:defRPr sz="2000"/>
            </a:lvl4pPr>
            <a:lvl5pPr>
              <a:defRPr sz="2000"/>
            </a:lvl5pPr>
            <a:lvl6pPr>
              <a:defRPr sz="2000" baseline="0"/>
            </a:lvl6pPr>
            <a:lvl7pPr>
              <a:defRPr sz="2000" baseline="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3"/>
          <p:cNvSpPr>
            <a:spLocks noGrp="1"/>
          </p:cNvSpPr>
          <p:nvPr>
            <p:ph sz="half" idx="13"/>
          </p:nvPr>
        </p:nvSpPr>
        <p:spPr>
          <a:xfrm>
            <a:off x="9829800" y="2057399"/>
            <a:ext cx="4114800" cy="5121276"/>
          </a:xfrm>
        </p:spPr>
        <p:txBody>
          <a:bodyPr>
            <a:normAutofit/>
          </a:bodyPr>
          <a:lstStyle>
            <a:lvl1pPr>
              <a:defRPr sz="2000"/>
            </a:lvl1pPr>
            <a:lvl2pPr>
              <a:defRPr sz="2000"/>
            </a:lvl2pPr>
            <a:lvl3pPr>
              <a:defRPr sz="2000"/>
            </a:lvl3pPr>
            <a:lvl4pPr>
              <a:defRPr sz="2000"/>
            </a:lvl4pPr>
            <a:lvl5pPr>
              <a:defRPr sz="2000"/>
            </a:lvl5pPr>
            <a:lvl6pPr>
              <a:defRPr sz="2000" baseline="0"/>
            </a:lvl6pPr>
            <a:lvl7pPr>
              <a:defRPr sz="2000" baseline="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8"/>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947420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ext and Picture">
    <p:spTree>
      <p:nvGrpSpPr>
        <p:cNvPr id="1" name=""/>
        <p:cNvGrpSpPr/>
        <p:nvPr/>
      </p:nvGrpSpPr>
      <p:grpSpPr>
        <a:xfrm>
          <a:off x="0" y="0"/>
          <a:ext cx="0" cy="0"/>
          <a:chOff x="0" y="0"/>
          <a:chExt cx="0" cy="0"/>
        </a:xfrm>
      </p:grpSpPr>
      <p:grpSp>
        <p:nvGrpSpPr>
          <p:cNvPr id="13" name="Group 12"/>
          <p:cNvGrpSpPr/>
          <p:nvPr userDrawn="1"/>
        </p:nvGrpSpPr>
        <p:grpSpPr>
          <a:xfrm>
            <a:off x="-91440" y="-91440"/>
            <a:ext cx="14813280" cy="8412480"/>
            <a:chOff x="-91440" y="-91440"/>
            <a:chExt cx="14813280" cy="8412480"/>
          </a:xfrm>
        </p:grpSpPr>
        <p:cxnSp>
          <p:nvCxnSpPr>
            <p:cNvPr id="14" name="Straight Connector 13"/>
            <p:cNvCxnSpPr/>
            <p:nvPr userDrawn="1"/>
          </p:nvCxnSpPr>
          <p:spPr>
            <a:xfrm>
              <a:off x="-9144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userDrawn="1"/>
          </p:nvCxnSpPr>
          <p:spPr>
            <a:xfrm>
              <a:off x="-9144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userDrawn="1"/>
          </p:nvCxnSpPr>
          <p:spPr>
            <a:xfrm>
              <a:off x="-9144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userDrawn="1"/>
          </p:nvCxnSpPr>
          <p:spPr>
            <a:xfrm>
              <a:off x="1467612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userDrawn="1"/>
          </p:nvCxnSpPr>
          <p:spPr>
            <a:xfrm>
              <a:off x="1467612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userDrawn="1"/>
          </p:nvCxnSpPr>
          <p:spPr>
            <a:xfrm>
              <a:off x="1467612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userDrawn="1"/>
          </p:nvCxnSpPr>
          <p:spPr>
            <a:xfrm>
              <a:off x="685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userDrawn="1"/>
          </p:nvCxnSpPr>
          <p:spPr>
            <a:xfrm>
              <a:off x="13944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userDrawn="1"/>
          </p:nvCxnSpPr>
          <p:spPr>
            <a:xfrm>
              <a:off x="685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userDrawn="1"/>
          </p:nvCxnSpPr>
          <p:spPr>
            <a:xfrm>
              <a:off x="13944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userDrawn="1"/>
          </p:nvCxnSpPr>
          <p:spPr>
            <a:xfrm>
              <a:off x="11887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userDrawn="1"/>
          </p:nvCxnSpPr>
          <p:spPr>
            <a:xfrm>
              <a:off x="7315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userDrawn="1"/>
          </p:nvCxnSpPr>
          <p:spPr>
            <a:xfrm>
              <a:off x="7315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7" name="Straight Connector 26"/>
            <p:cNvCxnSpPr/>
            <p:nvPr userDrawn="1"/>
          </p:nvCxnSpPr>
          <p:spPr>
            <a:xfrm>
              <a:off x="7086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userDrawn="1"/>
          </p:nvCxnSpPr>
          <p:spPr>
            <a:xfrm>
              <a:off x="7543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userDrawn="1"/>
          </p:nvCxnSpPr>
          <p:spPr>
            <a:xfrm>
              <a:off x="7086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userDrawn="1"/>
          </p:nvCxnSpPr>
          <p:spPr>
            <a:xfrm>
              <a:off x="7543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userDrawn="1"/>
          </p:nvCxnSpPr>
          <p:spPr>
            <a:xfrm>
              <a:off x="5257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userDrawn="1"/>
          </p:nvCxnSpPr>
          <p:spPr>
            <a:xfrm>
              <a:off x="4800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3" name="Straight Connector 32"/>
            <p:cNvCxnSpPr/>
            <p:nvPr userDrawn="1"/>
          </p:nvCxnSpPr>
          <p:spPr>
            <a:xfrm>
              <a:off x="9372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userDrawn="1"/>
          </p:nvCxnSpPr>
          <p:spPr>
            <a:xfrm>
              <a:off x="9829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userDrawn="1"/>
          </p:nvCxnSpPr>
          <p:spPr>
            <a:xfrm>
              <a:off x="5257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6" name="Straight Connector 35"/>
            <p:cNvCxnSpPr/>
            <p:nvPr userDrawn="1"/>
          </p:nvCxnSpPr>
          <p:spPr>
            <a:xfrm>
              <a:off x="9829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userDrawn="1"/>
          </p:nvCxnSpPr>
          <p:spPr>
            <a:xfrm>
              <a:off x="4800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8" name="Straight Connector 37"/>
            <p:cNvCxnSpPr/>
            <p:nvPr userDrawn="1"/>
          </p:nvCxnSpPr>
          <p:spPr>
            <a:xfrm>
              <a:off x="9372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9" name="Straight Connector 38"/>
            <p:cNvCxnSpPr/>
            <p:nvPr userDrawn="1"/>
          </p:nvCxnSpPr>
          <p:spPr>
            <a:xfrm>
              <a:off x="11887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0" name="Straight Connector 39"/>
            <p:cNvCxnSpPr/>
            <p:nvPr userDrawn="1"/>
          </p:nvCxnSpPr>
          <p:spPr>
            <a:xfrm>
              <a:off x="1467612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userDrawn="1"/>
          </p:nvCxnSpPr>
          <p:spPr>
            <a:xfrm>
              <a:off x="-9144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grpSp>
      <p:sp>
        <p:nvSpPr>
          <p:cNvPr id="9" name="Picture Placeholder 8"/>
          <p:cNvSpPr>
            <a:spLocks noGrp="1"/>
          </p:cNvSpPr>
          <p:nvPr>
            <p:ph type="pic" sz="quarter" idx="13"/>
          </p:nvPr>
        </p:nvSpPr>
        <p:spPr>
          <a:xfrm>
            <a:off x="7315200" y="0"/>
            <a:ext cx="7315200" cy="8229600"/>
          </a:xfrm>
          <a:solidFill>
            <a:schemeClr val="bg1">
              <a:lumMod val="85000"/>
            </a:schemeClr>
          </a:solidFill>
        </p:spPr>
        <p:txBody>
          <a:bodyPr anchor="ctr" anchorCtr="0">
            <a:normAutofit/>
          </a:bodyPr>
          <a:lstStyle>
            <a:lvl1pPr algn="ctr">
              <a:defRPr sz="1600" b="0"/>
            </a:lvl1pPr>
          </a:lstStyle>
          <a:p>
            <a:r>
              <a:rPr lang="en-US"/>
              <a:t>Click icon to add picture</a:t>
            </a:r>
          </a:p>
        </p:txBody>
      </p:sp>
      <p:sp>
        <p:nvSpPr>
          <p:cNvPr id="4" name="Title 3"/>
          <p:cNvSpPr>
            <a:spLocks noGrp="1"/>
          </p:cNvSpPr>
          <p:nvPr>
            <p:ph type="title"/>
          </p:nvPr>
        </p:nvSpPr>
        <p:spPr>
          <a:xfrm>
            <a:off x="685800" y="639763"/>
            <a:ext cx="6400800" cy="1417635"/>
          </a:xfrm>
        </p:spPr>
        <p:txBody>
          <a:bodyPr/>
          <a:lstStyle/>
          <a:p>
            <a:r>
              <a:rPr lang="en-US"/>
              <a:t>Click to edit Master title style</a:t>
            </a:r>
          </a:p>
        </p:txBody>
      </p:sp>
      <p:sp>
        <p:nvSpPr>
          <p:cNvPr id="11" name="Text Box 115"/>
          <p:cNvSpPr txBox="1">
            <a:spLocks noChangeArrowheads="1"/>
          </p:cNvSpPr>
          <p:nvPr userDrawn="1"/>
        </p:nvSpPr>
        <p:spPr bwMode="auto">
          <a:xfrm>
            <a:off x="13533120" y="7580439"/>
            <a:ext cx="411480" cy="274320"/>
          </a:xfrm>
          <a:prstGeom prst="rect">
            <a:avLst/>
          </a:prstGeom>
          <a:noFill/>
          <a:ln w="9525">
            <a:noFill/>
            <a:miter lim="800000"/>
            <a:headEnd/>
            <a:tailEnd/>
          </a:ln>
          <a:effectLst/>
        </p:spPr>
        <p:txBody>
          <a:bodyPr wrap="square" lIns="0" tIns="0" rIns="0" bIns="0" anchor="ctr" anchorCtr="0">
            <a:noAutofit/>
          </a:bodyPr>
          <a:lstStyle/>
          <a:p>
            <a:pPr algn="r" defTabSz="820738">
              <a:spcBef>
                <a:spcPct val="50000"/>
              </a:spcBef>
            </a:pPr>
            <a:fld id="{18E29826-F105-4F77-B977-03F4A4723A21}" type="slidenum">
              <a:rPr lang="en-US" sz="1100" b="1" smtClean="0">
                <a:solidFill>
                  <a:schemeClr val="tx1"/>
                </a:solidFill>
              </a:rPr>
              <a:pPr algn="r" defTabSz="820738">
                <a:spcBef>
                  <a:spcPct val="50000"/>
                </a:spcBef>
              </a:pPr>
              <a:t>‹#›</a:t>
            </a:fld>
            <a:endParaRPr lang="en-US" sz="1100" b="1">
              <a:solidFill>
                <a:schemeClr val="tx1"/>
              </a:solidFill>
            </a:endParaRPr>
          </a:p>
        </p:txBody>
      </p:sp>
      <p:sp>
        <p:nvSpPr>
          <p:cNvPr id="3" name="Content Placeholder 2"/>
          <p:cNvSpPr>
            <a:spLocks noGrp="1"/>
          </p:cNvSpPr>
          <p:nvPr>
            <p:ph sz="quarter" idx="14"/>
          </p:nvPr>
        </p:nvSpPr>
        <p:spPr>
          <a:xfrm>
            <a:off x="685800" y="2057398"/>
            <a:ext cx="6400800" cy="5121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4" name="Graphic 43">
            <a:extLst>
              <a:ext uri="{FF2B5EF4-FFF2-40B4-BE49-F238E27FC236}">
                <a16:creationId xmlns:a16="http://schemas.microsoft.com/office/drawing/2014/main" id="{C091593C-4446-42A7-AA75-762280E3CD0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85800" y="7580437"/>
            <a:ext cx="2286000" cy="259238"/>
          </a:xfrm>
          <a:prstGeom prst="rect">
            <a:avLst/>
          </a:prstGeom>
        </p:spPr>
      </p:pic>
      <p:sp>
        <p:nvSpPr>
          <p:cNvPr id="2" name="Footer Placeholder 4">
            <a:extLst>
              <a:ext uri="{FF2B5EF4-FFF2-40B4-BE49-F238E27FC236}">
                <a16:creationId xmlns:a16="http://schemas.microsoft.com/office/drawing/2014/main" id="{22E539CF-BB89-9CFA-7450-C2FA97C11654}"/>
              </a:ext>
            </a:extLst>
          </p:cNvPr>
          <p:cNvSpPr txBox="1">
            <a:spLocks/>
          </p:cNvSpPr>
          <p:nvPr userDrawn="1"/>
        </p:nvSpPr>
        <p:spPr>
          <a:xfrm>
            <a:off x="3398520" y="7580439"/>
            <a:ext cx="3688080" cy="27432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tabLst/>
            </a:pPr>
            <a:r>
              <a:rPr lang="en-US" sz="1100"/>
              <a:t>© </a:t>
            </a:r>
            <a:fld id="{F0F03FDE-796C-4CED-8A2E-524BCF9DE0E5}" type="datetimeyyyy">
              <a:rPr lang="en-US" sz="1100" smtClean="0"/>
              <a:t>2025</a:t>
            </a:fld>
            <a:r>
              <a:rPr lang="en-US" sz="1100"/>
              <a:t> DXC Technology Company. All rights reserved.</a:t>
            </a:r>
          </a:p>
        </p:txBody>
      </p:sp>
      <p:sp>
        <p:nvSpPr>
          <p:cNvPr id="5" name="TextBox 4">
            <a:extLst>
              <a:ext uri="{FF2B5EF4-FFF2-40B4-BE49-F238E27FC236}">
                <a16:creationId xmlns:a16="http://schemas.microsoft.com/office/drawing/2014/main" id="{CE582E9E-E0DC-215D-B4CB-8608A98E514C}"/>
              </a:ext>
            </a:extLst>
          </p:cNvPr>
          <p:cNvSpPr txBox="1"/>
          <p:nvPr userDrawn="1"/>
        </p:nvSpPr>
        <p:spPr>
          <a:xfrm>
            <a:off x="4709160" y="7868126"/>
            <a:ext cx="2354579" cy="215444"/>
          </a:xfrm>
          <a:prstGeom prst="rect">
            <a:avLst/>
          </a:prstGeom>
          <a:noFill/>
        </p:spPr>
        <p:txBody>
          <a:bodyPr wrap="square" rIns="0">
            <a:spAutoFit/>
          </a:bodyPr>
          <a:lstStyle/>
          <a:p>
            <a:pPr algn="r"/>
            <a:r>
              <a:rPr lang="en-US" sz="800"/>
              <a:t>DXC Internal</a:t>
            </a:r>
          </a:p>
        </p:txBody>
      </p:sp>
    </p:spTree>
    <p:extLst>
      <p:ext uri="{BB962C8B-B14F-4D97-AF65-F5344CB8AC3E}">
        <p14:creationId xmlns:p14="http://schemas.microsoft.com/office/powerpoint/2010/main" val="10157861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ig Statement">
    <p:spTree>
      <p:nvGrpSpPr>
        <p:cNvPr id="1" name=""/>
        <p:cNvGrpSpPr/>
        <p:nvPr/>
      </p:nvGrpSpPr>
      <p:grpSpPr>
        <a:xfrm>
          <a:off x="0" y="0"/>
          <a:ext cx="0" cy="0"/>
          <a:chOff x="0" y="0"/>
          <a:chExt cx="0" cy="0"/>
        </a:xfrm>
      </p:grpSpPr>
      <p:sp>
        <p:nvSpPr>
          <p:cNvPr id="14" name="Text Placeholder 13"/>
          <p:cNvSpPr>
            <a:spLocks noGrp="1"/>
          </p:cNvSpPr>
          <p:nvPr>
            <p:ph type="body" sz="quarter" idx="13"/>
          </p:nvPr>
        </p:nvSpPr>
        <p:spPr>
          <a:xfrm>
            <a:off x="685800" y="2057399"/>
            <a:ext cx="11201400" cy="5121275"/>
          </a:xfrm>
        </p:spPr>
        <p:txBody>
          <a:bodyPr/>
          <a:lstStyle>
            <a:lvl1pPr>
              <a:lnSpc>
                <a:spcPct val="85000"/>
              </a:lnSpc>
              <a:spcBef>
                <a:spcPts val="0"/>
              </a:spcBef>
              <a:defRPr sz="5400">
                <a:solidFill>
                  <a:schemeClr val="accent1"/>
                </a:solidFill>
              </a:defRPr>
            </a:lvl1pPr>
            <a:lvl2pPr marL="0" indent="0">
              <a:spcBef>
                <a:spcPts val="900"/>
              </a:spcBef>
              <a:buFontTx/>
              <a:buNone/>
              <a:defRPr/>
            </a:lvl2pPr>
            <a:lvl3pPr marL="0" indent="0">
              <a:spcBef>
                <a:spcPts val="900"/>
              </a:spcBef>
              <a:buFontTx/>
              <a:buNone/>
              <a:defRPr/>
            </a:lvl3pPr>
            <a:lvl4pPr marL="0" indent="0">
              <a:spcBef>
                <a:spcPts val="900"/>
              </a:spcBef>
              <a:buFontTx/>
              <a:buNone/>
              <a:defRPr/>
            </a:lvl4pPr>
            <a:lvl5pPr marL="0" indent="0">
              <a:spcBef>
                <a:spcPts val="900"/>
              </a:spcBef>
              <a:buFontTx/>
              <a:buNone/>
              <a:defRPr/>
            </a:lvl5pPr>
            <a:lvl6pPr marL="0" indent="0">
              <a:spcBef>
                <a:spcPts val="900"/>
              </a:spcBef>
              <a:buFontTx/>
              <a:buNone/>
              <a:defRPr baseline="0"/>
            </a:lvl6pPr>
            <a:lvl7pPr marL="0" indent="0">
              <a:spcBef>
                <a:spcPts val="900"/>
              </a:spcBef>
              <a:buFontTx/>
              <a:buNone/>
              <a:defRPr baseline="0"/>
            </a:lvl7pPr>
            <a:lvl8pPr marL="0" indent="0">
              <a:spcBef>
                <a:spcPts val="900"/>
              </a:spcBef>
              <a:buFontTx/>
              <a:buNone/>
              <a:defRPr baseline="0"/>
            </a:lvl8pPr>
            <a:lvl9pPr marL="0" indent="0">
              <a:spcBef>
                <a:spcPts val="900"/>
              </a:spcBef>
              <a:buFontTx/>
              <a:buNone/>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Section Header 1">
    <p:bg>
      <p:bgPr>
        <a:solidFill>
          <a:schemeClr val="bg1"/>
        </a:solidFill>
        <a:effectLst/>
      </p:bgPr>
    </p:bg>
    <p:spTree>
      <p:nvGrpSpPr>
        <p:cNvPr id="1" name=""/>
        <p:cNvGrpSpPr/>
        <p:nvPr/>
      </p:nvGrpSpPr>
      <p:grpSpPr>
        <a:xfrm>
          <a:off x="0" y="0"/>
          <a:ext cx="0" cy="0"/>
          <a:chOff x="0" y="0"/>
          <a:chExt cx="0" cy="0"/>
        </a:xfrm>
      </p:grpSpPr>
      <p:grpSp>
        <p:nvGrpSpPr>
          <p:cNvPr id="12" name="Group 11"/>
          <p:cNvGrpSpPr/>
          <p:nvPr userDrawn="1"/>
        </p:nvGrpSpPr>
        <p:grpSpPr>
          <a:xfrm>
            <a:off x="-91440" y="-91440"/>
            <a:ext cx="14813280" cy="8412480"/>
            <a:chOff x="-91440" y="-91440"/>
            <a:chExt cx="14813280" cy="8412480"/>
          </a:xfrm>
        </p:grpSpPr>
        <p:cxnSp>
          <p:nvCxnSpPr>
            <p:cNvPr id="13" name="Straight Connector 12"/>
            <p:cNvCxnSpPr/>
            <p:nvPr userDrawn="1"/>
          </p:nvCxnSpPr>
          <p:spPr>
            <a:xfrm>
              <a:off x="-9144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userDrawn="1"/>
          </p:nvCxnSpPr>
          <p:spPr>
            <a:xfrm>
              <a:off x="-9144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userDrawn="1"/>
          </p:nvCxnSpPr>
          <p:spPr>
            <a:xfrm>
              <a:off x="-9144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userDrawn="1"/>
          </p:nvCxnSpPr>
          <p:spPr>
            <a:xfrm>
              <a:off x="1467612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userDrawn="1"/>
          </p:nvCxnSpPr>
          <p:spPr>
            <a:xfrm>
              <a:off x="1467612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userDrawn="1"/>
          </p:nvCxnSpPr>
          <p:spPr>
            <a:xfrm>
              <a:off x="1467612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userDrawn="1"/>
          </p:nvCxnSpPr>
          <p:spPr>
            <a:xfrm>
              <a:off x="685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userDrawn="1"/>
          </p:nvCxnSpPr>
          <p:spPr>
            <a:xfrm>
              <a:off x="13944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userDrawn="1"/>
          </p:nvCxnSpPr>
          <p:spPr>
            <a:xfrm>
              <a:off x="685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userDrawn="1"/>
          </p:nvCxnSpPr>
          <p:spPr>
            <a:xfrm>
              <a:off x="13944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7" name="Straight Connector 26"/>
            <p:cNvCxnSpPr/>
            <p:nvPr userDrawn="1"/>
          </p:nvCxnSpPr>
          <p:spPr>
            <a:xfrm>
              <a:off x="11887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userDrawn="1"/>
          </p:nvCxnSpPr>
          <p:spPr>
            <a:xfrm>
              <a:off x="7315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userDrawn="1"/>
          </p:nvCxnSpPr>
          <p:spPr>
            <a:xfrm>
              <a:off x="7315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userDrawn="1"/>
          </p:nvCxnSpPr>
          <p:spPr>
            <a:xfrm>
              <a:off x="7086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userDrawn="1"/>
          </p:nvCxnSpPr>
          <p:spPr>
            <a:xfrm>
              <a:off x="7543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userDrawn="1"/>
          </p:nvCxnSpPr>
          <p:spPr>
            <a:xfrm>
              <a:off x="7086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3" name="Straight Connector 32"/>
            <p:cNvCxnSpPr/>
            <p:nvPr userDrawn="1"/>
          </p:nvCxnSpPr>
          <p:spPr>
            <a:xfrm>
              <a:off x="7543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userDrawn="1"/>
          </p:nvCxnSpPr>
          <p:spPr>
            <a:xfrm>
              <a:off x="5257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userDrawn="1"/>
          </p:nvCxnSpPr>
          <p:spPr>
            <a:xfrm>
              <a:off x="4800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6" name="Straight Connector 35"/>
            <p:cNvCxnSpPr/>
            <p:nvPr userDrawn="1"/>
          </p:nvCxnSpPr>
          <p:spPr>
            <a:xfrm>
              <a:off x="9372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userDrawn="1"/>
          </p:nvCxnSpPr>
          <p:spPr>
            <a:xfrm>
              <a:off x="9829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8" name="Straight Connector 37"/>
            <p:cNvCxnSpPr/>
            <p:nvPr userDrawn="1"/>
          </p:nvCxnSpPr>
          <p:spPr>
            <a:xfrm>
              <a:off x="5257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9" name="Straight Connector 38"/>
            <p:cNvCxnSpPr/>
            <p:nvPr userDrawn="1"/>
          </p:nvCxnSpPr>
          <p:spPr>
            <a:xfrm>
              <a:off x="9829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0" name="Straight Connector 39"/>
            <p:cNvCxnSpPr/>
            <p:nvPr userDrawn="1"/>
          </p:nvCxnSpPr>
          <p:spPr>
            <a:xfrm>
              <a:off x="4800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userDrawn="1"/>
          </p:nvCxnSpPr>
          <p:spPr>
            <a:xfrm>
              <a:off x="9372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2" name="Straight Connector 41"/>
            <p:cNvCxnSpPr/>
            <p:nvPr userDrawn="1"/>
          </p:nvCxnSpPr>
          <p:spPr>
            <a:xfrm>
              <a:off x="11887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3" name="Straight Connector 42"/>
            <p:cNvCxnSpPr/>
            <p:nvPr userDrawn="1"/>
          </p:nvCxnSpPr>
          <p:spPr>
            <a:xfrm>
              <a:off x="1467612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userDrawn="1"/>
          </p:nvCxnSpPr>
          <p:spPr>
            <a:xfrm>
              <a:off x="-9144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grpSp>
      <p:sp>
        <p:nvSpPr>
          <p:cNvPr id="15" name="Text Box 115"/>
          <p:cNvSpPr txBox="1">
            <a:spLocks noChangeArrowheads="1"/>
          </p:cNvSpPr>
          <p:nvPr userDrawn="1"/>
        </p:nvSpPr>
        <p:spPr bwMode="auto">
          <a:xfrm>
            <a:off x="11893550" y="7580437"/>
            <a:ext cx="1639570" cy="274320"/>
          </a:xfrm>
          <a:prstGeom prst="rect">
            <a:avLst/>
          </a:prstGeom>
          <a:noFill/>
          <a:ln w="9525">
            <a:noFill/>
            <a:miter lim="800000"/>
            <a:headEnd/>
            <a:tailEnd/>
          </a:ln>
          <a:effectLst/>
        </p:spPr>
        <p:txBody>
          <a:bodyPr wrap="none" lIns="0" tIns="0" rIns="0" bIns="0" anchor="ctr" anchorCtr="0">
            <a:noAutofit/>
          </a:bodyPr>
          <a:lstStyle/>
          <a:p>
            <a:pPr algn="r" defTabSz="820738">
              <a:spcBef>
                <a:spcPct val="50000"/>
              </a:spcBef>
            </a:pPr>
            <a:fld id="{03C7D0F0-10D5-4191-B6F4-99306F468FEF}" type="datetime4">
              <a:rPr lang="en-US" sz="1100" b="0" smtClean="0">
                <a:solidFill>
                  <a:schemeClr val="bg1"/>
                </a:solidFill>
              </a:rPr>
              <a:pPr algn="r" defTabSz="820738">
                <a:spcBef>
                  <a:spcPct val="50000"/>
                </a:spcBef>
              </a:pPr>
              <a:t>May 6, 2025</a:t>
            </a:fld>
            <a:endParaRPr lang="en-US" sz="1100" b="0">
              <a:solidFill>
                <a:schemeClr val="bg1"/>
              </a:solidFill>
            </a:endParaRPr>
          </a:p>
        </p:txBody>
      </p:sp>
      <p:sp>
        <p:nvSpPr>
          <p:cNvPr id="16" name="Text Box 115"/>
          <p:cNvSpPr txBox="1">
            <a:spLocks noChangeArrowheads="1"/>
          </p:cNvSpPr>
          <p:nvPr userDrawn="1"/>
        </p:nvSpPr>
        <p:spPr bwMode="auto">
          <a:xfrm>
            <a:off x="13533120" y="7580439"/>
            <a:ext cx="411480" cy="274320"/>
          </a:xfrm>
          <a:prstGeom prst="rect">
            <a:avLst/>
          </a:prstGeom>
          <a:noFill/>
          <a:ln w="9525">
            <a:noFill/>
            <a:miter lim="800000"/>
            <a:headEnd/>
            <a:tailEnd/>
          </a:ln>
          <a:effectLst/>
        </p:spPr>
        <p:txBody>
          <a:bodyPr wrap="square" lIns="0" tIns="0" rIns="0" bIns="0" anchor="ctr" anchorCtr="0">
            <a:noAutofit/>
          </a:bodyPr>
          <a:lstStyle/>
          <a:p>
            <a:pPr algn="r" defTabSz="820738">
              <a:spcBef>
                <a:spcPct val="50000"/>
              </a:spcBef>
            </a:pPr>
            <a:fld id="{18E29826-F105-4F77-B977-03F4A4723A21}" type="slidenum">
              <a:rPr lang="en-US" sz="1100" b="1" smtClean="0">
                <a:solidFill>
                  <a:schemeClr val="bg1"/>
                </a:solidFill>
              </a:rPr>
              <a:pPr algn="r" defTabSz="820738">
                <a:spcBef>
                  <a:spcPct val="50000"/>
                </a:spcBef>
              </a:pPr>
              <a:t>‹#›</a:t>
            </a:fld>
            <a:endParaRPr lang="en-US" sz="1100" b="1">
              <a:solidFill>
                <a:schemeClr val="bg1"/>
              </a:solidFill>
            </a:endParaRPr>
          </a:p>
        </p:txBody>
      </p:sp>
      <p:pic>
        <p:nvPicPr>
          <p:cNvPr id="45" name="Graphic 44">
            <a:extLst>
              <a:ext uri="{FF2B5EF4-FFF2-40B4-BE49-F238E27FC236}">
                <a16:creationId xmlns:a16="http://schemas.microsoft.com/office/drawing/2014/main" id="{DE47D048-F78A-4D25-83CC-A1FB3F93EB8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85800" y="7561481"/>
            <a:ext cx="2468880" cy="279976"/>
          </a:xfrm>
          <a:prstGeom prst="rect">
            <a:avLst/>
          </a:prstGeom>
        </p:spPr>
      </p:pic>
      <p:sp>
        <p:nvSpPr>
          <p:cNvPr id="47" name="Text Box 115">
            <a:extLst>
              <a:ext uri="{FF2B5EF4-FFF2-40B4-BE49-F238E27FC236}">
                <a16:creationId xmlns:a16="http://schemas.microsoft.com/office/drawing/2014/main" id="{B207E4D1-23C4-49FF-8260-AC6970B95FC4}"/>
              </a:ext>
            </a:extLst>
          </p:cNvPr>
          <p:cNvSpPr txBox="1">
            <a:spLocks noChangeArrowheads="1"/>
          </p:cNvSpPr>
          <p:nvPr userDrawn="1"/>
        </p:nvSpPr>
        <p:spPr bwMode="auto">
          <a:xfrm>
            <a:off x="13533120" y="7580439"/>
            <a:ext cx="411480" cy="274320"/>
          </a:xfrm>
          <a:prstGeom prst="rect">
            <a:avLst/>
          </a:prstGeom>
          <a:noFill/>
          <a:ln w="9525">
            <a:noFill/>
            <a:miter lim="800000"/>
            <a:headEnd/>
            <a:tailEnd/>
          </a:ln>
          <a:effectLst/>
        </p:spPr>
        <p:txBody>
          <a:bodyPr wrap="square" lIns="0" tIns="0" rIns="0" bIns="0" anchor="ctr" anchorCtr="0">
            <a:noAutofit/>
          </a:bodyPr>
          <a:lstStyle/>
          <a:p>
            <a:pPr algn="r" defTabSz="820738">
              <a:spcBef>
                <a:spcPts val="0"/>
              </a:spcBef>
            </a:pPr>
            <a:fld id="{18E29826-F105-4F77-B977-03F4A4723A21}" type="slidenum">
              <a:rPr lang="en-US" sz="1100" b="1" smtClean="0">
                <a:solidFill>
                  <a:schemeClr val="tx1"/>
                </a:solidFill>
              </a:rPr>
              <a:pPr algn="r" defTabSz="820738">
                <a:spcBef>
                  <a:spcPts val="0"/>
                </a:spcBef>
              </a:pPr>
              <a:t>‹#›</a:t>
            </a:fld>
            <a:endParaRPr lang="en-US" sz="1100" b="1">
              <a:solidFill>
                <a:schemeClr val="tx1"/>
              </a:solidFill>
            </a:endParaRPr>
          </a:p>
        </p:txBody>
      </p:sp>
      <p:pic>
        <p:nvPicPr>
          <p:cNvPr id="52" name="Graphic 51">
            <a:extLst>
              <a:ext uri="{FF2B5EF4-FFF2-40B4-BE49-F238E27FC236}">
                <a16:creationId xmlns:a16="http://schemas.microsoft.com/office/drawing/2014/main" id="{925DB904-DAE2-4F1E-A174-E29E8F751170}"/>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685800" y="7580437"/>
            <a:ext cx="2286000" cy="259238"/>
          </a:xfrm>
          <a:prstGeom prst="rect">
            <a:avLst/>
          </a:prstGeom>
        </p:spPr>
      </p:pic>
      <p:sp>
        <p:nvSpPr>
          <p:cNvPr id="56" name="Rectangle: Single Corner Rounded 55">
            <a:extLst>
              <a:ext uri="{FF2B5EF4-FFF2-40B4-BE49-F238E27FC236}">
                <a16:creationId xmlns:a16="http://schemas.microsoft.com/office/drawing/2014/main" id="{106C60A4-E521-4756-B4C4-7D4CE00E4F0A}"/>
              </a:ext>
            </a:extLst>
          </p:cNvPr>
          <p:cNvSpPr/>
          <p:nvPr userDrawn="1"/>
        </p:nvSpPr>
        <p:spPr>
          <a:xfrm>
            <a:off x="695325" y="2057398"/>
            <a:ext cx="11201400" cy="3200400"/>
          </a:xfrm>
          <a:prstGeom prst="round1Rect">
            <a:avLst>
              <a:gd name="adj" fmla="val 24915"/>
            </a:avLst>
          </a:prstGeom>
          <a:solidFill>
            <a:schemeClr val="accent1"/>
          </a:solidFill>
          <a:ln>
            <a:noFill/>
          </a:ln>
        </p:spPr>
        <p:style>
          <a:lnRef idx="0">
            <a:schemeClr val="accent1"/>
          </a:lnRef>
          <a:fillRef idx="1">
            <a:schemeClr val="accent1"/>
          </a:fillRef>
          <a:effectRef idx="0">
            <a:schemeClr val="accent1"/>
          </a:effectRef>
          <a:fontRef idx="minor">
            <a:schemeClr val="lt1"/>
          </a:fontRef>
        </p:style>
        <p:txBody>
          <a:bodyPr rtlCol="0" anchor="ctr"/>
          <a:lstStyle/>
          <a:p>
            <a:pPr algn="ctr"/>
            <a:endParaRPr lang="en-US"/>
          </a:p>
        </p:txBody>
      </p:sp>
      <p:sp>
        <p:nvSpPr>
          <p:cNvPr id="57" name="Title 1">
            <a:extLst>
              <a:ext uri="{FF2B5EF4-FFF2-40B4-BE49-F238E27FC236}">
                <a16:creationId xmlns:a16="http://schemas.microsoft.com/office/drawing/2014/main" id="{083C3818-4368-434E-9D55-569CC18CE446}"/>
              </a:ext>
            </a:extLst>
          </p:cNvPr>
          <p:cNvSpPr>
            <a:spLocks noGrp="1"/>
          </p:cNvSpPr>
          <p:nvPr>
            <p:ph type="ctrTitle"/>
          </p:nvPr>
        </p:nvSpPr>
        <p:spPr>
          <a:xfrm>
            <a:off x="1168400" y="2057400"/>
            <a:ext cx="9931400" cy="3200400"/>
          </a:xfrm>
        </p:spPr>
        <p:txBody>
          <a:bodyPr anchor="ctr" anchorCtr="0">
            <a:noAutofit/>
          </a:bodyPr>
          <a:lstStyle>
            <a:lvl1pPr>
              <a:defRPr sz="5400">
                <a:solidFill>
                  <a:schemeClr val="bg1"/>
                </a:solidFill>
              </a:defRPr>
            </a:lvl1pPr>
          </a:lstStyle>
          <a:p>
            <a:r>
              <a:rPr lang="en-US"/>
              <a:t>Click to edit Master title style</a:t>
            </a:r>
          </a:p>
        </p:txBody>
      </p:sp>
      <p:sp>
        <p:nvSpPr>
          <p:cNvPr id="58" name="Subtitle 2">
            <a:extLst>
              <a:ext uri="{FF2B5EF4-FFF2-40B4-BE49-F238E27FC236}">
                <a16:creationId xmlns:a16="http://schemas.microsoft.com/office/drawing/2014/main" id="{A99EC16D-6BC6-4571-A314-8BE9BEF6FD89}"/>
              </a:ext>
            </a:extLst>
          </p:cNvPr>
          <p:cNvSpPr>
            <a:spLocks noGrp="1"/>
          </p:cNvSpPr>
          <p:nvPr>
            <p:ph type="subTitle" idx="1"/>
          </p:nvPr>
        </p:nvSpPr>
        <p:spPr>
          <a:xfrm>
            <a:off x="1168400" y="5686106"/>
            <a:ext cx="9931399" cy="914400"/>
          </a:xfrm>
        </p:spPr>
        <p:txBody>
          <a:bodyPr>
            <a:noAutofit/>
          </a:bodyPr>
          <a:lstStyle>
            <a:lvl1pPr marL="0" indent="0" algn="l">
              <a:spcBef>
                <a:spcPts val="0"/>
              </a:spcBef>
              <a:buNone/>
              <a:defRPr sz="2800">
                <a:solidFill>
                  <a:srgbClr val="63666F"/>
                </a:solidFill>
              </a:defRPr>
            </a:lvl1pPr>
            <a:lvl2pPr marL="731520" indent="0" algn="ctr">
              <a:buNone/>
              <a:defRPr>
                <a:solidFill>
                  <a:schemeClr val="tx1">
                    <a:tint val="75000"/>
                  </a:schemeClr>
                </a:solidFill>
              </a:defRPr>
            </a:lvl2pPr>
            <a:lvl3pPr marL="1463040" indent="0" algn="ctr">
              <a:buNone/>
              <a:defRPr>
                <a:solidFill>
                  <a:schemeClr val="tx1">
                    <a:tint val="75000"/>
                  </a:schemeClr>
                </a:solidFill>
              </a:defRPr>
            </a:lvl3pPr>
            <a:lvl4pPr marL="2194560" indent="0" algn="ctr">
              <a:buNone/>
              <a:defRPr>
                <a:solidFill>
                  <a:schemeClr val="tx1">
                    <a:tint val="75000"/>
                  </a:schemeClr>
                </a:solidFill>
              </a:defRPr>
            </a:lvl4pPr>
            <a:lvl5pPr marL="2926080" indent="0" algn="ctr">
              <a:buNone/>
              <a:defRPr>
                <a:solidFill>
                  <a:schemeClr val="tx1">
                    <a:tint val="75000"/>
                  </a:schemeClr>
                </a:solidFill>
              </a:defRPr>
            </a:lvl5pPr>
            <a:lvl6pPr marL="3657600" indent="0" algn="ctr">
              <a:buNone/>
              <a:defRPr>
                <a:solidFill>
                  <a:schemeClr val="tx1">
                    <a:tint val="75000"/>
                  </a:schemeClr>
                </a:solidFill>
              </a:defRPr>
            </a:lvl6pPr>
            <a:lvl7pPr marL="4389120" indent="0" algn="ctr">
              <a:buNone/>
              <a:defRPr>
                <a:solidFill>
                  <a:schemeClr val="tx1">
                    <a:tint val="75000"/>
                  </a:schemeClr>
                </a:solidFill>
              </a:defRPr>
            </a:lvl7pPr>
            <a:lvl8pPr marL="5120640" indent="0" algn="ctr">
              <a:buNone/>
              <a:defRPr>
                <a:solidFill>
                  <a:schemeClr val="tx1">
                    <a:tint val="75000"/>
                  </a:schemeClr>
                </a:solidFill>
              </a:defRPr>
            </a:lvl8pPr>
            <a:lvl9pPr marL="5852160" indent="0" algn="ctr">
              <a:buNone/>
              <a:defRPr>
                <a:solidFill>
                  <a:schemeClr val="tx1">
                    <a:tint val="75000"/>
                  </a:schemeClr>
                </a:solidFill>
              </a:defRPr>
            </a:lvl9pPr>
          </a:lstStyle>
          <a:p>
            <a:r>
              <a:rPr lang="en-US"/>
              <a:t>Click to edit Master subtitle style</a:t>
            </a:r>
          </a:p>
        </p:txBody>
      </p:sp>
      <p:sp>
        <p:nvSpPr>
          <p:cNvPr id="2" name="TextBox 1">
            <a:extLst>
              <a:ext uri="{FF2B5EF4-FFF2-40B4-BE49-F238E27FC236}">
                <a16:creationId xmlns:a16="http://schemas.microsoft.com/office/drawing/2014/main" id="{D2E895AC-FD91-6796-E415-E379113518A8}"/>
              </a:ext>
            </a:extLst>
          </p:cNvPr>
          <p:cNvSpPr txBox="1"/>
          <p:nvPr userDrawn="1"/>
        </p:nvSpPr>
        <p:spPr>
          <a:xfrm>
            <a:off x="6137910" y="7868126"/>
            <a:ext cx="2354579" cy="215444"/>
          </a:xfrm>
          <a:prstGeom prst="rect">
            <a:avLst/>
          </a:prstGeom>
          <a:noFill/>
        </p:spPr>
        <p:txBody>
          <a:bodyPr wrap="square">
            <a:spAutoFit/>
          </a:bodyPr>
          <a:lstStyle/>
          <a:p>
            <a:pPr algn="ctr"/>
            <a:r>
              <a:rPr lang="en-US" sz="800"/>
              <a:t>DXC Internal</a:t>
            </a:r>
          </a:p>
        </p:txBody>
      </p:sp>
      <p:sp>
        <p:nvSpPr>
          <p:cNvPr id="3" name="Footer Placeholder 4">
            <a:extLst>
              <a:ext uri="{FF2B5EF4-FFF2-40B4-BE49-F238E27FC236}">
                <a16:creationId xmlns:a16="http://schemas.microsoft.com/office/drawing/2014/main" id="{2D32F9C5-294A-36D8-523F-F0DB5B550F85}"/>
              </a:ext>
            </a:extLst>
          </p:cNvPr>
          <p:cNvSpPr txBox="1">
            <a:spLocks/>
          </p:cNvSpPr>
          <p:nvPr userDrawn="1"/>
        </p:nvSpPr>
        <p:spPr>
          <a:xfrm>
            <a:off x="4800600" y="7580439"/>
            <a:ext cx="5029200" cy="27432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a:t>© </a:t>
            </a:r>
            <a:fld id="{C0650B53-F5B1-403A-BD70-58B7AE2589AD}" type="datetimeyyyy">
              <a:rPr lang="en-US" sz="1100" smtClean="0"/>
              <a:t>2025</a:t>
            </a:fld>
            <a:r>
              <a:rPr lang="en-US" sz="1100"/>
              <a:t> DXC Technology Company. All rights reserved.</a:t>
            </a:r>
          </a:p>
        </p:txBody>
      </p:sp>
    </p:spTree>
    <p:extLst>
      <p:ext uri="{BB962C8B-B14F-4D97-AF65-F5344CB8AC3E}">
        <p14:creationId xmlns:p14="http://schemas.microsoft.com/office/powerpoint/2010/main" val="10872469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Section Header 2">
    <p:bg>
      <p:bgPr>
        <a:solidFill>
          <a:schemeClr val="bg1"/>
        </a:solidFill>
        <a:effectLst/>
      </p:bgPr>
    </p:bg>
    <p:spTree>
      <p:nvGrpSpPr>
        <p:cNvPr id="1" name=""/>
        <p:cNvGrpSpPr/>
        <p:nvPr/>
      </p:nvGrpSpPr>
      <p:grpSpPr>
        <a:xfrm>
          <a:off x="0" y="0"/>
          <a:ext cx="0" cy="0"/>
          <a:chOff x="0" y="0"/>
          <a:chExt cx="0" cy="0"/>
        </a:xfrm>
      </p:grpSpPr>
      <p:grpSp>
        <p:nvGrpSpPr>
          <p:cNvPr id="12" name="Group 11"/>
          <p:cNvGrpSpPr/>
          <p:nvPr userDrawn="1"/>
        </p:nvGrpSpPr>
        <p:grpSpPr>
          <a:xfrm>
            <a:off x="-91440" y="-91440"/>
            <a:ext cx="14813280" cy="8412480"/>
            <a:chOff x="-91440" y="-91440"/>
            <a:chExt cx="14813280" cy="8412480"/>
          </a:xfrm>
        </p:grpSpPr>
        <p:cxnSp>
          <p:nvCxnSpPr>
            <p:cNvPr id="13" name="Straight Connector 12"/>
            <p:cNvCxnSpPr/>
            <p:nvPr userDrawn="1"/>
          </p:nvCxnSpPr>
          <p:spPr>
            <a:xfrm>
              <a:off x="-9144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userDrawn="1"/>
          </p:nvCxnSpPr>
          <p:spPr>
            <a:xfrm>
              <a:off x="-9144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userDrawn="1"/>
          </p:nvCxnSpPr>
          <p:spPr>
            <a:xfrm>
              <a:off x="-9144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userDrawn="1"/>
          </p:nvCxnSpPr>
          <p:spPr>
            <a:xfrm>
              <a:off x="1467612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userDrawn="1"/>
          </p:nvCxnSpPr>
          <p:spPr>
            <a:xfrm>
              <a:off x="1467612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userDrawn="1"/>
          </p:nvCxnSpPr>
          <p:spPr>
            <a:xfrm>
              <a:off x="1467612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userDrawn="1"/>
          </p:nvCxnSpPr>
          <p:spPr>
            <a:xfrm>
              <a:off x="685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userDrawn="1"/>
          </p:nvCxnSpPr>
          <p:spPr>
            <a:xfrm>
              <a:off x="13944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userDrawn="1"/>
          </p:nvCxnSpPr>
          <p:spPr>
            <a:xfrm>
              <a:off x="685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userDrawn="1"/>
          </p:nvCxnSpPr>
          <p:spPr>
            <a:xfrm>
              <a:off x="13944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7" name="Straight Connector 26"/>
            <p:cNvCxnSpPr/>
            <p:nvPr userDrawn="1"/>
          </p:nvCxnSpPr>
          <p:spPr>
            <a:xfrm>
              <a:off x="11887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userDrawn="1"/>
          </p:nvCxnSpPr>
          <p:spPr>
            <a:xfrm>
              <a:off x="7315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userDrawn="1"/>
          </p:nvCxnSpPr>
          <p:spPr>
            <a:xfrm>
              <a:off x="7315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userDrawn="1"/>
          </p:nvCxnSpPr>
          <p:spPr>
            <a:xfrm>
              <a:off x="7086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userDrawn="1"/>
          </p:nvCxnSpPr>
          <p:spPr>
            <a:xfrm>
              <a:off x="7543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userDrawn="1"/>
          </p:nvCxnSpPr>
          <p:spPr>
            <a:xfrm>
              <a:off x="7086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3" name="Straight Connector 32"/>
            <p:cNvCxnSpPr/>
            <p:nvPr userDrawn="1"/>
          </p:nvCxnSpPr>
          <p:spPr>
            <a:xfrm>
              <a:off x="7543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userDrawn="1"/>
          </p:nvCxnSpPr>
          <p:spPr>
            <a:xfrm>
              <a:off x="5257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userDrawn="1"/>
          </p:nvCxnSpPr>
          <p:spPr>
            <a:xfrm>
              <a:off x="4800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6" name="Straight Connector 35"/>
            <p:cNvCxnSpPr/>
            <p:nvPr userDrawn="1"/>
          </p:nvCxnSpPr>
          <p:spPr>
            <a:xfrm>
              <a:off x="9372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userDrawn="1"/>
          </p:nvCxnSpPr>
          <p:spPr>
            <a:xfrm>
              <a:off x="9829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8" name="Straight Connector 37"/>
            <p:cNvCxnSpPr/>
            <p:nvPr userDrawn="1"/>
          </p:nvCxnSpPr>
          <p:spPr>
            <a:xfrm>
              <a:off x="5257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9" name="Straight Connector 38"/>
            <p:cNvCxnSpPr/>
            <p:nvPr userDrawn="1"/>
          </p:nvCxnSpPr>
          <p:spPr>
            <a:xfrm>
              <a:off x="9829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0" name="Straight Connector 39"/>
            <p:cNvCxnSpPr/>
            <p:nvPr userDrawn="1"/>
          </p:nvCxnSpPr>
          <p:spPr>
            <a:xfrm>
              <a:off x="4800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userDrawn="1"/>
          </p:nvCxnSpPr>
          <p:spPr>
            <a:xfrm>
              <a:off x="9372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2" name="Straight Connector 41"/>
            <p:cNvCxnSpPr/>
            <p:nvPr userDrawn="1"/>
          </p:nvCxnSpPr>
          <p:spPr>
            <a:xfrm>
              <a:off x="11887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3" name="Straight Connector 42"/>
            <p:cNvCxnSpPr/>
            <p:nvPr userDrawn="1"/>
          </p:nvCxnSpPr>
          <p:spPr>
            <a:xfrm>
              <a:off x="1467612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userDrawn="1"/>
          </p:nvCxnSpPr>
          <p:spPr>
            <a:xfrm>
              <a:off x="-9144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grpSp>
      <p:sp>
        <p:nvSpPr>
          <p:cNvPr id="52" name="Rectangle: Single Corner Rounded 51">
            <a:extLst>
              <a:ext uri="{FF2B5EF4-FFF2-40B4-BE49-F238E27FC236}">
                <a16:creationId xmlns:a16="http://schemas.microsoft.com/office/drawing/2014/main" id="{16D803CF-5C46-4998-BEA0-760D4BDFAA5E}"/>
              </a:ext>
            </a:extLst>
          </p:cNvPr>
          <p:cNvSpPr/>
          <p:nvPr userDrawn="1"/>
        </p:nvSpPr>
        <p:spPr>
          <a:xfrm>
            <a:off x="685800" y="639764"/>
            <a:ext cx="8314499" cy="6538910"/>
          </a:xfrm>
          <a:prstGeom prst="round1Rect">
            <a:avLst>
              <a:gd name="adj" fmla="val 17070"/>
            </a:avLst>
          </a:prstGeom>
          <a:solidFill>
            <a:schemeClr val="accent1"/>
          </a:solidFill>
          <a:ln>
            <a:noFill/>
          </a:ln>
        </p:spPr>
        <p:style>
          <a:lnRef idx="0">
            <a:schemeClr val="accent1"/>
          </a:lnRef>
          <a:fillRef idx="1">
            <a:schemeClr val="accent1"/>
          </a:fillRef>
          <a:effectRef idx="0">
            <a:schemeClr val="accent1"/>
          </a:effectRef>
          <a:fontRef idx="minor">
            <a:schemeClr val="lt1"/>
          </a:fontRef>
        </p:style>
        <p:txBody>
          <a:bodyPr rtlCol="0" anchor="ctr"/>
          <a:lstStyle/>
          <a:p>
            <a:pPr algn="ctr"/>
            <a:endParaRPr lang="en-US"/>
          </a:p>
        </p:txBody>
      </p:sp>
      <p:sp>
        <p:nvSpPr>
          <p:cNvPr id="48" name="Title 1">
            <a:extLst>
              <a:ext uri="{FF2B5EF4-FFF2-40B4-BE49-F238E27FC236}">
                <a16:creationId xmlns:a16="http://schemas.microsoft.com/office/drawing/2014/main" id="{B8034992-7FB5-4D10-85B6-A1E0AA858F19}"/>
              </a:ext>
            </a:extLst>
          </p:cNvPr>
          <p:cNvSpPr>
            <a:spLocks noGrp="1"/>
          </p:cNvSpPr>
          <p:nvPr>
            <p:ph type="ctrTitle"/>
          </p:nvPr>
        </p:nvSpPr>
        <p:spPr>
          <a:xfrm>
            <a:off x="1214985" y="2117489"/>
            <a:ext cx="7217229" cy="2545080"/>
          </a:xfrm>
        </p:spPr>
        <p:txBody>
          <a:bodyPr anchor="ctr" anchorCtr="0">
            <a:noAutofit/>
          </a:bodyPr>
          <a:lstStyle>
            <a:lvl1pPr>
              <a:defRPr sz="5400">
                <a:solidFill>
                  <a:schemeClr val="bg1"/>
                </a:solidFill>
              </a:defRPr>
            </a:lvl1pPr>
          </a:lstStyle>
          <a:p>
            <a:r>
              <a:rPr lang="en-US"/>
              <a:t>Click to edit Master title style</a:t>
            </a:r>
          </a:p>
        </p:txBody>
      </p:sp>
      <p:sp>
        <p:nvSpPr>
          <p:cNvPr id="49" name="Subtitle 2">
            <a:extLst>
              <a:ext uri="{FF2B5EF4-FFF2-40B4-BE49-F238E27FC236}">
                <a16:creationId xmlns:a16="http://schemas.microsoft.com/office/drawing/2014/main" id="{95862D04-C327-4882-82FB-72E8CCD130B4}"/>
              </a:ext>
            </a:extLst>
          </p:cNvPr>
          <p:cNvSpPr>
            <a:spLocks noGrp="1"/>
          </p:cNvSpPr>
          <p:nvPr>
            <p:ph type="subTitle" idx="1"/>
          </p:nvPr>
        </p:nvSpPr>
        <p:spPr>
          <a:xfrm>
            <a:off x="1214985" y="4830209"/>
            <a:ext cx="7217229" cy="914400"/>
          </a:xfrm>
        </p:spPr>
        <p:txBody>
          <a:bodyPr>
            <a:noAutofit/>
          </a:bodyPr>
          <a:lstStyle>
            <a:lvl1pPr marL="0" indent="0" algn="l">
              <a:spcBef>
                <a:spcPts val="0"/>
              </a:spcBef>
              <a:buNone/>
              <a:defRPr sz="2800">
                <a:solidFill>
                  <a:schemeClr val="bg1"/>
                </a:solidFill>
              </a:defRPr>
            </a:lvl1pPr>
            <a:lvl2pPr marL="731520" indent="0" algn="ctr">
              <a:buNone/>
              <a:defRPr>
                <a:solidFill>
                  <a:schemeClr val="tx1">
                    <a:tint val="75000"/>
                  </a:schemeClr>
                </a:solidFill>
              </a:defRPr>
            </a:lvl2pPr>
            <a:lvl3pPr marL="1463040" indent="0" algn="ctr">
              <a:buNone/>
              <a:defRPr>
                <a:solidFill>
                  <a:schemeClr val="tx1">
                    <a:tint val="75000"/>
                  </a:schemeClr>
                </a:solidFill>
              </a:defRPr>
            </a:lvl3pPr>
            <a:lvl4pPr marL="2194560" indent="0" algn="ctr">
              <a:buNone/>
              <a:defRPr>
                <a:solidFill>
                  <a:schemeClr val="tx1">
                    <a:tint val="75000"/>
                  </a:schemeClr>
                </a:solidFill>
              </a:defRPr>
            </a:lvl4pPr>
            <a:lvl5pPr marL="2926080" indent="0" algn="ctr">
              <a:buNone/>
              <a:defRPr>
                <a:solidFill>
                  <a:schemeClr val="tx1">
                    <a:tint val="75000"/>
                  </a:schemeClr>
                </a:solidFill>
              </a:defRPr>
            </a:lvl5pPr>
            <a:lvl6pPr marL="3657600" indent="0" algn="ctr">
              <a:buNone/>
              <a:defRPr>
                <a:solidFill>
                  <a:schemeClr val="tx1">
                    <a:tint val="75000"/>
                  </a:schemeClr>
                </a:solidFill>
              </a:defRPr>
            </a:lvl6pPr>
            <a:lvl7pPr marL="4389120" indent="0" algn="ctr">
              <a:buNone/>
              <a:defRPr>
                <a:solidFill>
                  <a:schemeClr val="tx1">
                    <a:tint val="75000"/>
                  </a:schemeClr>
                </a:solidFill>
              </a:defRPr>
            </a:lvl7pPr>
            <a:lvl8pPr marL="5120640" indent="0" algn="ctr">
              <a:buNone/>
              <a:defRPr>
                <a:solidFill>
                  <a:schemeClr val="tx1">
                    <a:tint val="75000"/>
                  </a:schemeClr>
                </a:solidFill>
              </a:defRPr>
            </a:lvl8pPr>
            <a:lvl9pPr marL="5852160" indent="0" algn="ctr">
              <a:buNone/>
              <a:defRPr>
                <a:solidFill>
                  <a:schemeClr val="tx1">
                    <a:tint val="75000"/>
                  </a:schemeClr>
                </a:solidFill>
              </a:defRPr>
            </a:lvl9pPr>
          </a:lstStyle>
          <a:p>
            <a:r>
              <a:rPr lang="en-US"/>
              <a:t>Click to edit Master subtitle style</a:t>
            </a:r>
          </a:p>
        </p:txBody>
      </p:sp>
      <p:sp>
        <p:nvSpPr>
          <p:cNvPr id="46" name="Text Box 115">
            <a:extLst>
              <a:ext uri="{FF2B5EF4-FFF2-40B4-BE49-F238E27FC236}">
                <a16:creationId xmlns:a16="http://schemas.microsoft.com/office/drawing/2014/main" id="{B7410DDF-33B2-4E49-9D88-0AEC09F35B06}"/>
              </a:ext>
            </a:extLst>
          </p:cNvPr>
          <p:cNvSpPr txBox="1">
            <a:spLocks noChangeArrowheads="1"/>
          </p:cNvSpPr>
          <p:nvPr userDrawn="1"/>
        </p:nvSpPr>
        <p:spPr bwMode="auto">
          <a:xfrm>
            <a:off x="11893550" y="7580437"/>
            <a:ext cx="1639570" cy="274320"/>
          </a:xfrm>
          <a:prstGeom prst="rect">
            <a:avLst/>
          </a:prstGeom>
          <a:noFill/>
          <a:ln w="9525">
            <a:noFill/>
            <a:miter lim="800000"/>
            <a:headEnd/>
            <a:tailEnd/>
          </a:ln>
          <a:effectLst/>
        </p:spPr>
        <p:txBody>
          <a:bodyPr wrap="none" lIns="0" tIns="0" rIns="0" bIns="0" anchor="ctr" anchorCtr="0">
            <a:noAutofit/>
          </a:bodyPr>
          <a:lstStyle/>
          <a:p>
            <a:pPr algn="r" defTabSz="820738">
              <a:spcBef>
                <a:spcPct val="50000"/>
              </a:spcBef>
            </a:pPr>
            <a:fld id="{03C7D0F0-10D5-4191-B6F4-99306F468FEF}" type="datetime4">
              <a:rPr lang="en-US" sz="1100" b="0" smtClean="0">
                <a:solidFill>
                  <a:schemeClr val="bg1"/>
                </a:solidFill>
              </a:rPr>
              <a:pPr algn="r" defTabSz="820738">
                <a:spcBef>
                  <a:spcPct val="50000"/>
                </a:spcBef>
              </a:pPr>
              <a:t>May 6, 2025</a:t>
            </a:fld>
            <a:endParaRPr lang="en-US" sz="1100" b="0">
              <a:solidFill>
                <a:schemeClr val="bg1"/>
              </a:solidFill>
            </a:endParaRPr>
          </a:p>
        </p:txBody>
      </p:sp>
      <p:sp>
        <p:nvSpPr>
          <p:cNvPr id="50" name="Text Box 115">
            <a:extLst>
              <a:ext uri="{FF2B5EF4-FFF2-40B4-BE49-F238E27FC236}">
                <a16:creationId xmlns:a16="http://schemas.microsoft.com/office/drawing/2014/main" id="{56CCFE87-E52F-4030-93DB-4F8A10CB8AFE}"/>
              </a:ext>
            </a:extLst>
          </p:cNvPr>
          <p:cNvSpPr txBox="1">
            <a:spLocks noChangeArrowheads="1"/>
          </p:cNvSpPr>
          <p:nvPr userDrawn="1"/>
        </p:nvSpPr>
        <p:spPr bwMode="auto">
          <a:xfrm>
            <a:off x="13533120" y="7580439"/>
            <a:ext cx="411480" cy="274320"/>
          </a:xfrm>
          <a:prstGeom prst="rect">
            <a:avLst/>
          </a:prstGeom>
          <a:noFill/>
          <a:ln w="9525">
            <a:noFill/>
            <a:miter lim="800000"/>
            <a:headEnd/>
            <a:tailEnd/>
          </a:ln>
          <a:effectLst/>
        </p:spPr>
        <p:txBody>
          <a:bodyPr wrap="square" lIns="0" tIns="0" rIns="0" bIns="0" anchor="ctr" anchorCtr="0">
            <a:noAutofit/>
          </a:bodyPr>
          <a:lstStyle/>
          <a:p>
            <a:pPr algn="r" defTabSz="820738">
              <a:spcBef>
                <a:spcPct val="50000"/>
              </a:spcBef>
            </a:pPr>
            <a:fld id="{18E29826-F105-4F77-B977-03F4A4723A21}" type="slidenum">
              <a:rPr lang="en-US" sz="1100" b="1" smtClean="0">
                <a:solidFill>
                  <a:schemeClr val="bg1"/>
                </a:solidFill>
              </a:rPr>
              <a:pPr algn="r" defTabSz="820738">
                <a:spcBef>
                  <a:spcPct val="50000"/>
                </a:spcBef>
              </a:pPr>
              <a:t>‹#›</a:t>
            </a:fld>
            <a:endParaRPr lang="en-US" sz="1100" b="1">
              <a:solidFill>
                <a:schemeClr val="bg1"/>
              </a:solidFill>
            </a:endParaRPr>
          </a:p>
        </p:txBody>
      </p:sp>
      <p:pic>
        <p:nvPicPr>
          <p:cNvPr id="53" name="Graphic 52">
            <a:extLst>
              <a:ext uri="{FF2B5EF4-FFF2-40B4-BE49-F238E27FC236}">
                <a16:creationId xmlns:a16="http://schemas.microsoft.com/office/drawing/2014/main" id="{082CA323-F067-4A36-86B4-C9C89385A40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85800" y="7561481"/>
            <a:ext cx="2468880" cy="279976"/>
          </a:xfrm>
          <a:prstGeom prst="rect">
            <a:avLst/>
          </a:prstGeom>
        </p:spPr>
      </p:pic>
      <p:sp>
        <p:nvSpPr>
          <p:cNvPr id="55" name="Text Box 115">
            <a:extLst>
              <a:ext uri="{FF2B5EF4-FFF2-40B4-BE49-F238E27FC236}">
                <a16:creationId xmlns:a16="http://schemas.microsoft.com/office/drawing/2014/main" id="{95D42EA8-C373-4F2E-A7AA-89495E86AEA6}"/>
              </a:ext>
            </a:extLst>
          </p:cNvPr>
          <p:cNvSpPr txBox="1">
            <a:spLocks noChangeArrowheads="1"/>
          </p:cNvSpPr>
          <p:nvPr userDrawn="1"/>
        </p:nvSpPr>
        <p:spPr bwMode="auto">
          <a:xfrm>
            <a:off x="13533120" y="7580439"/>
            <a:ext cx="411480" cy="274320"/>
          </a:xfrm>
          <a:prstGeom prst="rect">
            <a:avLst/>
          </a:prstGeom>
          <a:noFill/>
          <a:ln w="9525">
            <a:noFill/>
            <a:miter lim="800000"/>
            <a:headEnd/>
            <a:tailEnd/>
          </a:ln>
          <a:effectLst/>
        </p:spPr>
        <p:txBody>
          <a:bodyPr wrap="square" lIns="0" tIns="0" rIns="0" bIns="0" anchor="ctr" anchorCtr="0">
            <a:noAutofit/>
          </a:bodyPr>
          <a:lstStyle/>
          <a:p>
            <a:pPr algn="r" defTabSz="820738">
              <a:spcBef>
                <a:spcPts val="0"/>
              </a:spcBef>
            </a:pPr>
            <a:fld id="{18E29826-F105-4F77-B977-03F4A4723A21}" type="slidenum">
              <a:rPr lang="en-US" sz="1100" b="1" smtClean="0">
                <a:solidFill>
                  <a:schemeClr val="tx1"/>
                </a:solidFill>
              </a:rPr>
              <a:pPr algn="r" defTabSz="820738">
                <a:spcBef>
                  <a:spcPts val="0"/>
                </a:spcBef>
              </a:pPr>
              <a:t>‹#›</a:t>
            </a:fld>
            <a:endParaRPr lang="en-US" sz="1100" b="1">
              <a:solidFill>
                <a:schemeClr val="tx1"/>
              </a:solidFill>
            </a:endParaRPr>
          </a:p>
        </p:txBody>
      </p:sp>
      <p:pic>
        <p:nvPicPr>
          <p:cNvPr id="57" name="Graphic 56">
            <a:extLst>
              <a:ext uri="{FF2B5EF4-FFF2-40B4-BE49-F238E27FC236}">
                <a16:creationId xmlns:a16="http://schemas.microsoft.com/office/drawing/2014/main" id="{329D370C-B3C9-49CC-A16E-95762D2349B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685800" y="7580437"/>
            <a:ext cx="2286000" cy="259238"/>
          </a:xfrm>
          <a:prstGeom prst="rect">
            <a:avLst/>
          </a:prstGeom>
        </p:spPr>
      </p:pic>
      <p:sp>
        <p:nvSpPr>
          <p:cNvPr id="2" name="TextBox 1">
            <a:extLst>
              <a:ext uri="{FF2B5EF4-FFF2-40B4-BE49-F238E27FC236}">
                <a16:creationId xmlns:a16="http://schemas.microsoft.com/office/drawing/2014/main" id="{E94508AD-91E3-175B-B8B1-AAF635213BCC}"/>
              </a:ext>
            </a:extLst>
          </p:cNvPr>
          <p:cNvSpPr txBox="1"/>
          <p:nvPr userDrawn="1"/>
        </p:nvSpPr>
        <p:spPr>
          <a:xfrm>
            <a:off x="6137910" y="7868126"/>
            <a:ext cx="2354579" cy="215444"/>
          </a:xfrm>
          <a:prstGeom prst="rect">
            <a:avLst/>
          </a:prstGeom>
          <a:noFill/>
        </p:spPr>
        <p:txBody>
          <a:bodyPr wrap="square">
            <a:spAutoFit/>
          </a:bodyPr>
          <a:lstStyle/>
          <a:p>
            <a:pPr algn="ctr"/>
            <a:r>
              <a:rPr lang="en-US" sz="800"/>
              <a:t>DXC Internal</a:t>
            </a:r>
          </a:p>
        </p:txBody>
      </p:sp>
      <p:sp>
        <p:nvSpPr>
          <p:cNvPr id="3" name="Footer Placeholder 4">
            <a:extLst>
              <a:ext uri="{FF2B5EF4-FFF2-40B4-BE49-F238E27FC236}">
                <a16:creationId xmlns:a16="http://schemas.microsoft.com/office/drawing/2014/main" id="{B732A361-630E-4E1C-5468-3CF87B532CD2}"/>
              </a:ext>
            </a:extLst>
          </p:cNvPr>
          <p:cNvSpPr txBox="1">
            <a:spLocks/>
          </p:cNvSpPr>
          <p:nvPr userDrawn="1"/>
        </p:nvSpPr>
        <p:spPr>
          <a:xfrm>
            <a:off x="4800600" y="7580439"/>
            <a:ext cx="5029200" cy="27432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a:t>© </a:t>
            </a:r>
            <a:fld id="{C0650B53-F5B1-403A-BD70-58B7AE2589AD}" type="datetimeyyyy">
              <a:rPr lang="en-US" sz="1100" smtClean="0"/>
              <a:t>2025</a:t>
            </a:fld>
            <a:r>
              <a:rPr lang="en-US" sz="1100"/>
              <a:t> DXC Technology Company. All rights reserved.</a:t>
            </a:r>
          </a:p>
        </p:txBody>
      </p:sp>
    </p:spTree>
    <p:extLst>
      <p:ext uri="{BB962C8B-B14F-4D97-AF65-F5344CB8AC3E}">
        <p14:creationId xmlns:p14="http://schemas.microsoft.com/office/powerpoint/2010/main" val="27221684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Section Header 3">
    <p:bg>
      <p:bgPr>
        <a:solidFill>
          <a:schemeClr val="bg1"/>
        </a:solidFill>
        <a:effectLst/>
      </p:bgPr>
    </p:bg>
    <p:spTree>
      <p:nvGrpSpPr>
        <p:cNvPr id="1" name=""/>
        <p:cNvGrpSpPr/>
        <p:nvPr/>
      </p:nvGrpSpPr>
      <p:grpSpPr>
        <a:xfrm>
          <a:off x="0" y="0"/>
          <a:ext cx="0" cy="0"/>
          <a:chOff x="0" y="0"/>
          <a:chExt cx="0" cy="0"/>
        </a:xfrm>
      </p:grpSpPr>
      <p:grpSp>
        <p:nvGrpSpPr>
          <p:cNvPr id="12" name="Group 11"/>
          <p:cNvGrpSpPr/>
          <p:nvPr userDrawn="1"/>
        </p:nvGrpSpPr>
        <p:grpSpPr>
          <a:xfrm>
            <a:off x="-91440" y="-91440"/>
            <a:ext cx="14813280" cy="8412480"/>
            <a:chOff x="-91440" y="-91440"/>
            <a:chExt cx="14813280" cy="8412480"/>
          </a:xfrm>
        </p:grpSpPr>
        <p:cxnSp>
          <p:nvCxnSpPr>
            <p:cNvPr id="13" name="Straight Connector 12"/>
            <p:cNvCxnSpPr/>
            <p:nvPr userDrawn="1"/>
          </p:nvCxnSpPr>
          <p:spPr>
            <a:xfrm>
              <a:off x="-9144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userDrawn="1"/>
          </p:nvCxnSpPr>
          <p:spPr>
            <a:xfrm>
              <a:off x="-9144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userDrawn="1"/>
          </p:nvCxnSpPr>
          <p:spPr>
            <a:xfrm>
              <a:off x="-9144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userDrawn="1"/>
          </p:nvCxnSpPr>
          <p:spPr>
            <a:xfrm>
              <a:off x="1467612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userDrawn="1"/>
          </p:nvCxnSpPr>
          <p:spPr>
            <a:xfrm>
              <a:off x="1467612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userDrawn="1"/>
          </p:nvCxnSpPr>
          <p:spPr>
            <a:xfrm>
              <a:off x="1467612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userDrawn="1"/>
          </p:nvCxnSpPr>
          <p:spPr>
            <a:xfrm>
              <a:off x="685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userDrawn="1"/>
          </p:nvCxnSpPr>
          <p:spPr>
            <a:xfrm>
              <a:off x="13944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userDrawn="1"/>
          </p:nvCxnSpPr>
          <p:spPr>
            <a:xfrm>
              <a:off x="685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userDrawn="1"/>
          </p:nvCxnSpPr>
          <p:spPr>
            <a:xfrm>
              <a:off x="13944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7" name="Straight Connector 26"/>
            <p:cNvCxnSpPr/>
            <p:nvPr userDrawn="1"/>
          </p:nvCxnSpPr>
          <p:spPr>
            <a:xfrm>
              <a:off x="11887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userDrawn="1"/>
          </p:nvCxnSpPr>
          <p:spPr>
            <a:xfrm>
              <a:off x="7315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userDrawn="1"/>
          </p:nvCxnSpPr>
          <p:spPr>
            <a:xfrm>
              <a:off x="7315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userDrawn="1"/>
          </p:nvCxnSpPr>
          <p:spPr>
            <a:xfrm>
              <a:off x="7086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userDrawn="1"/>
          </p:nvCxnSpPr>
          <p:spPr>
            <a:xfrm>
              <a:off x="7543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userDrawn="1"/>
          </p:nvCxnSpPr>
          <p:spPr>
            <a:xfrm>
              <a:off x="7086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3" name="Straight Connector 32"/>
            <p:cNvCxnSpPr/>
            <p:nvPr userDrawn="1"/>
          </p:nvCxnSpPr>
          <p:spPr>
            <a:xfrm>
              <a:off x="7543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userDrawn="1"/>
          </p:nvCxnSpPr>
          <p:spPr>
            <a:xfrm>
              <a:off x="5257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userDrawn="1"/>
          </p:nvCxnSpPr>
          <p:spPr>
            <a:xfrm>
              <a:off x="4800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6" name="Straight Connector 35"/>
            <p:cNvCxnSpPr/>
            <p:nvPr userDrawn="1"/>
          </p:nvCxnSpPr>
          <p:spPr>
            <a:xfrm>
              <a:off x="9372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userDrawn="1"/>
          </p:nvCxnSpPr>
          <p:spPr>
            <a:xfrm>
              <a:off x="9829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8" name="Straight Connector 37"/>
            <p:cNvCxnSpPr/>
            <p:nvPr userDrawn="1"/>
          </p:nvCxnSpPr>
          <p:spPr>
            <a:xfrm>
              <a:off x="5257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9" name="Straight Connector 38"/>
            <p:cNvCxnSpPr/>
            <p:nvPr userDrawn="1"/>
          </p:nvCxnSpPr>
          <p:spPr>
            <a:xfrm>
              <a:off x="9829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0" name="Straight Connector 39"/>
            <p:cNvCxnSpPr/>
            <p:nvPr userDrawn="1"/>
          </p:nvCxnSpPr>
          <p:spPr>
            <a:xfrm>
              <a:off x="4800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userDrawn="1"/>
          </p:nvCxnSpPr>
          <p:spPr>
            <a:xfrm>
              <a:off x="9372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2" name="Straight Connector 41"/>
            <p:cNvCxnSpPr/>
            <p:nvPr userDrawn="1"/>
          </p:nvCxnSpPr>
          <p:spPr>
            <a:xfrm>
              <a:off x="11887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3" name="Straight Connector 42"/>
            <p:cNvCxnSpPr/>
            <p:nvPr userDrawn="1"/>
          </p:nvCxnSpPr>
          <p:spPr>
            <a:xfrm>
              <a:off x="1467612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userDrawn="1"/>
          </p:nvCxnSpPr>
          <p:spPr>
            <a:xfrm>
              <a:off x="-9144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grpSp>
      <p:sp>
        <p:nvSpPr>
          <p:cNvPr id="15" name="Text Box 115"/>
          <p:cNvSpPr txBox="1">
            <a:spLocks noChangeArrowheads="1"/>
          </p:cNvSpPr>
          <p:nvPr userDrawn="1"/>
        </p:nvSpPr>
        <p:spPr bwMode="auto">
          <a:xfrm>
            <a:off x="11893550" y="7580437"/>
            <a:ext cx="1639570" cy="274320"/>
          </a:xfrm>
          <a:prstGeom prst="rect">
            <a:avLst/>
          </a:prstGeom>
          <a:noFill/>
          <a:ln w="9525">
            <a:noFill/>
            <a:miter lim="800000"/>
            <a:headEnd/>
            <a:tailEnd/>
          </a:ln>
          <a:effectLst/>
        </p:spPr>
        <p:txBody>
          <a:bodyPr wrap="none" lIns="0" tIns="0" rIns="0" bIns="0" anchor="ctr" anchorCtr="0">
            <a:noAutofit/>
          </a:bodyPr>
          <a:lstStyle/>
          <a:p>
            <a:pPr algn="r" defTabSz="820738">
              <a:spcBef>
                <a:spcPct val="50000"/>
              </a:spcBef>
            </a:pPr>
            <a:fld id="{03C7D0F0-10D5-4191-B6F4-99306F468FEF}" type="datetime4">
              <a:rPr lang="en-US" sz="1100" b="0" smtClean="0">
                <a:solidFill>
                  <a:schemeClr val="bg1"/>
                </a:solidFill>
              </a:rPr>
              <a:pPr algn="r" defTabSz="820738">
                <a:spcBef>
                  <a:spcPct val="50000"/>
                </a:spcBef>
              </a:pPr>
              <a:t>May 6, 2025</a:t>
            </a:fld>
            <a:endParaRPr lang="en-US" sz="1100" b="0">
              <a:solidFill>
                <a:schemeClr val="bg1"/>
              </a:solidFill>
            </a:endParaRPr>
          </a:p>
        </p:txBody>
      </p:sp>
      <p:sp>
        <p:nvSpPr>
          <p:cNvPr id="16" name="Text Box 115"/>
          <p:cNvSpPr txBox="1">
            <a:spLocks noChangeArrowheads="1"/>
          </p:cNvSpPr>
          <p:nvPr userDrawn="1"/>
        </p:nvSpPr>
        <p:spPr bwMode="auto">
          <a:xfrm>
            <a:off x="13533120" y="7580439"/>
            <a:ext cx="411480" cy="274320"/>
          </a:xfrm>
          <a:prstGeom prst="rect">
            <a:avLst/>
          </a:prstGeom>
          <a:noFill/>
          <a:ln w="9525">
            <a:noFill/>
            <a:miter lim="800000"/>
            <a:headEnd/>
            <a:tailEnd/>
          </a:ln>
          <a:effectLst/>
        </p:spPr>
        <p:txBody>
          <a:bodyPr wrap="square" lIns="0" tIns="0" rIns="0" bIns="0" anchor="ctr" anchorCtr="0">
            <a:noAutofit/>
          </a:bodyPr>
          <a:lstStyle/>
          <a:p>
            <a:pPr algn="r" defTabSz="820738">
              <a:spcBef>
                <a:spcPct val="50000"/>
              </a:spcBef>
            </a:pPr>
            <a:fld id="{18E29826-F105-4F77-B977-03F4A4723A21}" type="slidenum">
              <a:rPr lang="en-US" sz="1100" b="1" smtClean="0">
                <a:solidFill>
                  <a:schemeClr val="bg1"/>
                </a:solidFill>
              </a:rPr>
              <a:pPr algn="r" defTabSz="820738">
                <a:spcBef>
                  <a:spcPct val="50000"/>
                </a:spcBef>
              </a:pPr>
              <a:t>‹#›</a:t>
            </a:fld>
            <a:endParaRPr lang="en-US" sz="1100" b="1">
              <a:solidFill>
                <a:schemeClr val="bg1"/>
              </a:solidFill>
            </a:endParaRPr>
          </a:p>
        </p:txBody>
      </p:sp>
      <p:pic>
        <p:nvPicPr>
          <p:cNvPr id="45" name="Graphic 44">
            <a:extLst>
              <a:ext uri="{FF2B5EF4-FFF2-40B4-BE49-F238E27FC236}">
                <a16:creationId xmlns:a16="http://schemas.microsoft.com/office/drawing/2014/main" id="{DE47D048-F78A-4D25-83CC-A1FB3F93EB8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85800" y="7561481"/>
            <a:ext cx="2468880" cy="279976"/>
          </a:xfrm>
          <a:prstGeom prst="rect">
            <a:avLst/>
          </a:prstGeom>
        </p:spPr>
      </p:pic>
      <p:sp>
        <p:nvSpPr>
          <p:cNvPr id="47" name="Text Box 115">
            <a:extLst>
              <a:ext uri="{FF2B5EF4-FFF2-40B4-BE49-F238E27FC236}">
                <a16:creationId xmlns:a16="http://schemas.microsoft.com/office/drawing/2014/main" id="{B207E4D1-23C4-49FF-8260-AC6970B95FC4}"/>
              </a:ext>
            </a:extLst>
          </p:cNvPr>
          <p:cNvSpPr txBox="1">
            <a:spLocks noChangeArrowheads="1"/>
          </p:cNvSpPr>
          <p:nvPr userDrawn="1"/>
        </p:nvSpPr>
        <p:spPr bwMode="auto">
          <a:xfrm>
            <a:off x="13533120" y="7580439"/>
            <a:ext cx="411480" cy="274320"/>
          </a:xfrm>
          <a:prstGeom prst="rect">
            <a:avLst/>
          </a:prstGeom>
          <a:noFill/>
          <a:ln w="9525">
            <a:noFill/>
            <a:miter lim="800000"/>
            <a:headEnd/>
            <a:tailEnd/>
          </a:ln>
          <a:effectLst/>
        </p:spPr>
        <p:txBody>
          <a:bodyPr wrap="square" lIns="0" tIns="0" rIns="0" bIns="0" anchor="ctr" anchorCtr="0">
            <a:noAutofit/>
          </a:bodyPr>
          <a:lstStyle/>
          <a:p>
            <a:pPr algn="r" defTabSz="820738">
              <a:spcBef>
                <a:spcPts val="0"/>
              </a:spcBef>
            </a:pPr>
            <a:fld id="{18E29826-F105-4F77-B977-03F4A4723A21}" type="slidenum">
              <a:rPr lang="en-US" sz="1100" b="1" smtClean="0">
                <a:solidFill>
                  <a:schemeClr val="tx1"/>
                </a:solidFill>
              </a:rPr>
              <a:pPr algn="r" defTabSz="820738">
                <a:spcBef>
                  <a:spcPts val="0"/>
                </a:spcBef>
              </a:pPr>
              <a:t>‹#›</a:t>
            </a:fld>
            <a:endParaRPr lang="en-US" sz="1100" b="1">
              <a:solidFill>
                <a:schemeClr val="tx1"/>
              </a:solidFill>
            </a:endParaRPr>
          </a:p>
        </p:txBody>
      </p:sp>
      <p:pic>
        <p:nvPicPr>
          <p:cNvPr id="52" name="Graphic 51">
            <a:extLst>
              <a:ext uri="{FF2B5EF4-FFF2-40B4-BE49-F238E27FC236}">
                <a16:creationId xmlns:a16="http://schemas.microsoft.com/office/drawing/2014/main" id="{925DB904-DAE2-4F1E-A174-E29E8F751170}"/>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685800" y="7580437"/>
            <a:ext cx="2286000" cy="259238"/>
          </a:xfrm>
          <a:prstGeom prst="rect">
            <a:avLst/>
          </a:prstGeom>
        </p:spPr>
      </p:pic>
      <p:sp>
        <p:nvSpPr>
          <p:cNvPr id="57" name="Title 1">
            <a:extLst>
              <a:ext uri="{FF2B5EF4-FFF2-40B4-BE49-F238E27FC236}">
                <a16:creationId xmlns:a16="http://schemas.microsoft.com/office/drawing/2014/main" id="{083C3818-4368-434E-9D55-569CC18CE446}"/>
              </a:ext>
            </a:extLst>
          </p:cNvPr>
          <p:cNvSpPr>
            <a:spLocks noGrp="1"/>
          </p:cNvSpPr>
          <p:nvPr>
            <p:ph type="ctrTitle"/>
          </p:nvPr>
        </p:nvSpPr>
        <p:spPr>
          <a:xfrm>
            <a:off x="685800" y="2242164"/>
            <a:ext cx="10414000" cy="2229067"/>
          </a:xfrm>
        </p:spPr>
        <p:txBody>
          <a:bodyPr anchor="ctr" anchorCtr="0">
            <a:noAutofit/>
          </a:bodyPr>
          <a:lstStyle>
            <a:lvl1pPr>
              <a:defRPr sz="6000">
                <a:solidFill>
                  <a:schemeClr val="accent1"/>
                </a:solidFill>
              </a:defRPr>
            </a:lvl1pPr>
          </a:lstStyle>
          <a:p>
            <a:r>
              <a:rPr lang="en-US"/>
              <a:t>Click to edit Master title style</a:t>
            </a:r>
          </a:p>
        </p:txBody>
      </p:sp>
      <p:sp>
        <p:nvSpPr>
          <p:cNvPr id="58" name="Subtitle 2">
            <a:extLst>
              <a:ext uri="{FF2B5EF4-FFF2-40B4-BE49-F238E27FC236}">
                <a16:creationId xmlns:a16="http://schemas.microsoft.com/office/drawing/2014/main" id="{A99EC16D-6BC6-4571-A314-8BE9BEF6FD89}"/>
              </a:ext>
            </a:extLst>
          </p:cNvPr>
          <p:cNvSpPr>
            <a:spLocks noGrp="1"/>
          </p:cNvSpPr>
          <p:nvPr>
            <p:ph type="subTitle" idx="1"/>
          </p:nvPr>
        </p:nvSpPr>
        <p:spPr>
          <a:xfrm>
            <a:off x="685800" y="4620877"/>
            <a:ext cx="10413999" cy="914400"/>
          </a:xfrm>
        </p:spPr>
        <p:txBody>
          <a:bodyPr>
            <a:noAutofit/>
          </a:bodyPr>
          <a:lstStyle>
            <a:lvl1pPr marL="0" indent="0" algn="l">
              <a:spcBef>
                <a:spcPts val="0"/>
              </a:spcBef>
              <a:buNone/>
              <a:defRPr sz="2800">
                <a:solidFill>
                  <a:srgbClr val="63666F"/>
                </a:solidFill>
              </a:defRPr>
            </a:lvl1pPr>
            <a:lvl2pPr marL="731520" indent="0" algn="ctr">
              <a:buNone/>
              <a:defRPr>
                <a:solidFill>
                  <a:schemeClr val="tx1">
                    <a:tint val="75000"/>
                  </a:schemeClr>
                </a:solidFill>
              </a:defRPr>
            </a:lvl2pPr>
            <a:lvl3pPr marL="1463040" indent="0" algn="ctr">
              <a:buNone/>
              <a:defRPr>
                <a:solidFill>
                  <a:schemeClr val="tx1">
                    <a:tint val="75000"/>
                  </a:schemeClr>
                </a:solidFill>
              </a:defRPr>
            </a:lvl3pPr>
            <a:lvl4pPr marL="2194560" indent="0" algn="ctr">
              <a:buNone/>
              <a:defRPr>
                <a:solidFill>
                  <a:schemeClr val="tx1">
                    <a:tint val="75000"/>
                  </a:schemeClr>
                </a:solidFill>
              </a:defRPr>
            </a:lvl4pPr>
            <a:lvl5pPr marL="2926080" indent="0" algn="ctr">
              <a:buNone/>
              <a:defRPr>
                <a:solidFill>
                  <a:schemeClr val="tx1">
                    <a:tint val="75000"/>
                  </a:schemeClr>
                </a:solidFill>
              </a:defRPr>
            </a:lvl5pPr>
            <a:lvl6pPr marL="3657600" indent="0" algn="ctr">
              <a:buNone/>
              <a:defRPr>
                <a:solidFill>
                  <a:schemeClr val="tx1">
                    <a:tint val="75000"/>
                  </a:schemeClr>
                </a:solidFill>
              </a:defRPr>
            </a:lvl6pPr>
            <a:lvl7pPr marL="4389120" indent="0" algn="ctr">
              <a:buNone/>
              <a:defRPr>
                <a:solidFill>
                  <a:schemeClr val="tx1">
                    <a:tint val="75000"/>
                  </a:schemeClr>
                </a:solidFill>
              </a:defRPr>
            </a:lvl7pPr>
            <a:lvl8pPr marL="5120640" indent="0" algn="ctr">
              <a:buNone/>
              <a:defRPr>
                <a:solidFill>
                  <a:schemeClr val="tx1">
                    <a:tint val="75000"/>
                  </a:schemeClr>
                </a:solidFill>
              </a:defRPr>
            </a:lvl8pPr>
            <a:lvl9pPr marL="5852160" indent="0" algn="ctr">
              <a:buNone/>
              <a:defRPr>
                <a:solidFill>
                  <a:schemeClr val="tx1">
                    <a:tint val="75000"/>
                  </a:schemeClr>
                </a:solidFill>
              </a:defRPr>
            </a:lvl9pPr>
          </a:lstStyle>
          <a:p>
            <a:r>
              <a:rPr lang="en-US"/>
              <a:t>Click to edit Master subtitle style</a:t>
            </a:r>
          </a:p>
        </p:txBody>
      </p:sp>
      <p:sp>
        <p:nvSpPr>
          <p:cNvPr id="2" name="TextBox 1">
            <a:extLst>
              <a:ext uri="{FF2B5EF4-FFF2-40B4-BE49-F238E27FC236}">
                <a16:creationId xmlns:a16="http://schemas.microsoft.com/office/drawing/2014/main" id="{1AAE790F-24C5-5E49-0259-CC5B085B4498}"/>
              </a:ext>
            </a:extLst>
          </p:cNvPr>
          <p:cNvSpPr txBox="1"/>
          <p:nvPr userDrawn="1"/>
        </p:nvSpPr>
        <p:spPr>
          <a:xfrm>
            <a:off x="6137910" y="7868126"/>
            <a:ext cx="2354579" cy="215444"/>
          </a:xfrm>
          <a:prstGeom prst="rect">
            <a:avLst/>
          </a:prstGeom>
          <a:noFill/>
        </p:spPr>
        <p:txBody>
          <a:bodyPr wrap="square">
            <a:spAutoFit/>
          </a:bodyPr>
          <a:lstStyle/>
          <a:p>
            <a:pPr algn="ctr"/>
            <a:r>
              <a:rPr lang="en-US" sz="800"/>
              <a:t>DXC Internal</a:t>
            </a:r>
          </a:p>
        </p:txBody>
      </p:sp>
      <p:sp>
        <p:nvSpPr>
          <p:cNvPr id="3" name="Footer Placeholder 4">
            <a:extLst>
              <a:ext uri="{FF2B5EF4-FFF2-40B4-BE49-F238E27FC236}">
                <a16:creationId xmlns:a16="http://schemas.microsoft.com/office/drawing/2014/main" id="{4C161121-7289-26AD-7FA4-2BDA9D0879CC}"/>
              </a:ext>
            </a:extLst>
          </p:cNvPr>
          <p:cNvSpPr txBox="1">
            <a:spLocks/>
          </p:cNvSpPr>
          <p:nvPr userDrawn="1"/>
        </p:nvSpPr>
        <p:spPr>
          <a:xfrm>
            <a:off x="4800600" y="7580439"/>
            <a:ext cx="5029200" cy="27432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a:t>© </a:t>
            </a:r>
            <a:fld id="{C0650B53-F5B1-403A-BD70-58B7AE2589AD}" type="datetimeyyyy">
              <a:rPr lang="en-US" sz="1100" smtClean="0"/>
              <a:t>2025</a:t>
            </a:fld>
            <a:r>
              <a:rPr lang="en-US" sz="1100"/>
              <a:t> DXC Technology Company. All rights reserved.</a:t>
            </a:r>
          </a:p>
        </p:txBody>
      </p:sp>
    </p:spTree>
    <p:extLst>
      <p:ext uri="{BB962C8B-B14F-4D97-AF65-F5344CB8AC3E}">
        <p14:creationId xmlns:p14="http://schemas.microsoft.com/office/powerpoint/2010/main" val="9852933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Big Picture">
    <p:bg>
      <p:bgPr>
        <a:solidFill>
          <a:srgbClr val="000000"/>
        </a:solidFill>
        <a:effectLst/>
      </p:bgPr>
    </p:bg>
    <p:spTree>
      <p:nvGrpSpPr>
        <p:cNvPr id="1" name=""/>
        <p:cNvGrpSpPr/>
        <p:nvPr/>
      </p:nvGrpSpPr>
      <p:grpSpPr>
        <a:xfrm>
          <a:off x="0" y="0"/>
          <a:ext cx="0" cy="0"/>
          <a:chOff x="0" y="0"/>
          <a:chExt cx="0" cy="0"/>
        </a:xfrm>
      </p:grpSpPr>
      <p:grpSp>
        <p:nvGrpSpPr>
          <p:cNvPr id="10" name="Group 9"/>
          <p:cNvGrpSpPr/>
          <p:nvPr userDrawn="1"/>
        </p:nvGrpSpPr>
        <p:grpSpPr>
          <a:xfrm>
            <a:off x="-91440" y="-91440"/>
            <a:ext cx="14813280" cy="8412480"/>
            <a:chOff x="-91440" y="-91440"/>
            <a:chExt cx="14813280" cy="8412480"/>
          </a:xfrm>
        </p:grpSpPr>
        <p:cxnSp>
          <p:nvCxnSpPr>
            <p:cNvPr id="11" name="Straight Connector 10"/>
            <p:cNvCxnSpPr/>
            <p:nvPr userDrawn="1"/>
          </p:nvCxnSpPr>
          <p:spPr>
            <a:xfrm>
              <a:off x="-9144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userDrawn="1"/>
          </p:nvCxnSpPr>
          <p:spPr>
            <a:xfrm>
              <a:off x="-9144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userDrawn="1"/>
          </p:nvCxnSpPr>
          <p:spPr>
            <a:xfrm>
              <a:off x="-9144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userDrawn="1"/>
          </p:nvCxnSpPr>
          <p:spPr>
            <a:xfrm>
              <a:off x="1467612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userDrawn="1"/>
          </p:nvCxnSpPr>
          <p:spPr>
            <a:xfrm>
              <a:off x="1467612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userDrawn="1"/>
          </p:nvCxnSpPr>
          <p:spPr>
            <a:xfrm>
              <a:off x="1467612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userDrawn="1"/>
          </p:nvCxnSpPr>
          <p:spPr>
            <a:xfrm>
              <a:off x="685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userDrawn="1"/>
          </p:nvCxnSpPr>
          <p:spPr>
            <a:xfrm>
              <a:off x="13944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userDrawn="1"/>
          </p:nvCxnSpPr>
          <p:spPr>
            <a:xfrm>
              <a:off x="685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userDrawn="1"/>
          </p:nvCxnSpPr>
          <p:spPr>
            <a:xfrm>
              <a:off x="13944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userDrawn="1"/>
          </p:nvCxnSpPr>
          <p:spPr>
            <a:xfrm>
              <a:off x="11887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userDrawn="1"/>
          </p:nvCxnSpPr>
          <p:spPr>
            <a:xfrm>
              <a:off x="7315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7" name="Straight Connector 26"/>
            <p:cNvCxnSpPr/>
            <p:nvPr userDrawn="1"/>
          </p:nvCxnSpPr>
          <p:spPr>
            <a:xfrm>
              <a:off x="7315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userDrawn="1"/>
          </p:nvCxnSpPr>
          <p:spPr>
            <a:xfrm>
              <a:off x="7086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userDrawn="1"/>
          </p:nvCxnSpPr>
          <p:spPr>
            <a:xfrm>
              <a:off x="7543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userDrawn="1"/>
          </p:nvCxnSpPr>
          <p:spPr>
            <a:xfrm>
              <a:off x="7086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userDrawn="1"/>
          </p:nvCxnSpPr>
          <p:spPr>
            <a:xfrm>
              <a:off x="7543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userDrawn="1"/>
          </p:nvCxnSpPr>
          <p:spPr>
            <a:xfrm>
              <a:off x="5257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3" name="Straight Connector 32"/>
            <p:cNvCxnSpPr/>
            <p:nvPr userDrawn="1"/>
          </p:nvCxnSpPr>
          <p:spPr>
            <a:xfrm>
              <a:off x="4800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userDrawn="1"/>
          </p:nvCxnSpPr>
          <p:spPr>
            <a:xfrm>
              <a:off x="9372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userDrawn="1"/>
          </p:nvCxnSpPr>
          <p:spPr>
            <a:xfrm>
              <a:off x="9829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6" name="Straight Connector 35"/>
            <p:cNvCxnSpPr/>
            <p:nvPr userDrawn="1"/>
          </p:nvCxnSpPr>
          <p:spPr>
            <a:xfrm>
              <a:off x="5257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userDrawn="1"/>
          </p:nvCxnSpPr>
          <p:spPr>
            <a:xfrm>
              <a:off x="9829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8" name="Straight Connector 37"/>
            <p:cNvCxnSpPr/>
            <p:nvPr userDrawn="1"/>
          </p:nvCxnSpPr>
          <p:spPr>
            <a:xfrm>
              <a:off x="4800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9" name="Straight Connector 38"/>
            <p:cNvCxnSpPr/>
            <p:nvPr userDrawn="1"/>
          </p:nvCxnSpPr>
          <p:spPr>
            <a:xfrm>
              <a:off x="9372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0" name="Straight Connector 39"/>
            <p:cNvCxnSpPr/>
            <p:nvPr userDrawn="1"/>
          </p:nvCxnSpPr>
          <p:spPr>
            <a:xfrm>
              <a:off x="11887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userDrawn="1"/>
          </p:nvCxnSpPr>
          <p:spPr>
            <a:xfrm>
              <a:off x="1467612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2" name="Straight Connector 41"/>
            <p:cNvCxnSpPr/>
            <p:nvPr userDrawn="1"/>
          </p:nvCxnSpPr>
          <p:spPr>
            <a:xfrm>
              <a:off x="-9144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grpSp>
      <p:sp>
        <p:nvSpPr>
          <p:cNvPr id="8" name="Picture Placeholder 7"/>
          <p:cNvSpPr>
            <a:spLocks noGrp="1"/>
          </p:cNvSpPr>
          <p:nvPr>
            <p:ph type="pic" sz="quarter" idx="13"/>
          </p:nvPr>
        </p:nvSpPr>
        <p:spPr>
          <a:xfrm>
            <a:off x="0" y="0"/>
            <a:ext cx="14630400" cy="8229600"/>
          </a:xfrm>
          <a:solidFill>
            <a:schemeClr val="bg1">
              <a:lumMod val="85000"/>
            </a:schemeClr>
          </a:solidFill>
        </p:spPr>
        <p:txBody>
          <a:bodyPr anchor="ctr" anchorCtr="0">
            <a:normAutofit/>
          </a:bodyPr>
          <a:lstStyle>
            <a:lvl1pPr algn="ctr">
              <a:defRPr sz="1600" b="0">
                <a:solidFill>
                  <a:schemeClr val="bg1"/>
                </a:solidFill>
              </a:defRPr>
            </a:lvl1pPr>
          </a:lstStyle>
          <a:p>
            <a:r>
              <a:rPr lang="en-US"/>
              <a:t>Click icon to add picture</a:t>
            </a:r>
          </a:p>
        </p:txBody>
      </p:sp>
      <p:sp>
        <p:nvSpPr>
          <p:cNvPr id="15" name="Text Box 115"/>
          <p:cNvSpPr txBox="1">
            <a:spLocks noChangeArrowheads="1"/>
          </p:cNvSpPr>
          <p:nvPr userDrawn="1"/>
        </p:nvSpPr>
        <p:spPr bwMode="auto">
          <a:xfrm>
            <a:off x="13533120" y="7580439"/>
            <a:ext cx="411480" cy="274320"/>
          </a:xfrm>
          <a:prstGeom prst="rect">
            <a:avLst/>
          </a:prstGeom>
          <a:noFill/>
          <a:ln w="9525">
            <a:noFill/>
            <a:miter lim="800000"/>
            <a:headEnd/>
            <a:tailEnd/>
          </a:ln>
          <a:effectLst/>
        </p:spPr>
        <p:txBody>
          <a:bodyPr wrap="square" lIns="0" tIns="0" rIns="0" bIns="0" anchor="ctr" anchorCtr="0">
            <a:noAutofit/>
          </a:bodyPr>
          <a:lstStyle/>
          <a:p>
            <a:pPr algn="r" defTabSz="820738">
              <a:spcBef>
                <a:spcPct val="50000"/>
              </a:spcBef>
            </a:pPr>
            <a:fld id="{18E29826-F105-4F77-B977-03F4A4723A21}" type="slidenum">
              <a:rPr lang="en-US" sz="1100" b="1" smtClean="0">
                <a:solidFill>
                  <a:schemeClr val="bg1"/>
                </a:solidFill>
              </a:rPr>
              <a:pPr algn="r" defTabSz="820738">
                <a:spcBef>
                  <a:spcPct val="50000"/>
                </a:spcBef>
              </a:pPr>
              <a:t>‹#›</a:t>
            </a:fld>
            <a:endParaRPr lang="en-US" sz="1100" b="1">
              <a:solidFill>
                <a:schemeClr val="bg1"/>
              </a:solidFill>
            </a:endParaRPr>
          </a:p>
        </p:txBody>
      </p:sp>
      <p:pic>
        <p:nvPicPr>
          <p:cNvPr id="44" name="Graphic 43">
            <a:extLst>
              <a:ext uri="{FF2B5EF4-FFF2-40B4-BE49-F238E27FC236}">
                <a16:creationId xmlns:a16="http://schemas.microsoft.com/office/drawing/2014/main" id="{A2BEF977-E587-4D30-B5BF-3E5AC49DEAE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85800" y="7579053"/>
            <a:ext cx="2286000" cy="259237"/>
          </a:xfrm>
          <a:prstGeom prst="rect">
            <a:avLst/>
          </a:prstGeom>
        </p:spPr>
      </p:pic>
      <p:sp>
        <p:nvSpPr>
          <p:cNvPr id="2" name="TextBox 1">
            <a:extLst>
              <a:ext uri="{FF2B5EF4-FFF2-40B4-BE49-F238E27FC236}">
                <a16:creationId xmlns:a16="http://schemas.microsoft.com/office/drawing/2014/main" id="{45D2EF1E-7434-766D-3D76-DF84707B08EE}"/>
              </a:ext>
            </a:extLst>
          </p:cNvPr>
          <p:cNvSpPr txBox="1"/>
          <p:nvPr userDrawn="1"/>
        </p:nvSpPr>
        <p:spPr>
          <a:xfrm>
            <a:off x="6137910" y="7868126"/>
            <a:ext cx="2354579" cy="215444"/>
          </a:xfrm>
          <a:prstGeom prst="rect">
            <a:avLst/>
          </a:prstGeom>
          <a:noFill/>
        </p:spPr>
        <p:txBody>
          <a:bodyPr wrap="square">
            <a:spAutoFit/>
          </a:bodyPr>
          <a:lstStyle/>
          <a:p>
            <a:pPr algn="ctr"/>
            <a:r>
              <a:rPr lang="en-US" sz="800">
                <a:solidFill>
                  <a:schemeClr val="bg1"/>
                </a:solidFill>
              </a:rPr>
              <a:t>DXC Internal</a:t>
            </a:r>
          </a:p>
        </p:txBody>
      </p:sp>
      <p:sp>
        <p:nvSpPr>
          <p:cNvPr id="3" name="Footer Placeholder 4">
            <a:extLst>
              <a:ext uri="{FF2B5EF4-FFF2-40B4-BE49-F238E27FC236}">
                <a16:creationId xmlns:a16="http://schemas.microsoft.com/office/drawing/2014/main" id="{D1FF8FE1-C385-A895-C0A6-D7B7F720AB93}"/>
              </a:ext>
            </a:extLst>
          </p:cNvPr>
          <p:cNvSpPr txBox="1">
            <a:spLocks/>
          </p:cNvSpPr>
          <p:nvPr userDrawn="1"/>
        </p:nvSpPr>
        <p:spPr>
          <a:xfrm>
            <a:off x="4800600" y="7580439"/>
            <a:ext cx="5029200" cy="27432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a:solidFill>
                  <a:schemeClr val="bg1"/>
                </a:solidFill>
              </a:rPr>
              <a:t>© </a:t>
            </a:r>
            <a:fld id="{C0650B53-F5B1-403A-BD70-58B7AE2589AD}" type="datetimeyyyy">
              <a:rPr lang="en-US" sz="1100" smtClean="0">
                <a:solidFill>
                  <a:schemeClr val="bg1"/>
                </a:solidFill>
              </a:rPr>
              <a:t>2025</a:t>
            </a:fld>
            <a:r>
              <a:rPr lang="en-US" sz="1100">
                <a:solidFill>
                  <a:schemeClr val="bg1"/>
                </a:solidFill>
              </a:rPr>
              <a:t> DXC Technology Company. All rights reserved.</a:t>
            </a:r>
          </a:p>
        </p:txBody>
      </p:sp>
    </p:spTree>
    <p:extLst>
      <p:ext uri="{BB962C8B-B14F-4D97-AF65-F5344CB8AC3E}">
        <p14:creationId xmlns:p14="http://schemas.microsoft.com/office/powerpoint/2010/main" val="12401625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DXC Logo Slide">
    <p:bg>
      <p:bgPr>
        <a:solidFill>
          <a:schemeClr val="bg1"/>
        </a:solidFill>
        <a:effectLst/>
      </p:bgPr>
    </p:bg>
    <p:spTree>
      <p:nvGrpSpPr>
        <p:cNvPr id="1" name=""/>
        <p:cNvGrpSpPr/>
        <p:nvPr/>
      </p:nvGrpSpPr>
      <p:grpSpPr>
        <a:xfrm>
          <a:off x="0" y="0"/>
          <a:ext cx="0" cy="0"/>
          <a:chOff x="0" y="0"/>
          <a:chExt cx="0" cy="0"/>
        </a:xfrm>
      </p:grpSpPr>
      <p:grpSp>
        <p:nvGrpSpPr>
          <p:cNvPr id="7" name="Group 6"/>
          <p:cNvGrpSpPr/>
          <p:nvPr userDrawn="1"/>
        </p:nvGrpSpPr>
        <p:grpSpPr>
          <a:xfrm>
            <a:off x="-91440" y="-91440"/>
            <a:ext cx="14813280" cy="8412480"/>
            <a:chOff x="-91440" y="-91440"/>
            <a:chExt cx="14813280" cy="8412480"/>
          </a:xfrm>
        </p:grpSpPr>
        <p:cxnSp>
          <p:nvCxnSpPr>
            <p:cNvPr id="8" name="Straight Connector 7"/>
            <p:cNvCxnSpPr/>
            <p:nvPr userDrawn="1"/>
          </p:nvCxnSpPr>
          <p:spPr>
            <a:xfrm>
              <a:off x="-9144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userDrawn="1"/>
          </p:nvCxnSpPr>
          <p:spPr>
            <a:xfrm>
              <a:off x="-9144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userDrawn="1"/>
          </p:nvCxnSpPr>
          <p:spPr>
            <a:xfrm>
              <a:off x="-9144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userDrawn="1"/>
          </p:nvCxnSpPr>
          <p:spPr>
            <a:xfrm>
              <a:off x="1467612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a:off x="1467612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userDrawn="1"/>
          </p:nvCxnSpPr>
          <p:spPr>
            <a:xfrm>
              <a:off x="1467612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userDrawn="1"/>
          </p:nvCxnSpPr>
          <p:spPr>
            <a:xfrm>
              <a:off x="685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userDrawn="1"/>
          </p:nvCxnSpPr>
          <p:spPr>
            <a:xfrm>
              <a:off x="13944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userDrawn="1"/>
          </p:nvCxnSpPr>
          <p:spPr>
            <a:xfrm>
              <a:off x="685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userDrawn="1"/>
          </p:nvCxnSpPr>
          <p:spPr>
            <a:xfrm>
              <a:off x="13944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userDrawn="1"/>
          </p:nvCxnSpPr>
          <p:spPr>
            <a:xfrm>
              <a:off x="11887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userDrawn="1"/>
          </p:nvCxnSpPr>
          <p:spPr>
            <a:xfrm>
              <a:off x="7315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userDrawn="1"/>
          </p:nvCxnSpPr>
          <p:spPr>
            <a:xfrm>
              <a:off x="7315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userDrawn="1"/>
          </p:nvCxnSpPr>
          <p:spPr>
            <a:xfrm>
              <a:off x="7086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userDrawn="1"/>
          </p:nvCxnSpPr>
          <p:spPr>
            <a:xfrm>
              <a:off x="7543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userDrawn="1"/>
          </p:nvCxnSpPr>
          <p:spPr>
            <a:xfrm>
              <a:off x="7086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userDrawn="1"/>
          </p:nvCxnSpPr>
          <p:spPr>
            <a:xfrm>
              <a:off x="7543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7" name="Straight Connector 26"/>
            <p:cNvCxnSpPr/>
            <p:nvPr userDrawn="1"/>
          </p:nvCxnSpPr>
          <p:spPr>
            <a:xfrm>
              <a:off x="5257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userDrawn="1"/>
          </p:nvCxnSpPr>
          <p:spPr>
            <a:xfrm>
              <a:off x="4800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userDrawn="1"/>
          </p:nvCxnSpPr>
          <p:spPr>
            <a:xfrm>
              <a:off x="9372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userDrawn="1"/>
          </p:nvCxnSpPr>
          <p:spPr>
            <a:xfrm>
              <a:off x="9829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userDrawn="1"/>
          </p:nvCxnSpPr>
          <p:spPr>
            <a:xfrm>
              <a:off x="5257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userDrawn="1"/>
          </p:nvCxnSpPr>
          <p:spPr>
            <a:xfrm>
              <a:off x="9829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3" name="Straight Connector 32"/>
            <p:cNvCxnSpPr/>
            <p:nvPr userDrawn="1"/>
          </p:nvCxnSpPr>
          <p:spPr>
            <a:xfrm>
              <a:off x="4800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userDrawn="1"/>
          </p:nvCxnSpPr>
          <p:spPr>
            <a:xfrm>
              <a:off x="9372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userDrawn="1"/>
          </p:nvCxnSpPr>
          <p:spPr>
            <a:xfrm>
              <a:off x="11887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6" name="Straight Connector 35"/>
            <p:cNvCxnSpPr/>
            <p:nvPr userDrawn="1"/>
          </p:nvCxnSpPr>
          <p:spPr>
            <a:xfrm>
              <a:off x="1467612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userDrawn="1"/>
          </p:nvCxnSpPr>
          <p:spPr>
            <a:xfrm>
              <a:off x="-9144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grpSp>
      <p:pic>
        <p:nvPicPr>
          <p:cNvPr id="2" name="Graphic 1">
            <a:extLst>
              <a:ext uri="{FF2B5EF4-FFF2-40B4-BE49-F238E27FC236}">
                <a16:creationId xmlns:a16="http://schemas.microsoft.com/office/drawing/2014/main" id="{204136C3-C0B2-4695-8464-42B084FBEA6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009034" y="2856891"/>
            <a:ext cx="4612331" cy="2515817"/>
          </a:xfrm>
          <a:prstGeom prst="rect">
            <a:avLst/>
          </a:prstGeom>
        </p:spPr>
      </p:pic>
      <p:sp>
        <p:nvSpPr>
          <p:cNvPr id="3" name="Footer Placeholder 4">
            <a:extLst>
              <a:ext uri="{FF2B5EF4-FFF2-40B4-BE49-F238E27FC236}">
                <a16:creationId xmlns:a16="http://schemas.microsoft.com/office/drawing/2014/main" id="{8F34D9A9-59CB-C05C-24F8-DD60E7E9ADB0}"/>
              </a:ext>
            </a:extLst>
          </p:cNvPr>
          <p:cNvSpPr txBox="1">
            <a:spLocks/>
          </p:cNvSpPr>
          <p:nvPr userDrawn="1"/>
        </p:nvSpPr>
        <p:spPr>
          <a:xfrm>
            <a:off x="10347960" y="7580439"/>
            <a:ext cx="3596640" cy="27432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tabLst/>
            </a:pPr>
            <a:r>
              <a:rPr lang="en-US" sz="1100">
                <a:solidFill>
                  <a:schemeClr val="tx1"/>
                </a:solidFill>
              </a:rPr>
              <a:t>© </a:t>
            </a:r>
            <a:fld id="{CF9733AE-80B1-4FDE-8D2E-3D7469571069}" type="datetimeyyyy">
              <a:rPr lang="en-US" sz="1100" smtClean="0">
                <a:solidFill>
                  <a:schemeClr val="tx1"/>
                </a:solidFill>
              </a:rPr>
              <a:t>2025</a:t>
            </a:fld>
            <a:r>
              <a:rPr lang="en-US" sz="1100">
                <a:solidFill>
                  <a:schemeClr val="tx1"/>
                </a:solidFill>
              </a:rPr>
              <a:t> DXC Technology Company. All rights reserved.</a:t>
            </a:r>
          </a:p>
        </p:txBody>
      </p:sp>
      <p:sp>
        <p:nvSpPr>
          <p:cNvPr id="4" name="TextBox 3">
            <a:extLst>
              <a:ext uri="{FF2B5EF4-FFF2-40B4-BE49-F238E27FC236}">
                <a16:creationId xmlns:a16="http://schemas.microsoft.com/office/drawing/2014/main" id="{183690A6-29F2-4FFB-4B4C-10CC900BA5DC}"/>
              </a:ext>
            </a:extLst>
          </p:cNvPr>
          <p:cNvSpPr txBox="1"/>
          <p:nvPr userDrawn="1"/>
        </p:nvSpPr>
        <p:spPr>
          <a:xfrm>
            <a:off x="11576685" y="7868126"/>
            <a:ext cx="2354579" cy="215444"/>
          </a:xfrm>
          <a:prstGeom prst="rect">
            <a:avLst/>
          </a:prstGeom>
          <a:noFill/>
        </p:spPr>
        <p:txBody>
          <a:bodyPr wrap="square" rIns="0">
            <a:spAutoFit/>
          </a:bodyPr>
          <a:lstStyle/>
          <a:p>
            <a:pPr algn="r"/>
            <a:r>
              <a:rPr lang="en-US" sz="800"/>
              <a:t>DXC Internal</a:t>
            </a:r>
          </a:p>
        </p:txBody>
      </p:sp>
    </p:spTree>
    <p:extLst>
      <p:ext uri="{BB962C8B-B14F-4D97-AF65-F5344CB8AC3E}">
        <p14:creationId xmlns:p14="http://schemas.microsoft.com/office/powerpoint/2010/main" val="19928051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2.sv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grpSp>
        <p:nvGrpSpPr>
          <p:cNvPr id="18" name="Group 17"/>
          <p:cNvGrpSpPr/>
          <p:nvPr userDrawn="1"/>
        </p:nvGrpSpPr>
        <p:grpSpPr>
          <a:xfrm>
            <a:off x="-91440" y="-91440"/>
            <a:ext cx="14813280" cy="8412480"/>
            <a:chOff x="-91440" y="-91440"/>
            <a:chExt cx="14813280" cy="8412480"/>
          </a:xfrm>
        </p:grpSpPr>
        <p:cxnSp>
          <p:nvCxnSpPr>
            <p:cNvPr id="12" name="Straight Connector 11"/>
            <p:cNvCxnSpPr/>
            <p:nvPr userDrawn="1"/>
          </p:nvCxnSpPr>
          <p:spPr>
            <a:xfrm>
              <a:off x="-9144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a:off x="-9144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userDrawn="1"/>
          </p:nvCxnSpPr>
          <p:spPr>
            <a:xfrm>
              <a:off x="-9144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userDrawn="1"/>
          </p:nvCxnSpPr>
          <p:spPr>
            <a:xfrm>
              <a:off x="1467612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userDrawn="1"/>
          </p:nvCxnSpPr>
          <p:spPr>
            <a:xfrm>
              <a:off x="1467612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userDrawn="1"/>
          </p:nvCxnSpPr>
          <p:spPr>
            <a:xfrm>
              <a:off x="1467612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userDrawn="1"/>
          </p:nvCxnSpPr>
          <p:spPr>
            <a:xfrm>
              <a:off x="685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userDrawn="1"/>
          </p:nvCxnSpPr>
          <p:spPr>
            <a:xfrm>
              <a:off x="13944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userDrawn="1"/>
          </p:nvCxnSpPr>
          <p:spPr>
            <a:xfrm>
              <a:off x="685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userDrawn="1"/>
          </p:nvCxnSpPr>
          <p:spPr>
            <a:xfrm>
              <a:off x="13944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userDrawn="1"/>
          </p:nvCxnSpPr>
          <p:spPr>
            <a:xfrm>
              <a:off x="11887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userDrawn="1"/>
          </p:nvCxnSpPr>
          <p:spPr>
            <a:xfrm>
              <a:off x="7315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userDrawn="1"/>
          </p:nvCxnSpPr>
          <p:spPr>
            <a:xfrm>
              <a:off x="7315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userDrawn="1"/>
          </p:nvCxnSpPr>
          <p:spPr>
            <a:xfrm>
              <a:off x="7086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userDrawn="1"/>
          </p:nvCxnSpPr>
          <p:spPr>
            <a:xfrm>
              <a:off x="7543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userDrawn="1"/>
          </p:nvCxnSpPr>
          <p:spPr>
            <a:xfrm>
              <a:off x="7086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userDrawn="1"/>
          </p:nvCxnSpPr>
          <p:spPr>
            <a:xfrm>
              <a:off x="7543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userDrawn="1"/>
          </p:nvCxnSpPr>
          <p:spPr>
            <a:xfrm>
              <a:off x="5257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6" name="Straight Connector 35"/>
            <p:cNvCxnSpPr/>
            <p:nvPr userDrawn="1"/>
          </p:nvCxnSpPr>
          <p:spPr>
            <a:xfrm>
              <a:off x="4800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userDrawn="1"/>
          </p:nvCxnSpPr>
          <p:spPr>
            <a:xfrm>
              <a:off x="9372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8" name="Straight Connector 37"/>
            <p:cNvCxnSpPr/>
            <p:nvPr userDrawn="1"/>
          </p:nvCxnSpPr>
          <p:spPr>
            <a:xfrm>
              <a:off x="9829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9" name="Straight Connector 38"/>
            <p:cNvCxnSpPr/>
            <p:nvPr userDrawn="1"/>
          </p:nvCxnSpPr>
          <p:spPr>
            <a:xfrm>
              <a:off x="5257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0" name="Straight Connector 39"/>
            <p:cNvCxnSpPr/>
            <p:nvPr userDrawn="1"/>
          </p:nvCxnSpPr>
          <p:spPr>
            <a:xfrm>
              <a:off x="9829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userDrawn="1"/>
          </p:nvCxnSpPr>
          <p:spPr>
            <a:xfrm>
              <a:off x="4800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3" name="Straight Connector 42"/>
            <p:cNvCxnSpPr/>
            <p:nvPr userDrawn="1"/>
          </p:nvCxnSpPr>
          <p:spPr>
            <a:xfrm>
              <a:off x="9372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userDrawn="1"/>
          </p:nvCxnSpPr>
          <p:spPr>
            <a:xfrm>
              <a:off x="11887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5" name="Straight Connector 44"/>
            <p:cNvCxnSpPr/>
            <p:nvPr userDrawn="1"/>
          </p:nvCxnSpPr>
          <p:spPr>
            <a:xfrm>
              <a:off x="1467612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2" name="Straight Connector 41"/>
            <p:cNvCxnSpPr/>
            <p:nvPr userDrawn="1"/>
          </p:nvCxnSpPr>
          <p:spPr>
            <a:xfrm>
              <a:off x="-9144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userDrawn="1">
            <p:ph type="title"/>
          </p:nvPr>
        </p:nvSpPr>
        <p:spPr>
          <a:xfrm>
            <a:off x="685800" y="639763"/>
            <a:ext cx="13258800" cy="1417635"/>
          </a:xfrm>
          <a:prstGeom prst="rect">
            <a:avLst/>
          </a:prstGeom>
        </p:spPr>
        <p:txBody>
          <a:bodyPr vert="horz" lIns="0" tIns="0" rIns="0" bIns="0" rtlCol="0" anchor="t" anchorCtr="0">
            <a:normAutofit/>
          </a:bodyPr>
          <a:lstStyle/>
          <a:p>
            <a:r>
              <a:rPr lang="en-US"/>
              <a:t>Click to edit Master title style</a:t>
            </a:r>
          </a:p>
        </p:txBody>
      </p:sp>
      <p:sp>
        <p:nvSpPr>
          <p:cNvPr id="3" name="Text Placeholder 2"/>
          <p:cNvSpPr>
            <a:spLocks noGrp="1"/>
          </p:cNvSpPr>
          <p:nvPr userDrawn="1">
            <p:ph type="body" idx="1"/>
          </p:nvPr>
        </p:nvSpPr>
        <p:spPr>
          <a:xfrm>
            <a:off x="685799" y="2057399"/>
            <a:ext cx="13258799" cy="5121275"/>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1" name="Text Box 115"/>
          <p:cNvSpPr txBox="1">
            <a:spLocks noChangeArrowheads="1"/>
          </p:cNvSpPr>
          <p:nvPr userDrawn="1"/>
        </p:nvSpPr>
        <p:spPr bwMode="auto">
          <a:xfrm>
            <a:off x="13533120" y="7580439"/>
            <a:ext cx="411480" cy="274320"/>
          </a:xfrm>
          <a:prstGeom prst="rect">
            <a:avLst/>
          </a:prstGeom>
          <a:noFill/>
          <a:ln w="9525">
            <a:noFill/>
            <a:miter lim="800000"/>
            <a:headEnd/>
            <a:tailEnd/>
          </a:ln>
          <a:effectLst/>
        </p:spPr>
        <p:txBody>
          <a:bodyPr wrap="square" lIns="0" tIns="0" rIns="0" bIns="0" anchor="ctr" anchorCtr="0">
            <a:noAutofit/>
          </a:bodyPr>
          <a:lstStyle/>
          <a:p>
            <a:pPr algn="r" defTabSz="820738">
              <a:spcBef>
                <a:spcPts val="0"/>
              </a:spcBef>
            </a:pPr>
            <a:fld id="{18E29826-F105-4F77-B977-03F4A4723A21}" type="slidenum">
              <a:rPr lang="en-US" sz="1100" b="1" smtClean="0">
                <a:solidFill>
                  <a:schemeClr val="tx1"/>
                </a:solidFill>
              </a:rPr>
              <a:pPr algn="r" defTabSz="820738">
                <a:spcBef>
                  <a:spcPts val="0"/>
                </a:spcBef>
              </a:pPr>
              <a:t>‹#›</a:t>
            </a:fld>
            <a:endParaRPr lang="en-US" sz="1100" b="1">
              <a:solidFill>
                <a:schemeClr val="tx1"/>
              </a:solidFill>
            </a:endParaRPr>
          </a:p>
        </p:txBody>
      </p:sp>
      <p:pic>
        <p:nvPicPr>
          <p:cNvPr id="46" name="Graphic 45">
            <a:extLst>
              <a:ext uri="{FF2B5EF4-FFF2-40B4-BE49-F238E27FC236}">
                <a16:creationId xmlns:a16="http://schemas.microsoft.com/office/drawing/2014/main" id="{B6FF065E-2B34-4360-B045-0F02C20A28BE}"/>
              </a:ext>
            </a:extLst>
          </p:cNvPr>
          <p:cNvPicPr>
            <a:picLocks noChangeAspect="1"/>
          </p:cNvPicPr>
          <p:nvPr userDrawn="1"/>
        </p:nvPicPr>
        <p:blipFill>
          <a:blip r:embed="rId20">
            <a:extLst>
              <a:ext uri="{96DAC541-7B7A-43D3-8B79-37D633B846F1}">
                <asvg:svgBlip xmlns:asvg="http://schemas.microsoft.com/office/drawing/2016/SVG/main" r:embed="rId21"/>
              </a:ext>
            </a:extLst>
          </a:blip>
          <a:stretch>
            <a:fillRect/>
          </a:stretch>
        </p:blipFill>
        <p:spPr>
          <a:xfrm>
            <a:off x="685800" y="7580437"/>
            <a:ext cx="2286000" cy="259238"/>
          </a:xfrm>
          <a:prstGeom prst="rect">
            <a:avLst/>
          </a:prstGeom>
        </p:spPr>
      </p:pic>
      <p:sp>
        <p:nvSpPr>
          <p:cNvPr id="4" name="TextBox 3">
            <a:extLst>
              <a:ext uri="{FF2B5EF4-FFF2-40B4-BE49-F238E27FC236}">
                <a16:creationId xmlns:a16="http://schemas.microsoft.com/office/drawing/2014/main" id="{63A257A4-768C-E187-247E-ABE6DEB0035E}"/>
              </a:ext>
            </a:extLst>
          </p:cNvPr>
          <p:cNvSpPr txBox="1"/>
          <p:nvPr userDrawn="1"/>
        </p:nvSpPr>
        <p:spPr>
          <a:xfrm>
            <a:off x="6137910" y="7868126"/>
            <a:ext cx="2354579" cy="215444"/>
          </a:xfrm>
          <a:prstGeom prst="rect">
            <a:avLst/>
          </a:prstGeom>
          <a:noFill/>
        </p:spPr>
        <p:txBody>
          <a:bodyPr wrap="square">
            <a:spAutoFit/>
          </a:bodyPr>
          <a:lstStyle/>
          <a:p>
            <a:pPr algn="ctr"/>
            <a:r>
              <a:rPr lang="en-US" sz="800"/>
              <a:t>DXC Internal</a:t>
            </a:r>
          </a:p>
        </p:txBody>
      </p:sp>
      <p:sp>
        <p:nvSpPr>
          <p:cNvPr id="5" name="Footer Placeholder 4">
            <a:extLst>
              <a:ext uri="{FF2B5EF4-FFF2-40B4-BE49-F238E27FC236}">
                <a16:creationId xmlns:a16="http://schemas.microsoft.com/office/drawing/2014/main" id="{3ED449BE-CF0C-B5BE-D973-8117818C3A4F}"/>
              </a:ext>
            </a:extLst>
          </p:cNvPr>
          <p:cNvSpPr txBox="1">
            <a:spLocks/>
          </p:cNvSpPr>
          <p:nvPr userDrawn="1"/>
        </p:nvSpPr>
        <p:spPr>
          <a:xfrm>
            <a:off x="4800600" y="7580439"/>
            <a:ext cx="5029200" cy="27432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a:t>© </a:t>
            </a:r>
            <a:fld id="{C0650B53-F5B1-403A-BD70-58B7AE2589AD}" type="datetimeyyyy">
              <a:rPr lang="en-US" sz="1100" smtClean="0"/>
              <a:t>2025</a:t>
            </a:fld>
            <a:r>
              <a:rPr lang="en-US" sz="1100"/>
              <a:t> DXC Technology Company. All rights reserved.</a:t>
            </a:r>
          </a:p>
        </p:txBody>
      </p:sp>
    </p:spTree>
    <p:extLst>
      <p:ext uri="{BB962C8B-B14F-4D97-AF65-F5344CB8AC3E}">
        <p14:creationId xmlns:p14="http://schemas.microsoft.com/office/powerpoint/2010/main" val="112899065"/>
      </p:ext>
    </p:extLst>
  </p:cSld>
  <p:clrMap bg1="lt1" tx1="dk1" bg2="lt2" tx2="dk2" accent1="accent1" accent2="accent2" accent3="accent3" accent4="accent4" accent5="accent5" accent6="accent6" hlink="hlink" folHlink="folHlink"/>
  <p:sldLayoutIdLst>
    <p:sldLayoutId id="2147483830" r:id="rId1"/>
    <p:sldLayoutId id="2147483839" r:id="rId2"/>
    <p:sldLayoutId id="2147483833" r:id="rId3"/>
    <p:sldLayoutId id="2147483834" r:id="rId4"/>
    <p:sldLayoutId id="2147483659" r:id="rId5"/>
    <p:sldLayoutId id="2147483667" r:id="rId6"/>
    <p:sldLayoutId id="2147483650" r:id="rId7"/>
    <p:sldLayoutId id="2147483752" r:id="rId8"/>
    <p:sldLayoutId id="2147483666" r:id="rId9"/>
    <p:sldLayoutId id="2147483652" r:id="rId10"/>
    <p:sldLayoutId id="2147483660" r:id="rId11"/>
    <p:sldLayoutId id="2147483662" r:id="rId12"/>
    <p:sldLayoutId id="2147483663" r:id="rId13"/>
    <p:sldLayoutId id="2147483835" r:id="rId14"/>
    <p:sldLayoutId id="2147483836" r:id="rId15"/>
    <p:sldLayoutId id="2147483837" r:id="rId16"/>
    <p:sldLayoutId id="2147483655" r:id="rId17"/>
    <p:sldLayoutId id="2147483692" r:id="rId1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1463040" rtl="0" eaLnBrk="1" latinLnBrk="0" hangingPunct="1">
        <a:lnSpc>
          <a:spcPct val="85000"/>
        </a:lnSpc>
        <a:spcBef>
          <a:spcPct val="0"/>
        </a:spcBef>
        <a:buNone/>
        <a:defRPr sz="3600" b="1" kern="1200">
          <a:solidFill>
            <a:schemeClr val="accent1"/>
          </a:solidFill>
          <a:latin typeface="+mj-lt"/>
          <a:ea typeface="+mj-ea"/>
          <a:cs typeface="+mj-cs"/>
        </a:defRPr>
      </a:lvl1pPr>
    </p:titleStyle>
    <p:bodyStyle>
      <a:lvl1pPr marL="0" indent="0" algn="l" defTabSz="1463040" rtl="0" eaLnBrk="1" latinLnBrk="0" hangingPunct="1">
        <a:spcBef>
          <a:spcPts val="1200"/>
        </a:spcBef>
        <a:buFontTx/>
        <a:buNone/>
        <a:defRPr sz="2000" b="1" kern="1200">
          <a:solidFill>
            <a:schemeClr val="tx1"/>
          </a:solidFill>
          <a:latin typeface="+mn-lt"/>
          <a:ea typeface="+mn-ea"/>
          <a:cs typeface="+mn-cs"/>
        </a:defRPr>
      </a:lvl1pPr>
      <a:lvl2pPr marL="0" indent="0" algn="l" defTabSz="1463040" rtl="0" eaLnBrk="1" latinLnBrk="0" hangingPunct="1">
        <a:spcBef>
          <a:spcPts val="1200"/>
        </a:spcBef>
        <a:buFontTx/>
        <a:buNone/>
        <a:defRPr sz="2000" kern="1200">
          <a:solidFill>
            <a:schemeClr val="tx1"/>
          </a:solidFill>
          <a:latin typeface="+mn-lt"/>
          <a:ea typeface="+mn-ea"/>
          <a:cs typeface="+mn-cs"/>
        </a:defRPr>
      </a:lvl2pPr>
      <a:lvl3pPr marL="228600" indent="-228600" algn="l" defTabSz="1463040" rtl="0" eaLnBrk="1" latinLnBrk="0" hangingPunct="1">
        <a:spcBef>
          <a:spcPts val="1200"/>
        </a:spcBef>
        <a:buFont typeface="Arial" pitchFamily="34" charset="0"/>
        <a:buChar char="•"/>
        <a:tabLst/>
        <a:defRPr sz="2000" kern="1200">
          <a:solidFill>
            <a:schemeClr val="tx1"/>
          </a:solidFill>
          <a:latin typeface="+mn-lt"/>
          <a:ea typeface="+mn-ea"/>
          <a:cs typeface="+mn-cs"/>
        </a:defRPr>
      </a:lvl3pPr>
      <a:lvl4pPr marL="457200" indent="-228600" algn="l" defTabSz="1463040" rtl="0" eaLnBrk="1" latinLnBrk="0" hangingPunct="1">
        <a:spcBef>
          <a:spcPts val="600"/>
        </a:spcBef>
        <a:buFont typeface="Arial" pitchFamily="34" charset="0"/>
        <a:buChar char="–"/>
        <a:tabLst/>
        <a:defRPr sz="2000" kern="1200">
          <a:solidFill>
            <a:schemeClr val="tx1"/>
          </a:solidFill>
          <a:latin typeface="+mn-lt"/>
          <a:ea typeface="+mn-ea"/>
          <a:cs typeface="+mn-cs"/>
        </a:defRPr>
      </a:lvl4pPr>
      <a:lvl5pPr marL="685800" indent="-228600" algn="l" defTabSz="1463040" rtl="0" eaLnBrk="1" latinLnBrk="0" hangingPunct="1">
        <a:spcBef>
          <a:spcPts val="600"/>
        </a:spcBef>
        <a:buFont typeface="Arial" pitchFamily="34" charset="0"/>
        <a:buChar char="–"/>
        <a:tabLst/>
        <a:defRPr sz="2000" kern="1200">
          <a:solidFill>
            <a:schemeClr val="tx1"/>
          </a:solidFill>
          <a:latin typeface="+mn-lt"/>
          <a:ea typeface="+mn-ea"/>
          <a:cs typeface="+mn-cs"/>
        </a:defRPr>
      </a:lvl5pPr>
      <a:lvl6pPr marL="914400" indent="-228600" algn="l" defTabSz="1463040" rtl="0" eaLnBrk="1" latinLnBrk="0" hangingPunct="1">
        <a:spcBef>
          <a:spcPts val="600"/>
        </a:spcBef>
        <a:buFont typeface="Arial" pitchFamily="34" charset="0"/>
        <a:buChar char="–"/>
        <a:defRPr sz="2000" kern="1200">
          <a:solidFill>
            <a:schemeClr val="tx1"/>
          </a:solidFill>
          <a:latin typeface="+mn-lt"/>
          <a:ea typeface="+mn-ea"/>
          <a:cs typeface="+mn-cs"/>
        </a:defRPr>
      </a:lvl6pPr>
      <a:lvl7pPr marL="1143000" indent="-228600" algn="l" defTabSz="1463040" rtl="0" eaLnBrk="1" latinLnBrk="0" hangingPunct="1">
        <a:spcBef>
          <a:spcPts val="600"/>
        </a:spcBef>
        <a:buFont typeface="Arial" pitchFamily="34" charset="0"/>
        <a:buChar char="–"/>
        <a:tabLst/>
        <a:defRPr sz="2000" kern="1200">
          <a:solidFill>
            <a:schemeClr val="tx1"/>
          </a:solidFill>
          <a:latin typeface="+mn-lt"/>
          <a:ea typeface="+mn-ea"/>
          <a:cs typeface="+mn-cs"/>
        </a:defRPr>
      </a:lvl7pPr>
      <a:lvl8pPr marL="1371600" indent="-228600" algn="l" defTabSz="1463040" rtl="0" eaLnBrk="1" latinLnBrk="0" hangingPunct="1">
        <a:spcBef>
          <a:spcPts val="600"/>
        </a:spcBef>
        <a:buFont typeface="Arial" pitchFamily="34" charset="0"/>
        <a:buChar char="–"/>
        <a:defRPr sz="2000" kern="1200" baseline="0">
          <a:solidFill>
            <a:schemeClr val="tx1"/>
          </a:solidFill>
          <a:latin typeface="+mn-lt"/>
          <a:ea typeface="+mn-ea"/>
          <a:cs typeface="+mn-cs"/>
        </a:defRPr>
      </a:lvl8pPr>
      <a:lvl9pPr marL="1600200" indent="-228600" algn="l" defTabSz="1463040" rtl="0" eaLnBrk="1" latinLnBrk="0" hangingPunct="1">
        <a:spcBef>
          <a:spcPts val="600"/>
        </a:spcBef>
        <a:buFont typeface="Arial" pitchFamily="34" charset="0"/>
        <a:buChar char="–"/>
        <a:tabLst/>
        <a:defRPr sz="2000" kern="1200" baseline="0">
          <a:solidFill>
            <a:schemeClr val="tx1"/>
          </a:solidFill>
          <a:latin typeface="+mn-lt"/>
          <a:ea typeface="+mn-ea"/>
          <a:cs typeface="+mn-cs"/>
        </a:defRPr>
      </a:lvl9pPr>
    </p:bodyStyle>
    <p:otherStyle>
      <a:defPPr>
        <a:defRPr lang="en-US"/>
      </a:defPPr>
      <a:lvl1pPr marL="0" algn="l" defTabSz="1463040" rtl="0" eaLnBrk="1" latinLnBrk="0" hangingPunct="1">
        <a:defRPr sz="1800" kern="1200">
          <a:solidFill>
            <a:schemeClr val="tx1"/>
          </a:solidFill>
          <a:latin typeface="+mn-lt"/>
          <a:ea typeface="+mn-ea"/>
          <a:cs typeface="+mn-cs"/>
        </a:defRPr>
      </a:lvl1pPr>
      <a:lvl2pPr marL="731520" algn="l" defTabSz="1463040" rtl="0" eaLnBrk="1" latinLnBrk="0" hangingPunct="1">
        <a:defRPr sz="1800" kern="1200">
          <a:solidFill>
            <a:schemeClr val="tx1"/>
          </a:solidFill>
          <a:latin typeface="+mn-lt"/>
          <a:ea typeface="+mn-ea"/>
          <a:cs typeface="+mn-cs"/>
        </a:defRPr>
      </a:lvl2pPr>
      <a:lvl3pPr marL="1463040" algn="l" defTabSz="1463040" rtl="0" eaLnBrk="1" latinLnBrk="0" hangingPunct="1">
        <a:defRPr sz="1800" kern="1200">
          <a:solidFill>
            <a:schemeClr val="tx1"/>
          </a:solidFill>
          <a:latin typeface="+mn-lt"/>
          <a:ea typeface="+mn-ea"/>
          <a:cs typeface="+mn-cs"/>
        </a:defRPr>
      </a:lvl3pPr>
      <a:lvl4pPr marL="2194560" algn="l" defTabSz="1463040" rtl="0" eaLnBrk="1" latinLnBrk="0" hangingPunct="1">
        <a:defRPr sz="1800" kern="1200">
          <a:solidFill>
            <a:schemeClr val="tx1"/>
          </a:solidFill>
          <a:latin typeface="+mn-lt"/>
          <a:ea typeface="+mn-ea"/>
          <a:cs typeface="+mn-cs"/>
        </a:defRPr>
      </a:lvl4pPr>
      <a:lvl5pPr marL="2926080" algn="l" defTabSz="1463040" rtl="0" eaLnBrk="1" latinLnBrk="0" hangingPunct="1">
        <a:defRPr sz="1800" kern="1200">
          <a:solidFill>
            <a:schemeClr val="tx1"/>
          </a:solidFill>
          <a:latin typeface="+mn-lt"/>
          <a:ea typeface="+mn-ea"/>
          <a:cs typeface="+mn-cs"/>
        </a:defRPr>
      </a:lvl5pPr>
      <a:lvl6pPr marL="3657600" algn="l" defTabSz="1463040" rtl="0" eaLnBrk="1" latinLnBrk="0" hangingPunct="1">
        <a:defRPr sz="1800" kern="1200">
          <a:solidFill>
            <a:schemeClr val="tx1"/>
          </a:solidFill>
          <a:latin typeface="+mn-lt"/>
          <a:ea typeface="+mn-ea"/>
          <a:cs typeface="+mn-cs"/>
        </a:defRPr>
      </a:lvl6pPr>
      <a:lvl7pPr marL="4389120" algn="l" defTabSz="1463040" rtl="0" eaLnBrk="1" latinLnBrk="0" hangingPunct="1">
        <a:defRPr sz="1800" kern="1200">
          <a:solidFill>
            <a:schemeClr val="tx1"/>
          </a:solidFill>
          <a:latin typeface="+mn-lt"/>
          <a:ea typeface="+mn-ea"/>
          <a:cs typeface="+mn-cs"/>
        </a:defRPr>
      </a:lvl7pPr>
      <a:lvl8pPr marL="5120640" algn="l" defTabSz="1463040" rtl="0" eaLnBrk="1" latinLnBrk="0" hangingPunct="1">
        <a:defRPr sz="1800" kern="1200">
          <a:solidFill>
            <a:schemeClr val="tx1"/>
          </a:solidFill>
          <a:latin typeface="+mn-lt"/>
          <a:ea typeface="+mn-ea"/>
          <a:cs typeface="+mn-cs"/>
        </a:defRPr>
      </a:lvl8pPr>
      <a:lvl9pPr marL="5852160" algn="l" defTabSz="146304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3" userDrawn="1">
          <p15:clr>
            <a:srgbClr val="F26B43"/>
          </p15:clr>
        </p15:guide>
        <p15:guide id="2" pos="4608" userDrawn="1">
          <p15:clr>
            <a:srgbClr val="F26B43"/>
          </p15:clr>
        </p15:guide>
        <p15:guide id="3" pos="432" userDrawn="1">
          <p15:clr>
            <a:srgbClr val="F26B43"/>
          </p15:clr>
        </p15:guide>
        <p15:guide id="4" pos="3024" userDrawn="1">
          <p15:clr>
            <a:srgbClr val="F26B43"/>
          </p15:clr>
        </p15:guide>
        <p15:guide id="5" pos="3312" userDrawn="1">
          <p15:clr>
            <a:srgbClr val="F26B43"/>
          </p15:clr>
        </p15:guide>
        <p15:guide id="6" pos="4464" userDrawn="1">
          <p15:clr>
            <a:srgbClr val="F26B43"/>
          </p15:clr>
        </p15:guide>
        <p15:guide id="7" pos="4752" userDrawn="1">
          <p15:clr>
            <a:srgbClr val="F26B43"/>
          </p15:clr>
        </p15:guide>
        <p15:guide id="8" pos="5904" userDrawn="1">
          <p15:clr>
            <a:srgbClr val="F26B43"/>
          </p15:clr>
        </p15:guide>
        <p15:guide id="9" pos="6192" userDrawn="1">
          <p15:clr>
            <a:srgbClr val="F26B43"/>
          </p15:clr>
        </p15:guide>
        <p15:guide id="10" pos="7488" userDrawn="1">
          <p15:clr>
            <a:srgbClr val="F26B43"/>
          </p15:clr>
        </p15:guide>
        <p15:guide id="11" pos="8784" userDrawn="1">
          <p15:clr>
            <a:srgbClr val="F26B43"/>
          </p15:clr>
        </p15:guide>
        <p15:guide id="12" orient="horz" pos="1296" userDrawn="1">
          <p15:clr>
            <a:srgbClr val="F26B43"/>
          </p15:clr>
        </p15:guide>
        <p15:guide id="13" orient="horz" pos="4522" userDrawn="1">
          <p15:clr>
            <a:srgbClr val="F26B43"/>
          </p15:clr>
        </p15:guide>
        <p15:guide id="14" orient="horz" pos="489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8.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8.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7.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xml"/><Relationship Id="rId1" Type="http://schemas.openxmlformats.org/officeDocument/2006/relationships/slideLayout" Target="../slideLayouts/slideLayout6.xml"/><Relationship Id="rId5" Type="http://schemas.openxmlformats.org/officeDocument/2006/relationships/image" Target="../media/image32.png"/><Relationship Id="rId4" Type="http://schemas.openxmlformats.org/officeDocument/2006/relationships/image" Target="../media/image31.png"/></Relationships>
</file>

<file path=ppt/slides/_rels/slide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xml"/><Relationship Id="rId1" Type="http://schemas.openxmlformats.org/officeDocument/2006/relationships/slideLayout" Target="../slideLayouts/slideLayout6.xml"/><Relationship Id="rId5" Type="http://schemas.openxmlformats.org/officeDocument/2006/relationships/image" Target="../media/image31.png"/><Relationship Id="rId4"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D6A5B-B77D-E11E-CA71-495F638A5C5A}"/>
              </a:ext>
            </a:extLst>
          </p:cNvPr>
          <p:cNvSpPr>
            <a:spLocks noGrp="1"/>
          </p:cNvSpPr>
          <p:nvPr>
            <p:ph type="ctrTitle"/>
          </p:nvPr>
        </p:nvSpPr>
        <p:spPr>
          <a:xfrm>
            <a:off x="1168401" y="2781300"/>
            <a:ext cx="3994149" cy="1685925"/>
          </a:xfrm>
        </p:spPr>
        <p:txBody>
          <a:bodyPr/>
          <a:lstStyle/>
          <a:p>
            <a:r>
              <a:rPr lang="en-US"/>
              <a:t>DXC</a:t>
            </a:r>
            <a:endParaRPr lang="en-IN"/>
          </a:p>
        </p:txBody>
      </p:sp>
      <p:sp>
        <p:nvSpPr>
          <p:cNvPr id="3" name="Subtitle 2">
            <a:extLst>
              <a:ext uri="{FF2B5EF4-FFF2-40B4-BE49-F238E27FC236}">
                <a16:creationId xmlns:a16="http://schemas.microsoft.com/office/drawing/2014/main" id="{831EC814-C035-C86C-4996-28328A45479B}"/>
              </a:ext>
            </a:extLst>
          </p:cNvPr>
          <p:cNvSpPr>
            <a:spLocks noGrp="1"/>
          </p:cNvSpPr>
          <p:nvPr>
            <p:ph type="subTitle" idx="1"/>
          </p:nvPr>
        </p:nvSpPr>
        <p:spPr>
          <a:xfrm>
            <a:off x="1124529" y="4114800"/>
            <a:ext cx="4858326" cy="914400"/>
          </a:xfrm>
        </p:spPr>
        <p:txBody>
          <a:bodyPr/>
          <a:lstStyle/>
          <a:p>
            <a:r>
              <a:rPr lang="en-US"/>
              <a:t>Trade Finance capabilities and service offering</a:t>
            </a:r>
            <a:endParaRPr lang="en-IN"/>
          </a:p>
        </p:txBody>
      </p:sp>
    </p:spTree>
    <p:extLst>
      <p:ext uri="{BB962C8B-B14F-4D97-AF65-F5344CB8AC3E}">
        <p14:creationId xmlns:p14="http://schemas.microsoft.com/office/powerpoint/2010/main" val="3146424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A9A9D64A-9DF4-E766-E473-8713C53A1948}"/>
              </a:ext>
            </a:extLst>
          </p:cNvPr>
          <p:cNvSpPr>
            <a:spLocks noGrp="1"/>
          </p:cNvSpPr>
          <p:nvPr>
            <p:ph type="title"/>
          </p:nvPr>
        </p:nvSpPr>
        <p:spPr>
          <a:xfrm>
            <a:off x="685799" y="639763"/>
            <a:ext cx="10660075" cy="1417635"/>
          </a:xfrm>
        </p:spPr>
        <p:txBody>
          <a:bodyPr vert="horz" lIns="0" tIns="0" rIns="0" bIns="0" rtlCol="0" anchor="t" anchorCtr="0">
            <a:normAutofit/>
          </a:bodyPr>
          <a:lstStyle/>
          <a:p>
            <a:r>
              <a:rPr lang="en-US" b="1" kern="1200">
                <a:latin typeface="+mj-lt"/>
                <a:ea typeface="+mj-ea"/>
                <a:cs typeface="+mj-cs"/>
              </a:rPr>
              <a:t>Unlock Your Business Potential with Our 20+ Years of </a:t>
            </a:r>
            <a:br>
              <a:rPr lang="en-US" b="1" kern="1200">
                <a:latin typeface="+mj-lt"/>
                <a:ea typeface="+mj-ea"/>
                <a:cs typeface="+mj-cs"/>
              </a:rPr>
            </a:br>
            <a:r>
              <a:rPr lang="en-US" b="1" kern="1200">
                <a:latin typeface="+mj-lt"/>
                <a:ea typeface="+mj-ea"/>
                <a:cs typeface="+mj-cs"/>
              </a:rPr>
              <a:t>Trade Finance Expertise</a:t>
            </a:r>
          </a:p>
        </p:txBody>
      </p:sp>
      <p:sp>
        <p:nvSpPr>
          <p:cNvPr id="6" name="Title 1">
            <a:extLst>
              <a:ext uri="{FF2B5EF4-FFF2-40B4-BE49-F238E27FC236}">
                <a16:creationId xmlns:a16="http://schemas.microsoft.com/office/drawing/2014/main" id="{C220F316-F8D8-E780-2E20-B92A444B8C8D}"/>
              </a:ext>
            </a:extLst>
          </p:cNvPr>
          <p:cNvSpPr txBox="1">
            <a:spLocks/>
          </p:cNvSpPr>
          <p:nvPr/>
        </p:nvSpPr>
        <p:spPr>
          <a:xfrm>
            <a:off x="11715750" y="1"/>
            <a:ext cx="2601384" cy="776046"/>
          </a:xfrm>
          <a:prstGeom prst="rect">
            <a:avLst/>
          </a:prstGeom>
        </p:spPr>
        <p:txBody>
          <a:bodyPr vert="horz" lIns="0" tIns="0" rIns="0" bIns="0" rtlCol="0" anchor="ctr" anchorCtr="0">
            <a:normAutofit/>
          </a:bodyPr>
          <a:lstStyle>
            <a:lvl1pPr algn="l" defTabSz="1463040" rtl="0" eaLnBrk="1" latinLnBrk="0" hangingPunct="1">
              <a:lnSpc>
                <a:spcPct val="85000"/>
              </a:lnSpc>
              <a:spcBef>
                <a:spcPct val="0"/>
              </a:spcBef>
              <a:buNone/>
              <a:defRPr sz="3600" b="1" kern="1200">
                <a:solidFill>
                  <a:schemeClr val="accent1"/>
                </a:solidFill>
                <a:latin typeface="+mj-lt"/>
                <a:ea typeface="+mj-ea"/>
                <a:cs typeface="+mj-cs"/>
              </a:defRPr>
            </a:lvl1pPr>
          </a:lstStyle>
          <a:p>
            <a:pPr algn="ctr">
              <a:spcBef>
                <a:spcPts val="1200"/>
              </a:spcBef>
            </a:pPr>
            <a:r>
              <a:rPr lang="en-US" sz="500" b="1" kern="1200">
                <a:solidFill>
                  <a:schemeClr val="bg1"/>
                </a:solidFill>
                <a:latin typeface="+mn-lt"/>
                <a:ea typeface="+mn-ea"/>
                <a:cs typeface="+mn-cs"/>
              </a:rPr>
              <a:t>We understand that the complexities of Trade Finance can pose significant challenges, especially when it comes to ensuring seamless operations, compliance, and the efficient management of financial transactions. With over 20 years of experience in the trade finance domain, our team brings unparalleled expertise to help streamline your processes, mitigate risks, and optimize your financial workflows.</a:t>
            </a:r>
          </a:p>
          <a:p>
            <a:pPr algn="ctr">
              <a:spcBef>
                <a:spcPts val="1200"/>
              </a:spcBef>
            </a:pPr>
            <a:endParaRPr lang="en-US" sz="500" b="1" kern="1200">
              <a:solidFill>
                <a:schemeClr val="bg1"/>
              </a:solidFill>
              <a:latin typeface="+mn-lt"/>
              <a:ea typeface="+mn-ea"/>
              <a:cs typeface="+mn-cs"/>
            </a:endParaRPr>
          </a:p>
          <a:p>
            <a:pPr algn="ctr">
              <a:spcBef>
                <a:spcPts val="1200"/>
              </a:spcBef>
            </a:pPr>
            <a:r>
              <a:rPr lang="en-US" sz="500" b="1" kern="1200">
                <a:solidFill>
                  <a:schemeClr val="bg1"/>
                </a:solidFill>
                <a:latin typeface="+mn-lt"/>
                <a:ea typeface="+mn-ea"/>
                <a:cs typeface="+mn-cs"/>
              </a:rPr>
              <a:t>Here’s why we are the right partner for you:</a:t>
            </a:r>
          </a:p>
        </p:txBody>
      </p:sp>
      <p:graphicFrame>
        <p:nvGraphicFramePr>
          <p:cNvPr id="18" name="Rectangle 1">
            <a:extLst>
              <a:ext uri="{FF2B5EF4-FFF2-40B4-BE49-F238E27FC236}">
                <a16:creationId xmlns:a16="http://schemas.microsoft.com/office/drawing/2014/main" id="{E3057F73-3FE9-8E5D-A10C-256297E32E47}"/>
              </a:ext>
            </a:extLst>
          </p:cNvPr>
          <p:cNvGraphicFramePr>
            <a:graphicFrameLocks noGrp="1"/>
          </p:cNvGraphicFramePr>
          <p:nvPr>
            <p:ph idx="1"/>
            <p:extLst>
              <p:ext uri="{D42A27DB-BD31-4B8C-83A1-F6EECF244321}">
                <p14:modId xmlns:p14="http://schemas.microsoft.com/office/powerpoint/2010/main" val="1866251375"/>
              </p:ext>
            </p:extLst>
          </p:nvPr>
        </p:nvGraphicFramePr>
        <p:xfrm>
          <a:off x="685800" y="2057399"/>
          <a:ext cx="13258800" cy="51212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7090808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24C538-5D36-BCEC-01F9-E762E9445EF1}"/>
            </a:ext>
          </a:extLst>
        </p:cNvPr>
        <p:cNvGrpSpPr/>
        <p:nvPr/>
      </p:nvGrpSpPr>
      <p:grpSpPr>
        <a:xfrm>
          <a:off x="0" y="0"/>
          <a:ext cx="0" cy="0"/>
          <a:chOff x="0" y="0"/>
          <a:chExt cx="0" cy="0"/>
        </a:xfrm>
      </p:grpSpPr>
      <p:sp>
        <p:nvSpPr>
          <p:cNvPr id="17" name="Title 1">
            <a:extLst>
              <a:ext uri="{FF2B5EF4-FFF2-40B4-BE49-F238E27FC236}">
                <a16:creationId xmlns:a16="http://schemas.microsoft.com/office/drawing/2014/main" id="{370905BE-9A70-3AD4-0150-B49FC03AA0A2}"/>
              </a:ext>
            </a:extLst>
          </p:cNvPr>
          <p:cNvSpPr>
            <a:spLocks noGrp="1"/>
          </p:cNvSpPr>
          <p:nvPr>
            <p:ph type="title"/>
          </p:nvPr>
        </p:nvSpPr>
        <p:spPr>
          <a:xfrm>
            <a:off x="685799" y="639763"/>
            <a:ext cx="10660075" cy="1417635"/>
          </a:xfrm>
        </p:spPr>
        <p:txBody>
          <a:bodyPr vert="horz" lIns="0" tIns="0" rIns="0" bIns="0" rtlCol="0" anchor="t" anchorCtr="0">
            <a:normAutofit/>
          </a:bodyPr>
          <a:lstStyle/>
          <a:p>
            <a:pPr algn="ctr"/>
            <a:r>
              <a:rPr lang="en-US" sz="3200" b="1" kern="1200">
                <a:latin typeface="+mj-lt"/>
                <a:ea typeface="+mj-ea"/>
                <a:cs typeface="+mj-cs"/>
              </a:rPr>
              <a:t>Unlock Your Business Potential with Our 20+ Years of </a:t>
            </a:r>
            <a:br>
              <a:rPr lang="en-US" sz="3200" b="1" kern="1200">
                <a:latin typeface="+mj-lt"/>
                <a:ea typeface="+mj-ea"/>
                <a:cs typeface="+mj-cs"/>
              </a:rPr>
            </a:br>
            <a:r>
              <a:rPr lang="en-US" sz="3200" b="1" kern="1200">
                <a:latin typeface="+mj-lt"/>
                <a:ea typeface="+mj-ea"/>
                <a:cs typeface="+mj-cs"/>
              </a:rPr>
              <a:t>Trade Finance Expertise</a:t>
            </a:r>
          </a:p>
        </p:txBody>
      </p:sp>
      <p:graphicFrame>
        <p:nvGraphicFramePr>
          <p:cNvPr id="18" name="Rectangle 1">
            <a:extLst>
              <a:ext uri="{FF2B5EF4-FFF2-40B4-BE49-F238E27FC236}">
                <a16:creationId xmlns:a16="http://schemas.microsoft.com/office/drawing/2014/main" id="{9340754F-2266-281E-0A41-FF141A5CFE43}"/>
              </a:ext>
            </a:extLst>
          </p:cNvPr>
          <p:cNvGraphicFramePr>
            <a:graphicFrameLocks noGrp="1"/>
          </p:cNvGraphicFramePr>
          <p:nvPr>
            <p:ph idx="1"/>
            <p:extLst>
              <p:ext uri="{D42A27DB-BD31-4B8C-83A1-F6EECF244321}">
                <p14:modId xmlns:p14="http://schemas.microsoft.com/office/powerpoint/2010/main" val="409287681"/>
              </p:ext>
            </p:extLst>
          </p:nvPr>
        </p:nvGraphicFramePr>
        <p:xfrm>
          <a:off x="685798" y="2057398"/>
          <a:ext cx="13631335" cy="50231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689208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4A1162-F5DB-8A20-2916-282B3D6CDC2B}"/>
              </a:ext>
            </a:extLst>
          </p:cNvPr>
          <p:cNvSpPr>
            <a:spLocks noGrp="1"/>
          </p:cNvSpPr>
          <p:nvPr>
            <p:ph type="title"/>
          </p:nvPr>
        </p:nvSpPr>
        <p:spPr/>
        <p:txBody>
          <a:bodyPr anchor="t">
            <a:normAutofit/>
          </a:bodyPr>
          <a:lstStyle/>
          <a:p>
            <a:r>
              <a:rPr lang="en-US" sz="1400"/>
              <a:t>DXC Capabilities and Service Offerings</a:t>
            </a:r>
            <a:br>
              <a:rPr lang="en-US" sz="1400"/>
            </a:br>
            <a:r>
              <a:rPr lang="en-US" sz="1400"/>
              <a:t> </a:t>
            </a:r>
            <a:br>
              <a:rPr lang="en-US" sz="1400"/>
            </a:br>
            <a:r>
              <a:rPr lang="en-US" sz="1400" b="1"/>
              <a:t>Business Analyst Profile – Trade Operations &amp; IMEX Expertise</a:t>
            </a:r>
            <a:br>
              <a:rPr lang="en-US" sz="1400" b="1"/>
            </a:br>
            <a:r>
              <a:rPr lang="en-US" sz="1400"/>
              <a:t>We have </a:t>
            </a:r>
            <a:r>
              <a:rPr lang="en-US" sz="1400" b="1"/>
              <a:t>built a team with handpicked Business Analysts</a:t>
            </a:r>
            <a:r>
              <a:rPr lang="en-US" sz="1400"/>
              <a:t> who bring specialized expertise in </a:t>
            </a:r>
            <a:r>
              <a:rPr lang="en-US" sz="1400" b="1"/>
              <a:t>Trade Finance</a:t>
            </a:r>
            <a:r>
              <a:rPr lang="en-US" sz="1400"/>
              <a:t> and IMEX module implementation .</a:t>
            </a:r>
            <a:br>
              <a:rPr lang="en-US" sz="1400"/>
            </a:br>
            <a:endParaRPr lang="en-IN" sz="1400"/>
          </a:p>
        </p:txBody>
      </p:sp>
      <p:graphicFrame>
        <p:nvGraphicFramePr>
          <p:cNvPr id="5" name="Content Placeholder 2">
            <a:extLst>
              <a:ext uri="{FF2B5EF4-FFF2-40B4-BE49-F238E27FC236}">
                <a16:creationId xmlns:a16="http://schemas.microsoft.com/office/drawing/2014/main" id="{06885534-A456-0A1B-1A59-57FDE65F6A2C}"/>
              </a:ext>
            </a:extLst>
          </p:cNvPr>
          <p:cNvGraphicFramePr>
            <a:graphicFrameLocks noGrp="1"/>
          </p:cNvGraphicFramePr>
          <p:nvPr>
            <p:ph idx="1"/>
            <p:extLst>
              <p:ext uri="{D42A27DB-BD31-4B8C-83A1-F6EECF244321}">
                <p14:modId xmlns:p14="http://schemas.microsoft.com/office/powerpoint/2010/main" val="1338861669"/>
              </p:ext>
            </p:extLst>
          </p:nvPr>
        </p:nvGraphicFramePr>
        <p:xfrm>
          <a:off x="685800" y="2057398"/>
          <a:ext cx="12632944" cy="42367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4966011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2B4DEA-B57C-C9CC-E655-DA4D37E5D8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C6CEBD-21AD-E076-2D70-5F0E94E40F0C}"/>
              </a:ext>
            </a:extLst>
          </p:cNvPr>
          <p:cNvSpPr>
            <a:spLocks noGrp="1"/>
          </p:cNvSpPr>
          <p:nvPr>
            <p:ph type="title"/>
          </p:nvPr>
        </p:nvSpPr>
        <p:spPr>
          <a:xfrm>
            <a:off x="685800" y="639764"/>
            <a:ext cx="13258800" cy="847616"/>
          </a:xfrm>
        </p:spPr>
        <p:txBody>
          <a:bodyPr>
            <a:noAutofit/>
          </a:bodyPr>
          <a:lstStyle/>
          <a:p>
            <a:r>
              <a:rPr lang="en-GB"/>
              <a:t>DXC Project Team: Key Resources</a:t>
            </a:r>
            <a:br>
              <a:rPr lang="en-GB"/>
            </a:br>
            <a:r>
              <a:rPr lang="en-US" sz="2880" b="0">
                <a:solidFill>
                  <a:schemeClr val="tx1"/>
                </a:solidFill>
              </a:rPr>
              <a:t>We have real experience, proven track record and a strong will to succeed</a:t>
            </a:r>
            <a:endParaRPr lang="en-GB" sz="2880" b="0">
              <a:solidFill>
                <a:schemeClr val="tx1"/>
              </a:solidFill>
            </a:endParaRPr>
          </a:p>
        </p:txBody>
      </p:sp>
      <p:sp>
        <p:nvSpPr>
          <p:cNvPr id="5" name="Text Placeholder 15">
            <a:extLst>
              <a:ext uri="{FF2B5EF4-FFF2-40B4-BE49-F238E27FC236}">
                <a16:creationId xmlns:a16="http://schemas.microsoft.com/office/drawing/2014/main" id="{18288896-BC13-E32B-A4CB-AED8CF296EA1}"/>
              </a:ext>
            </a:extLst>
          </p:cNvPr>
          <p:cNvSpPr txBox="1">
            <a:spLocks/>
          </p:cNvSpPr>
          <p:nvPr/>
        </p:nvSpPr>
        <p:spPr>
          <a:xfrm>
            <a:off x="685799" y="154386"/>
            <a:ext cx="5567850" cy="318823"/>
          </a:xfrm>
          <a:prstGeom prst="rect">
            <a:avLst/>
          </a:prstGeom>
        </p:spPr>
        <p:txBody>
          <a:bodyPr wrap="none" lIns="0" tIns="0" rIns="0" bIns="0" anchor="ctr"/>
          <a:lstStyle>
            <a:defPPr>
              <a:defRPr lang="en-US"/>
            </a:defPPr>
            <a:lvl1pPr marL="0" algn="l" defTabSz="1463040" rtl="0" eaLnBrk="1" latinLnBrk="0" hangingPunct="1">
              <a:defRPr sz="2880" kern="1200">
                <a:solidFill>
                  <a:schemeClr val="tx1"/>
                </a:solidFill>
                <a:latin typeface="+mn-lt"/>
                <a:ea typeface="+mn-ea"/>
                <a:cs typeface="+mn-cs"/>
              </a:defRPr>
            </a:lvl1pPr>
            <a:lvl2pPr marL="731520" algn="l" defTabSz="1463040" rtl="0" eaLnBrk="1" latinLnBrk="0" hangingPunct="1">
              <a:defRPr sz="2880" kern="1200">
                <a:solidFill>
                  <a:schemeClr val="tx1"/>
                </a:solidFill>
                <a:latin typeface="+mn-lt"/>
                <a:ea typeface="+mn-ea"/>
                <a:cs typeface="+mn-cs"/>
              </a:defRPr>
            </a:lvl2pPr>
            <a:lvl3pPr marL="1463040" algn="l" defTabSz="1463040" rtl="0" eaLnBrk="1" latinLnBrk="0" hangingPunct="1">
              <a:defRPr sz="2880" kern="1200">
                <a:solidFill>
                  <a:schemeClr val="tx1"/>
                </a:solidFill>
                <a:latin typeface="+mn-lt"/>
                <a:ea typeface="+mn-ea"/>
                <a:cs typeface="+mn-cs"/>
              </a:defRPr>
            </a:lvl3pPr>
            <a:lvl4pPr marL="2194560" algn="l" defTabSz="1463040" rtl="0" eaLnBrk="1" latinLnBrk="0" hangingPunct="1">
              <a:defRPr sz="2880" kern="1200">
                <a:solidFill>
                  <a:schemeClr val="tx1"/>
                </a:solidFill>
                <a:latin typeface="+mn-lt"/>
                <a:ea typeface="+mn-ea"/>
                <a:cs typeface="+mn-cs"/>
              </a:defRPr>
            </a:lvl4pPr>
            <a:lvl5pPr marL="2926080" algn="l" defTabSz="1463040" rtl="0" eaLnBrk="1" latinLnBrk="0" hangingPunct="1">
              <a:defRPr sz="2880" kern="1200">
                <a:solidFill>
                  <a:schemeClr val="tx1"/>
                </a:solidFill>
                <a:latin typeface="+mn-lt"/>
                <a:ea typeface="+mn-ea"/>
                <a:cs typeface="+mn-cs"/>
              </a:defRPr>
            </a:lvl5pPr>
            <a:lvl6pPr marL="3657600" algn="l" defTabSz="1463040" rtl="0" eaLnBrk="1" latinLnBrk="0" hangingPunct="1">
              <a:defRPr sz="2880" kern="1200">
                <a:solidFill>
                  <a:schemeClr val="tx1"/>
                </a:solidFill>
                <a:latin typeface="+mn-lt"/>
                <a:ea typeface="+mn-ea"/>
                <a:cs typeface="+mn-cs"/>
              </a:defRPr>
            </a:lvl6pPr>
            <a:lvl7pPr marL="4389120" algn="l" defTabSz="1463040" rtl="0" eaLnBrk="1" latinLnBrk="0" hangingPunct="1">
              <a:defRPr sz="2880" kern="1200">
                <a:solidFill>
                  <a:schemeClr val="tx1"/>
                </a:solidFill>
                <a:latin typeface="+mn-lt"/>
                <a:ea typeface="+mn-ea"/>
                <a:cs typeface="+mn-cs"/>
              </a:defRPr>
            </a:lvl7pPr>
            <a:lvl8pPr marL="5120640" algn="l" defTabSz="1463040" rtl="0" eaLnBrk="1" latinLnBrk="0" hangingPunct="1">
              <a:defRPr sz="2880" kern="1200">
                <a:solidFill>
                  <a:schemeClr val="tx1"/>
                </a:solidFill>
                <a:latin typeface="+mn-lt"/>
                <a:ea typeface="+mn-ea"/>
                <a:cs typeface="+mn-cs"/>
              </a:defRPr>
            </a:lvl8pPr>
            <a:lvl9pPr marL="5852160" algn="l" defTabSz="1463040" rtl="0" eaLnBrk="1" latinLnBrk="0" hangingPunct="1">
              <a:defRPr sz="2880" kern="1200">
                <a:solidFill>
                  <a:schemeClr val="tx1"/>
                </a:solidFill>
                <a:latin typeface="+mn-lt"/>
                <a:ea typeface="+mn-ea"/>
                <a:cs typeface="+mn-cs"/>
              </a:defRPr>
            </a:lvl9pPr>
          </a:lstStyle>
          <a:p>
            <a:pPr marL="0" marR="0" lvl="0" indent="0" algn="l" defTabSz="1463040" rtl="0" eaLnBrk="1" fontAlgn="auto" latinLnBrk="0" hangingPunct="1">
              <a:lnSpc>
                <a:spcPct val="100000"/>
              </a:lnSpc>
              <a:spcBef>
                <a:spcPts val="0"/>
              </a:spcBef>
              <a:spcAft>
                <a:spcPts val="0"/>
              </a:spcAft>
              <a:buClrTx/>
              <a:buSzTx/>
              <a:buFontTx/>
              <a:buNone/>
              <a:tabLst/>
              <a:defRPr/>
            </a:pPr>
            <a:r>
              <a:rPr kumimoji="0" lang="en-US" sz="1440" b="1" i="0" u="none" strike="noStrike" kern="1200" cap="none" spc="0" normalizeH="0" baseline="0" noProof="0">
                <a:ln>
                  <a:noFill/>
                </a:ln>
                <a:solidFill>
                  <a:srgbClr val="5F249F"/>
                </a:solidFill>
                <a:effectLst/>
                <a:uLnTx/>
                <a:uFillTx/>
                <a:latin typeface="Arial"/>
                <a:ea typeface="Open Sans" panose="020B0606030504020204" pitchFamily="34" charset="0"/>
                <a:cs typeface="Arial" panose="020B0604020202020204" pitchFamily="34" charset="0"/>
              </a:rPr>
              <a:t>Delivery Approach | Proposed Team</a:t>
            </a:r>
          </a:p>
        </p:txBody>
      </p:sp>
      <p:sp>
        <p:nvSpPr>
          <p:cNvPr id="23" name="TextBox 22">
            <a:extLst>
              <a:ext uri="{FF2B5EF4-FFF2-40B4-BE49-F238E27FC236}">
                <a16:creationId xmlns:a16="http://schemas.microsoft.com/office/drawing/2014/main" id="{86D00539-9E27-A5DE-4562-031C7786FA46}"/>
              </a:ext>
            </a:extLst>
          </p:cNvPr>
          <p:cNvSpPr txBox="1"/>
          <p:nvPr/>
        </p:nvSpPr>
        <p:spPr>
          <a:xfrm>
            <a:off x="658869" y="4638086"/>
            <a:ext cx="6084740" cy="1616711"/>
          </a:xfrm>
          <a:prstGeom prst="rect">
            <a:avLst/>
          </a:prstGeom>
          <a:solidFill>
            <a:schemeClr val="bg1">
              <a:lumMod val="95000"/>
            </a:schemeClr>
          </a:solidFill>
        </p:spPr>
        <p:txBody>
          <a:bodyPr wrap="square" lIns="109728" tIns="460858" rIns="54864" bIns="54864" rtlCol="0" anchor="t">
            <a:noAutofit/>
          </a:bodyPr>
          <a:lstStyle/>
          <a:p>
            <a:pPr marL="342900" lvl="0" indent="-342900">
              <a:buFont typeface="Symbol" panose="05050102010706020507" pitchFamily="18" charset="2"/>
              <a:buChar char=""/>
            </a:pPr>
            <a:r>
              <a:rPr lang="en-US" sz="1200">
                <a:solidFill>
                  <a:srgbClr val="000000"/>
                </a:solidFill>
                <a:latin typeface="Arial"/>
              </a:rPr>
              <a:t>11 years of rich experience in the Banking industry, with expertise in Back Operations and Business Analysis in Trade Finance domain.</a:t>
            </a:r>
          </a:p>
          <a:p>
            <a:pPr marL="342900" lvl="0" indent="-342900">
              <a:buFont typeface="Symbol" panose="05050102010706020507" pitchFamily="18" charset="2"/>
              <a:buChar char=""/>
            </a:pPr>
            <a:r>
              <a:rPr lang="en-US" sz="1200">
                <a:solidFill>
                  <a:srgbClr val="000000"/>
                </a:solidFill>
                <a:latin typeface="Arial"/>
              </a:rPr>
              <a:t>Experienced in Banking Application like Finacle-10x, TI+ (MISYS/ FINASTRA), T24(Temenos), IMEX , SWIFT</a:t>
            </a:r>
          </a:p>
          <a:p>
            <a:pPr marL="342900" lvl="0" indent="-342900">
              <a:buFont typeface="Symbol" panose="05050102010706020507" pitchFamily="18" charset="2"/>
              <a:buChar char=""/>
            </a:pPr>
            <a:r>
              <a:rPr lang="en-US" sz="1200">
                <a:solidFill>
                  <a:srgbClr val="000000"/>
                </a:solidFill>
                <a:latin typeface="Arial"/>
              </a:rPr>
              <a:t>Previous Companies : Societe Generale , </a:t>
            </a:r>
            <a:r>
              <a:rPr lang="en-US" sz="1200" err="1">
                <a:solidFill>
                  <a:srgbClr val="000000"/>
                </a:solidFill>
                <a:latin typeface="Arial"/>
              </a:rPr>
              <a:t>Garantibank</a:t>
            </a:r>
            <a:r>
              <a:rPr lang="en-US" sz="1200">
                <a:solidFill>
                  <a:srgbClr val="000000"/>
                </a:solidFill>
                <a:latin typeface="Arial"/>
              </a:rPr>
              <a:t> International NV , ING Bank and ICICI Bank </a:t>
            </a:r>
            <a:endParaRPr lang="en-IN" sz="1200">
              <a:solidFill>
                <a:srgbClr val="000000"/>
              </a:solidFill>
              <a:latin typeface="Arial"/>
            </a:endParaRPr>
          </a:p>
          <a:p>
            <a:pPr marR="0" lvl="0" algn="l" defTabSz="1463040" rtl="0" eaLnBrk="1" fontAlgn="auto" latinLnBrk="0" hangingPunct="1">
              <a:lnSpc>
                <a:spcPct val="100000"/>
              </a:lnSpc>
              <a:spcBef>
                <a:spcPts val="0"/>
              </a:spcBef>
              <a:spcAft>
                <a:spcPts val="360"/>
              </a:spcAft>
              <a:buClrTx/>
              <a:buSzTx/>
              <a:tabLst/>
              <a:defRPr/>
            </a:pPr>
            <a:endParaRPr kumimoji="0" lang="en-US" sz="1200" b="0" i="0" u="none" strike="noStrike" kern="1200" cap="none" spc="0" normalizeH="0" baseline="0" noProof="0">
              <a:ln>
                <a:noFill/>
              </a:ln>
              <a:solidFill>
                <a:srgbClr val="000000"/>
              </a:solidFill>
              <a:effectLst/>
              <a:uLnTx/>
              <a:uFillTx/>
              <a:latin typeface="Arial"/>
              <a:ea typeface="+mn-ea"/>
              <a:cs typeface="+mn-cs"/>
            </a:endParaRPr>
          </a:p>
        </p:txBody>
      </p:sp>
      <p:sp>
        <p:nvSpPr>
          <p:cNvPr id="36" name="TextBox 35">
            <a:extLst>
              <a:ext uri="{FF2B5EF4-FFF2-40B4-BE49-F238E27FC236}">
                <a16:creationId xmlns:a16="http://schemas.microsoft.com/office/drawing/2014/main" id="{F6B35F88-0FA1-5B9C-1794-2E8780CA0FEB}"/>
              </a:ext>
            </a:extLst>
          </p:cNvPr>
          <p:cNvSpPr txBox="1"/>
          <p:nvPr/>
        </p:nvSpPr>
        <p:spPr>
          <a:xfrm>
            <a:off x="1069450" y="4232138"/>
            <a:ext cx="5701084" cy="757267"/>
          </a:xfrm>
          <a:prstGeom prst="round1Rect">
            <a:avLst>
              <a:gd name="adj" fmla="val 49973"/>
            </a:avLst>
          </a:prstGeom>
          <a:solidFill>
            <a:schemeClr val="accent1"/>
          </a:solidFill>
        </p:spPr>
        <p:txBody>
          <a:bodyPr wrap="square" lIns="493776" tIns="0" rIns="0" bIns="0" rtlCol="0" anchor="ctr">
            <a:noAutofit/>
          </a:bodyPr>
          <a:lstStyle/>
          <a:p>
            <a:pPr marL="0" marR="0" lvl="0" indent="0" algn="l" defTabSz="1463040" rtl="0" eaLnBrk="1" fontAlgn="auto" latinLnBrk="0" hangingPunct="1">
              <a:lnSpc>
                <a:spcPct val="100000"/>
              </a:lnSpc>
              <a:spcBef>
                <a:spcPts val="0"/>
              </a:spcBef>
              <a:spcAft>
                <a:spcPts val="360"/>
              </a:spcAft>
              <a:buClrTx/>
              <a:buSzTx/>
              <a:buFontTx/>
              <a:buNone/>
              <a:tabLst/>
              <a:defRPr/>
            </a:pPr>
            <a:r>
              <a:rPr kumimoji="0" lang="en-US" sz="1680" b="1" i="0" u="none" strike="noStrike" kern="1200" cap="none" spc="0" normalizeH="0" baseline="0" noProof="0">
                <a:ln>
                  <a:noFill/>
                </a:ln>
                <a:solidFill>
                  <a:srgbClr val="FFFFFF"/>
                </a:solidFill>
                <a:effectLst/>
                <a:uLnTx/>
                <a:uFillTx/>
                <a:latin typeface="Arial"/>
                <a:ea typeface="+mn-ea"/>
                <a:cs typeface="+mn-cs"/>
              </a:rPr>
              <a:t>DXC Senior Business Consultant</a:t>
            </a:r>
          </a:p>
          <a:p>
            <a:pPr marL="0" marR="0" lvl="0" indent="0" algn="l" defTabSz="1463040" rtl="0" eaLnBrk="1" fontAlgn="auto" latinLnBrk="0" hangingPunct="1">
              <a:lnSpc>
                <a:spcPct val="100000"/>
              </a:lnSpc>
              <a:spcBef>
                <a:spcPts val="0"/>
              </a:spcBef>
              <a:spcAft>
                <a:spcPts val="360"/>
              </a:spcAft>
              <a:buClrTx/>
              <a:buSzTx/>
              <a:buFontTx/>
              <a:buNone/>
              <a:tabLst/>
              <a:defRPr/>
            </a:pPr>
            <a:r>
              <a:rPr kumimoji="0" lang="en-US" sz="1440" b="0" i="0" u="none" strike="noStrike" kern="1200" cap="none" spc="0" normalizeH="0" baseline="0" noProof="0">
                <a:ln>
                  <a:noFill/>
                </a:ln>
                <a:solidFill>
                  <a:srgbClr val="FFFFFF"/>
                </a:solidFill>
                <a:effectLst/>
                <a:uLnTx/>
                <a:uFillTx/>
                <a:latin typeface="Arial"/>
                <a:ea typeface="+mn-ea"/>
                <a:cs typeface="+mn-cs"/>
              </a:rPr>
              <a:t>Shilpa Saraf (Bangalore)</a:t>
            </a:r>
          </a:p>
        </p:txBody>
      </p:sp>
      <p:sp>
        <p:nvSpPr>
          <p:cNvPr id="39" name="TextBox 38">
            <a:extLst>
              <a:ext uri="{FF2B5EF4-FFF2-40B4-BE49-F238E27FC236}">
                <a16:creationId xmlns:a16="http://schemas.microsoft.com/office/drawing/2014/main" id="{2AAB4CBD-7494-E45C-ADF0-46FC5E726BBB}"/>
              </a:ext>
            </a:extLst>
          </p:cNvPr>
          <p:cNvSpPr txBox="1"/>
          <p:nvPr/>
        </p:nvSpPr>
        <p:spPr>
          <a:xfrm>
            <a:off x="658869" y="6260556"/>
            <a:ext cx="6084736" cy="32918"/>
          </a:xfrm>
          <a:prstGeom prst="rect">
            <a:avLst/>
          </a:prstGeom>
          <a:solidFill>
            <a:schemeClr val="accent1"/>
          </a:solidFill>
        </p:spPr>
        <p:txBody>
          <a:bodyPr wrap="square" lIns="109728" tIns="54864" rIns="54864" bIns="54864" rtlCol="0" anchor="t">
            <a:noAutofit/>
          </a:bodyPr>
          <a:lstStyle/>
          <a:p>
            <a:pPr marL="205740" marR="0" lvl="0" indent="-205740" algn="l" defTabSz="1463040" rtl="0" eaLnBrk="1" fontAlgn="auto" latinLnBrk="0" hangingPunct="1">
              <a:lnSpc>
                <a:spcPct val="100000"/>
              </a:lnSpc>
              <a:spcBef>
                <a:spcPts val="0"/>
              </a:spcBef>
              <a:spcAft>
                <a:spcPts val="360"/>
              </a:spcAft>
              <a:buClrTx/>
              <a:buSzTx/>
              <a:buFont typeface="Arial" panose="020B0604020202020204" pitchFamily="34" charset="0"/>
              <a:buChar char="•"/>
              <a:tabLst/>
              <a:defRPr/>
            </a:pPr>
            <a:endParaRPr kumimoji="0" lang="en-US" sz="1440" b="0" i="0" u="none" strike="noStrike" kern="1200" cap="none" spc="0" normalizeH="0" baseline="0" noProof="0">
              <a:ln>
                <a:noFill/>
              </a:ln>
              <a:solidFill>
                <a:srgbClr val="000000"/>
              </a:solidFill>
              <a:effectLst/>
              <a:uLnTx/>
              <a:uFillTx/>
              <a:latin typeface="Arial"/>
              <a:ea typeface="+mn-ea"/>
              <a:cs typeface="+mn-cs"/>
            </a:endParaRPr>
          </a:p>
        </p:txBody>
      </p:sp>
      <p:sp>
        <p:nvSpPr>
          <p:cNvPr id="45" name="Oval 44">
            <a:extLst>
              <a:ext uri="{FF2B5EF4-FFF2-40B4-BE49-F238E27FC236}">
                <a16:creationId xmlns:a16="http://schemas.microsoft.com/office/drawing/2014/main" id="{0BF1085A-04D0-0874-23B6-68B579DB93E8}"/>
              </a:ext>
            </a:extLst>
          </p:cNvPr>
          <p:cNvSpPr/>
          <p:nvPr/>
        </p:nvSpPr>
        <p:spPr>
          <a:xfrm>
            <a:off x="658874" y="4227508"/>
            <a:ext cx="821156" cy="821156"/>
          </a:xfrm>
          <a:prstGeom prst="ellipse">
            <a:avLst/>
          </a:prstGeom>
          <a:solidFill>
            <a:schemeClr val="bg1"/>
          </a:solidFill>
          <a:ln w="19050">
            <a:gradFill flip="none" rotWithShape="1">
              <a:gsLst>
                <a:gs pos="0">
                  <a:schemeClr val="accent1"/>
                </a:gs>
                <a:gs pos="100000">
                  <a:schemeClr val="accent1">
                    <a:lumMod val="50000"/>
                  </a:schemeClr>
                </a:gs>
              </a:gsLst>
              <a:lin ang="8100000" scaled="1"/>
              <a:tileRect/>
            </a:gradFill>
          </a:ln>
        </p:spPr>
        <p:style>
          <a:lnRef idx="0">
            <a:schemeClr val="accent1"/>
          </a:lnRef>
          <a:fillRef idx="1">
            <a:schemeClr val="accent1"/>
          </a:fillRef>
          <a:effectRef idx="0">
            <a:schemeClr val="accent1"/>
          </a:effectRef>
          <a:fontRef idx="minor">
            <a:schemeClr val="lt1"/>
          </a:fontRef>
        </p:style>
        <p:txBody>
          <a:bodyPr rtlCol="0" anchor="ctr"/>
          <a:lstStyle/>
          <a:p>
            <a:pPr marL="0" marR="0" lvl="0" indent="0" algn="ctr" defTabSz="1463040" rtl="0" eaLnBrk="1" fontAlgn="auto" latinLnBrk="0" hangingPunct="1">
              <a:lnSpc>
                <a:spcPct val="100000"/>
              </a:lnSpc>
              <a:spcBef>
                <a:spcPts val="0"/>
              </a:spcBef>
              <a:spcAft>
                <a:spcPts val="0"/>
              </a:spcAft>
              <a:buClrTx/>
              <a:buSzTx/>
              <a:buFontTx/>
              <a:buNone/>
              <a:tabLst/>
              <a:defRPr/>
            </a:pPr>
            <a:endParaRPr kumimoji="0" lang="en-US" sz="3456" b="0" i="0" u="none" strike="noStrike" kern="1200" cap="none" spc="0" normalizeH="0" baseline="0" noProof="0">
              <a:ln>
                <a:noFill/>
              </a:ln>
              <a:solidFill>
                <a:srgbClr val="FFFFFF"/>
              </a:solidFill>
              <a:effectLst/>
              <a:uLnTx/>
              <a:uFillTx/>
              <a:latin typeface="Arial"/>
              <a:ea typeface="+mn-ea"/>
              <a:cs typeface="+mn-cs"/>
            </a:endParaRPr>
          </a:p>
        </p:txBody>
      </p:sp>
      <p:sp>
        <p:nvSpPr>
          <p:cNvPr id="48" name="Rectangle 47">
            <a:extLst>
              <a:ext uri="{FF2B5EF4-FFF2-40B4-BE49-F238E27FC236}">
                <a16:creationId xmlns:a16="http://schemas.microsoft.com/office/drawing/2014/main" id="{AABAEF97-2E9B-3C6E-1960-6F09647F08F0}"/>
              </a:ext>
            </a:extLst>
          </p:cNvPr>
          <p:cNvSpPr/>
          <p:nvPr/>
        </p:nvSpPr>
        <p:spPr>
          <a:xfrm>
            <a:off x="-1" y="6379567"/>
            <a:ext cx="14630400" cy="821156"/>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0" scaled="1"/>
            <a:tileRect/>
          </a:gradFill>
          <a:ln>
            <a:noFill/>
          </a:ln>
        </p:spPr>
        <p:style>
          <a:lnRef idx="0">
            <a:schemeClr val="accent1"/>
          </a:lnRef>
          <a:fillRef idx="1">
            <a:schemeClr val="accent1"/>
          </a:fillRef>
          <a:effectRef idx="0">
            <a:schemeClr val="accent1"/>
          </a:effectRef>
          <a:fontRef idx="minor">
            <a:schemeClr val="lt1"/>
          </a:fontRef>
        </p:style>
        <p:txBody>
          <a:bodyPr lIns="0" tIns="0" rIns="0" bIns="0" rtlCol="0" anchor="ctr"/>
          <a:lstStyle/>
          <a:p>
            <a:pPr marL="0" marR="0" lvl="0" indent="0" algn="ctr" defTabSz="1463040" rtl="0" eaLnBrk="1" fontAlgn="auto" latinLnBrk="0" hangingPunct="1">
              <a:lnSpc>
                <a:spcPct val="100000"/>
              </a:lnSpc>
              <a:spcBef>
                <a:spcPts val="0"/>
              </a:spcBef>
              <a:spcAft>
                <a:spcPts val="0"/>
              </a:spcAft>
              <a:buClrTx/>
              <a:buSzTx/>
              <a:buFontTx/>
              <a:buNone/>
              <a:tabLst/>
              <a:defRPr/>
            </a:pPr>
            <a:r>
              <a:rPr kumimoji="0" lang="en-GB" sz="2400" b="1" i="0" u="none" strike="noStrike" kern="1200" cap="none" spc="0" normalizeH="0" baseline="0" noProof="0">
                <a:ln>
                  <a:noFill/>
                </a:ln>
                <a:solidFill>
                  <a:srgbClr val="FFFFFF"/>
                </a:solidFill>
                <a:effectLst/>
                <a:uLnTx/>
                <a:uFillTx/>
                <a:latin typeface="Arial"/>
                <a:ea typeface="+mn-ea"/>
                <a:cs typeface="+mn-cs"/>
              </a:rPr>
              <a:t>GLOBAL CAPABILITY, RIGHT SOURCING, RIGHT SKILLSET , RIGHT PLACE</a:t>
            </a:r>
          </a:p>
        </p:txBody>
      </p:sp>
      <p:pic>
        <p:nvPicPr>
          <p:cNvPr id="4102" name="Picture 6" descr="Architect - Free architecture and city icons">
            <a:extLst>
              <a:ext uri="{FF2B5EF4-FFF2-40B4-BE49-F238E27FC236}">
                <a16:creationId xmlns:a16="http://schemas.microsoft.com/office/drawing/2014/main" id="{B1441678-6EDD-D723-C548-FDD63B32D1C7}"/>
              </a:ext>
            </a:extLst>
          </p:cNvPr>
          <p:cNvPicPr>
            <a:picLocks noChangeAspect="1" noChangeArrowheads="1"/>
          </p:cNvPicPr>
          <p:nvPr/>
        </p:nvPicPr>
        <p:blipFill>
          <a:blip r:embed="rId3">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4147" y="4332780"/>
            <a:ext cx="610608" cy="610608"/>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04A75380-F06C-F2E8-4C9A-C1D2E7F87A39}"/>
              </a:ext>
            </a:extLst>
          </p:cNvPr>
          <p:cNvSpPr txBox="1"/>
          <p:nvPr/>
        </p:nvSpPr>
        <p:spPr>
          <a:xfrm>
            <a:off x="7859864" y="4595992"/>
            <a:ext cx="6084736" cy="1533180"/>
          </a:xfrm>
          <a:prstGeom prst="rect">
            <a:avLst/>
          </a:prstGeom>
          <a:solidFill>
            <a:schemeClr val="bg1">
              <a:lumMod val="95000"/>
            </a:schemeClr>
          </a:solidFill>
        </p:spPr>
        <p:txBody>
          <a:bodyPr wrap="square" lIns="109728" tIns="460858" rIns="54864" bIns="54864" rtlCol="0" anchor="t">
            <a:noAutofit/>
          </a:bodyPr>
          <a:lstStyle/>
          <a:p>
            <a:pPr marL="205740" indent="-205740">
              <a:spcAft>
                <a:spcPts val="360"/>
              </a:spcAft>
              <a:buFont typeface="Arial" panose="020B0604020202020204" pitchFamily="34" charset="0"/>
              <a:buChar char="•"/>
              <a:defRPr/>
            </a:pPr>
            <a:r>
              <a:rPr lang="en-US" sz="1200">
                <a:solidFill>
                  <a:srgbClr val="000000"/>
                </a:solidFill>
                <a:latin typeface="Arial"/>
              </a:rPr>
              <a:t>11.5+</a:t>
            </a:r>
            <a:r>
              <a:rPr kumimoji="0" lang="en-US" sz="1200" b="0" i="0" u="none" strike="noStrike" kern="1200" cap="none" spc="0" normalizeH="0" baseline="0" noProof="0">
                <a:ln>
                  <a:noFill/>
                </a:ln>
                <a:solidFill>
                  <a:srgbClr val="000000"/>
                </a:solidFill>
                <a:effectLst/>
                <a:uLnTx/>
                <a:uFillTx/>
                <a:latin typeface="Arial"/>
                <a:ea typeface="+mn-ea"/>
                <a:cs typeface="+mn-cs"/>
              </a:rPr>
              <a:t> years of experience </a:t>
            </a:r>
            <a:r>
              <a:rPr lang="en-US" sz="1200">
                <a:solidFill>
                  <a:srgbClr val="000000"/>
                </a:solidFill>
                <a:latin typeface="Arial"/>
              </a:rPr>
              <a:t>in Trade Finance domain with 8 years as a Business Analyst and remaining as UAT test analyst.</a:t>
            </a:r>
            <a:endParaRPr lang="en-US" sz="1200">
              <a:solidFill>
                <a:srgbClr val="000000"/>
              </a:solidFill>
              <a:latin typeface="Arial"/>
              <a:cs typeface="Arial"/>
            </a:endParaRPr>
          </a:p>
          <a:p>
            <a:pPr marL="205740" indent="-205740">
              <a:spcAft>
                <a:spcPts val="360"/>
              </a:spcAft>
              <a:buFont typeface="Arial" panose="020B0604020202020204" pitchFamily="34" charset="0"/>
              <a:buChar char="•"/>
              <a:defRPr/>
            </a:pPr>
            <a:r>
              <a:rPr lang="en-US" sz="1200">
                <a:solidFill>
                  <a:srgbClr val="000000"/>
                </a:solidFill>
                <a:ea typeface="+mn-lt"/>
                <a:cs typeface="+mn-lt"/>
              </a:rPr>
              <a:t>Experienced in banking application like Finastra's TI and FCC,  CITI TRIMS</a:t>
            </a:r>
          </a:p>
          <a:p>
            <a:pPr marL="205740" indent="-205740">
              <a:spcAft>
                <a:spcPts val="360"/>
              </a:spcAft>
              <a:buFont typeface="Arial" panose="020B0604020202020204" pitchFamily="34" charset="0"/>
              <a:buChar char="•"/>
              <a:defRPr/>
            </a:pPr>
            <a:r>
              <a:rPr lang="en-US" sz="1200">
                <a:solidFill>
                  <a:srgbClr val="000000"/>
                </a:solidFill>
                <a:ea typeface="+mn-lt"/>
                <a:cs typeface="+mn-lt"/>
              </a:rPr>
              <a:t>Clients</a:t>
            </a:r>
            <a:r>
              <a:rPr lang="en-US" sz="1200">
                <a:solidFill>
                  <a:srgbClr val="000000"/>
                </a:solidFill>
                <a:latin typeface="Arial"/>
                <a:cs typeface="Arial"/>
              </a:rPr>
              <a:t> previously worked with CBA, Citibank, Barclays</a:t>
            </a:r>
            <a:endParaRPr lang="en-US"/>
          </a:p>
        </p:txBody>
      </p:sp>
      <p:sp>
        <p:nvSpPr>
          <p:cNvPr id="25" name="TextBox 24">
            <a:extLst>
              <a:ext uri="{FF2B5EF4-FFF2-40B4-BE49-F238E27FC236}">
                <a16:creationId xmlns:a16="http://schemas.microsoft.com/office/drawing/2014/main" id="{7DF2EB00-8D92-5BCA-CCB8-525200C90595}"/>
              </a:ext>
            </a:extLst>
          </p:cNvPr>
          <p:cNvSpPr txBox="1"/>
          <p:nvPr/>
        </p:nvSpPr>
        <p:spPr>
          <a:xfrm>
            <a:off x="8375716" y="4316897"/>
            <a:ext cx="5674157" cy="702638"/>
          </a:xfrm>
          <a:prstGeom prst="round1Rect">
            <a:avLst>
              <a:gd name="adj" fmla="val 49973"/>
            </a:avLst>
          </a:prstGeom>
          <a:solidFill>
            <a:schemeClr val="accent1"/>
          </a:solidFill>
        </p:spPr>
        <p:txBody>
          <a:bodyPr wrap="square" lIns="493776" tIns="0" rIns="0" bIns="0" rtlCol="0" anchor="ctr">
            <a:noAutofit/>
          </a:bodyPr>
          <a:lstStyle/>
          <a:p>
            <a:pPr>
              <a:spcAft>
                <a:spcPts val="360"/>
              </a:spcAft>
              <a:defRPr/>
            </a:pPr>
            <a:r>
              <a:rPr lang="en-US" sz="1600" b="1">
                <a:solidFill>
                  <a:srgbClr val="FFFFFF"/>
                </a:solidFill>
                <a:latin typeface="Arial"/>
              </a:rPr>
              <a:t>DXC Senior</a:t>
            </a:r>
            <a:r>
              <a:rPr kumimoji="0" lang="en-US" sz="1600" b="1" i="0" u="none" strike="noStrike" kern="1200" cap="none" spc="0" normalizeH="0" baseline="0" noProof="0">
                <a:ln>
                  <a:noFill/>
                </a:ln>
                <a:solidFill>
                  <a:srgbClr val="FFFFFF"/>
                </a:solidFill>
                <a:effectLst/>
                <a:uLnTx/>
                <a:uFillTx/>
                <a:latin typeface="Arial"/>
                <a:ea typeface="+mn-ea"/>
                <a:cs typeface="+mn-cs"/>
              </a:rPr>
              <a:t> Business Consultant</a:t>
            </a:r>
            <a:endParaRPr kumimoji="0" lang="en-US" sz="1650" b="1" i="0" u="none" strike="noStrike" kern="1200" cap="none" spc="0" normalizeH="0" baseline="0" noProof="0">
              <a:ln>
                <a:noFill/>
              </a:ln>
              <a:solidFill>
                <a:srgbClr val="FFFFFF"/>
              </a:solidFill>
              <a:effectLst/>
              <a:uLnTx/>
              <a:uFillTx/>
              <a:latin typeface="Arial"/>
              <a:ea typeface="+mn-ea"/>
              <a:cs typeface="+mn-cs"/>
            </a:endParaRPr>
          </a:p>
          <a:p>
            <a:pPr>
              <a:spcAft>
                <a:spcPts val="360"/>
              </a:spcAft>
              <a:defRPr/>
            </a:pPr>
            <a:r>
              <a:rPr lang="en-US" sz="1400">
                <a:solidFill>
                  <a:srgbClr val="FFFFFF"/>
                </a:solidFill>
                <a:latin typeface="Arial"/>
              </a:rPr>
              <a:t>Meenal Gupta</a:t>
            </a:r>
            <a:r>
              <a:rPr kumimoji="0" lang="en-US" sz="1400" b="0" i="0" u="none" strike="noStrike" kern="1200" cap="none" spc="0" normalizeH="0" baseline="0" noProof="0">
                <a:ln>
                  <a:noFill/>
                </a:ln>
                <a:solidFill>
                  <a:srgbClr val="FFFFFF"/>
                </a:solidFill>
                <a:effectLst/>
                <a:uLnTx/>
                <a:uFillTx/>
                <a:latin typeface="Arial"/>
                <a:ea typeface="+mn-ea"/>
                <a:cs typeface="+mn-cs"/>
              </a:rPr>
              <a:t> (</a:t>
            </a:r>
            <a:r>
              <a:rPr lang="en-US" sz="1400">
                <a:solidFill>
                  <a:srgbClr val="FFFFFF"/>
                </a:solidFill>
                <a:latin typeface="Arial"/>
              </a:rPr>
              <a:t>Bangalore</a:t>
            </a:r>
            <a:r>
              <a:rPr kumimoji="0" lang="en-US" sz="1400" b="0" i="0" u="none" strike="noStrike" kern="1200" cap="none" spc="0" normalizeH="0" baseline="0" noProof="0">
                <a:ln>
                  <a:noFill/>
                </a:ln>
                <a:solidFill>
                  <a:srgbClr val="FFFFFF"/>
                </a:solidFill>
                <a:effectLst/>
                <a:uLnTx/>
                <a:uFillTx/>
                <a:latin typeface="Arial"/>
                <a:ea typeface="+mn-ea"/>
                <a:cs typeface="+mn-cs"/>
              </a:rPr>
              <a:t>)</a:t>
            </a:r>
            <a:endParaRPr lang="en-US" sz="1400" b="0" i="0" u="none" strike="noStrike" kern="1200" cap="none" spc="0" normalizeH="0" baseline="0" noProof="0">
              <a:ln>
                <a:noFill/>
              </a:ln>
              <a:solidFill>
                <a:srgbClr val="FFFFFF"/>
              </a:solidFill>
              <a:effectLst/>
              <a:uLnTx/>
              <a:uFillTx/>
              <a:latin typeface="Arial"/>
              <a:cs typeface="Arial"/>
            </a:endParaRPr>
          </a:p>
        </p:txBody>
      </p:sp>
      <p:sp>
        <p:nvSpPr>
          <p:cNvPr id="27" name="TextBox 26">
            <a:extLst>
              <a:ext uri="{FF2B5EF4-FFF2-40B4-BE49-F238E27FC236}">
                <a16:creationId xmlns:a16="http://schemas.microsoft.com/office/drawing/2014/main" id="{1E26736B-13E6-EC5F-18B6-8E5BB6A16687}"/>
              </a:ext>
            </a:extLst>
          </p:cNvPr>
          <p:cNvSpPr txBox="1"/>
          <p:nvPr/>
        </p:nvSpPr>
        <p:spPr>
          <a:xfrm>
            <a:off x="7859864" y="6129172"/>
            <a:ext cx="6084736" cy="32918"/>
          </a:xfrm>
          <a:prstGeom prst="rect">
            <a:avLst/>
          </a:prstGeom>
          <a:solidFill>
            <a:schemeClr val="accent1"/>
          </a:solidFill>
        </p:spPr>
        <p:txBody>
          <a:bodyPr wrap="square" lIns="109728" tIns="54864" rIns="54864" bIns="54864" rtlCol="0" anchor="t">
            <a:noAutofit/>
          </a:bodyPr>
          <a:lstStyle/>
          <a:p>
            <a:pPr marL="205740" marR="0" lvl="0" indent="-205740" algn="l" defTabSz="1463040" rtl="0" eaLnBrk="1" fontAlgn="auto" latinLnBrk="0" hangingPunct="1">
              <a:lnSpc>
                <a:spcPct val="100000"/>
              </a:lnSpc>
              <a:spcBef>
                <a:spcPts val="0"/>
              </a:spcBef>
              <a:spcAft>
                <a:spcPts val="360"/>
              </a:spcAft>
              <a:buClrTx/>
              <a:buSzTx/>
              <a:buFont typeface="Arial" panose="020B0604020202020204" pitchFamily="34" charset="0"/>
              <a:buChar char="•"/>
              <a:tabLst/>
              <a:defRPr/>
            </a:pPr>
            <a:endParaRPr kumimoji="0" lang="en-US" sz="1440" b="0" i="0" u="none" strike="noStrike" kern="1200" cap="none" spc="0" normalizeH="0" baseline="0" noProof="0">
              <a:ln>
                <a:noFill/>
              </a:ln>
              <a:solidFill>
                <a:srgbClr val="000000"/>
              </a:solidFill>
              <a:effectLst/>
              <a:uLnTx/>
              <a:uFillTx/>
              <a:latin typeface="Arial"/>
              <a:ea typeface="+mn-ea"/>
              <a:cs typeface="+mn-cs"/>
            </a:endParaRPr>
          </a:p>
        </p:txBody>
      </p:sp>
      <p:sp>
        <p:nvSpPr>
          <p:cNvPr id="44" name="Oval 43">
            <a:extLst>
              <a:ext uri="{FF2B5EF4-FFF2-40B4-BE49-F238E27FC236}">
                <a16:creationId xmlns:a16="http://schemas.microsoft.com/office/drawing/2014/main" id="{E68610FB-1D80-A00F-8669-B255187385D4}"/>
              </a:ext>
            </a:extLst>
          </p:cNvPr>
          <p:cNvSpPr/>
          <p:nvPr/>
        </p:nvSpPr>
        <p:spPr>
          <a:xfrm>
            <a:off x="7696632" y="4241726"/>
            <a:ext cx="821156" cy="821156"/>
          </a:xfrm>
          <a:prstGeom prst="ellipse">
            <a:avLst/>
          </a:prstGeom>
          <a:solidFill>
            <a:schemeClr val="bg1"/>
          </a:solidFill>
          <a:ln w="19050">
            <a:gradFill flip="none" rotWithShape="1">
              <a:gsLst>
                <a:gs pos="0">
                  <a:schemeClr val="accent1"/>
                </a:gs>
                <a:gs pos="100000">
                  <a:schemeClr val="accent1">
                    <a:lumMod val="50000"/>
                  </a:schemeClr>
                </a:gs>
              </a:gsLst>
              <a:lin ang="8100000" scaled="1"/>
              <a:tileRect/>
            </a:gradFill>
          </a:ln>
        </p:spPr>
        <p:style>
          <a:lnRef idx="0">
            <a:schemeClr val="accent1"/>
          </a:lnRef>
          <a:fillRef idx="1">
            <a:schemeClr val="accent1"/>
          </a:fillRef>
          <a:effectRef idx="0">
            <a:schemeClr val="accent1"/>
          </a:effectRef>
          <a:fontRef idx="minor">
            <a:schemeClr val="lt1"/>
          </a:fontRef>
        </p:style>
        <p:txBody>
          <a:bodyPr rtlCol="0" anchor="ctr"/>
          <a:lstStyle/>
          <a:p>
            <a:pPr marL="0" marR="0" lvl="0" indent="0" algn="ctr" defTabSz="1463040" rtl="0" eaLnBrk="1" fontAlgn="auto" latinLnBrk="0" hangingPunct="1">
              <a:lnSpc>
                <a:spcPct val="100000"/>
              </a:lnSpc>
              <a:spcBef>
                <a:spcPts val="0"/>
              </a:spcBef>
              <a:spcAft>
                <a:spcPts val="0"/>
              </a:spcAft>
              <a:buClrTx/>
              <a:buSzTx/>
              <a:buFontTx/>
              <a:buNone/>
              <a:tabLst/>
              <a:defRPr/>
            </a:pPr>
            <a:endParaRPr kumimoji="0" lang="en-US" sz="3456" b="0" i="0" u="none" strike="noStrike" kern="1200" cap="none" spc="0" normalizeH="0" baseline="0" noProof="0">
              <a:ln>
                <a:noFill/>
              </a:ln>
              <a:solidFill>
                <a:srgbClr val="FFFFFF"/>
              </a:solidFill>
              <a:effectLst/>
              <a:uLnTx/>
              <a:uFillTx/>
              <a:latin typeface="Arial"/>
              <a:ea typeface="+mn-ea"/>
              <a:cs typeface="+mn-cs"/>
            </a:endParaRPr>
          </a:p>
        </p:txBody>
      </p:sp>
      <p:pic>
        <p:nvPicPr>
          <p:cNvPr id="4104" name="Picture 8" descr="Software development Icons &amp; Symbols">
            <a:extLst>
              <a:ext uri="{FF2B5EF4-FFF2-40B4-BE49-F238E27FC236}">
                <a16:creationId xmlns:a16="http://schemas.microsoft.com/office/drawing/2014/main" id="{6BC05017-958D-0FBC-FFBE-16A1C63DDD9C}"/>
              </a:ext>
            </a:extLst>
          </p:cNvPr>
          <p:cNvPicPr>
            <a:picLocks noChangeAspect="1" noChangeArrowheads="1"/>
          </p:cNvPicPr>
          <p:nvPr/>
        </p:nvPicPr>
        <p:blipFill>
          <a:blip r:embed="rId4">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801906" y="4368386"/>
            <a:ext cx="610608" cy="61060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505005BC-1958-8D97-2FE1-190696BE27FB}"/>
              </a:ext>
            </a:extLst>
          </p:cNvPr>
          <p:cNvSpPr txBox="1"/>
          <p:nvPr/>
        </p:nvSpPr>
        <p:spPr>
          <a:xfrm>
            <a:off x="704722" y="2392291"/>
            <a:ext cx="6084736" cy="1533181"/>
          </a:xfrm>
          <a:prstGeom prst="rect">
            <a:avLst/>
          </a:prstGeom>
          <a:solidFill>
            <a:schemeClr val="bg1">
              <a:lumMod val="95000"/>
            </a:schemeClr>
          </a:solidFill>
        </p:spPr>
        <p:txBody>
          <a:bodyPr wrap="square" lIns="109728" tIns="460858" rIns="54864" bIns="54864" rtlCol="0" anchor="t">
            <a:noAutofit/>
          </a:bodyPr>
          <a:lstStyle/>
          <a:p>
            <a:pPr>
              <a:buFont typeface="Arial" panose="020B0604020202020204" pitchFamily="34" charset="0"/>
              <a:buChar char="•"/>
              <a:defRPr/>
            </a:pPr>
            <a:r>
              <a:rPr lang="en-US" sz="1200">
                <a:solidFill>
                  <a:srgbClr val="000000"/>
                </a:solidFill>
                <a:ea typeface="+mn-lt"/>
                <a:cs typeface="+mn-lt"/>
              </a:rPr>
              <a:t>16+ years of experience as Senior Test Analyst in Trade Finance and Insurance Domains.</a:t>
            </a:r>
            <a:endParaRPr lang="en-US">
              <a:ea typeface="+mn-lt"/>
              <a:cs typeface="+mn-lt"/>
            </a:endParaRPr>
          </a:p>
          <a:p>
            <a:pPr>
              <a:buFont typeface="Arial" panose="020B0604020202020204" pitchFamily="34" charset="0"/>
              <a:buChar char="•"/>
              <a:defRPr/>
            </a:pPr>
            <a:r>
              <a:rPr lang="en-US" sz="1200">
                <a:solidFill>
                  <a:srgbClr val="000000"/>
                </a:solidFill>
                <a:ea typeface="+mn-lt"/>
                <a:cs typeface="+mn-lt"/>
              </a:rPr>
              <a:t>Experienced in banking application like Finastra's TI and FCC,  CITI TRIMS, </a:t>
            </a:r>
            <a:r>
              <a:rPr lang="en-US" sz="1200" err="1">
                <a:solidFill>
                  <a:srgbClr val="000000"/>
                </a:solidFill>
                <a:ea typeface="+mn-lt"/>
                <a:cs typeface="+mn-lt"/>
              </a:rPr>
              <a:t>Commbiz</a:t>
            </a:r>
            <a:endParaRPr lang="en-IN" err="1"/>
          </a:p>
          <a:p>
            <a:pPr>
              <a:buFont typeface="Arial" panose="020B0604020202020204" pitchFamily="34" charset="0"/>
              <a:buChar char="•"/>
              <a:defRPr/>
            </a:pPr>
            <a:r>
              <a:rPr lang="en-US" sz="1200">
                <a:solidFill>
                  <a:srgbClr val="000000"/>
                </a:solidFill>
                <a:ea typeface="+mn-lt"/>
                <a:cs typeface="+mn-lt"/>
              </a:rPr>
              <a:t>Clients previously worked with CBA, HDFC, SBI</a:t>
            </a:r>
            <a:endParaRPr lang="en-US"/>
          </a:p>
        </p:txBody>
      </p:sp>
      <p:sp>
        <p:nvSpPr>
          <p:cNvPr id="4" name="TextBox 3">
            <a:extLst>
              <a:ext uri="{FF2B5EF4-FFF2-40B4-BE49-F238E27FC236}">
                <a16:creationId xmlns:a16="http://schemas.microsoft.com/office/drawing/2014/main" id="{A0DB906A-09C0-F614-6A2E-D980591A1D66}"/>
              </a:ext>
            </a:extLst>
          </p:cNvPr>
          <p:cNvSpPr txBox="1"/>
          <p:nvPr/>
        </p:nvSpPr>
        <p:spPr>
          <a:xfrm>
            <a:off x="1096376" y="2034062"/>
            <a:ext cx="5674158" cy="702638"/>
          </a:xfrm>
          <a:prstGeom prst="round1Rect">
            <a:avLst>
              <a:gd name="adj" fmla="val 49973"/>
            </a:avLst>
          </a:prstGeom>
          <a:solidFill>
            <a:schemeClr val="accent1"/>
          </a:solidFill>
        </p:spPr>
        <p:txBody>
          <a:bodyPr wrap="square" lIns="493776" tIns="0" rIns="0" bIns="0" rtlCol="0" anchor="ctr">
            <a:noAutofit/>
          </a:bodyPr>
          <a:lstStyle/>
          <a:p>
            <a:pPr>
              <a:spcAft>
                <a:spcPts val="360"/>
              </a:spcAft>
              <a:defRPr/>
            </a:pPr>
            <a:r>
              <a:rPr kumimoji="0" lang="en-US" sz="1650" b="1" i="0" u="none" strike="noStrike" kern="1200" cap="none" spc="0" normalizeH="0" baseline="0" noProof="0">
                <a:ln>
                  <a:noFill/>
                </a:ln>
                <a:solidFill>
                  <a:srgbClr val="FFFFFF"/>
                </a:solidFill>
                <a:effectLst/>
                <a:uLnTx/>
                <a:uFillTx/>
                <a:latin typeface="Arial"/>
                <a:ea typeface="+mn-ea"/>
                <a:cs typeface="+mn-cs"/>
              </a:rPr>
              <a:t>DXC </a:t>
            </a:r>
            <a:r>
              <a:rPr lang="en-US" sz="1650" b="1">
                <a:solidFill>
                  <a:srgbClr val="FFFFFF"/>
                </a:solidFill>
                <a:latin typeface="Arial"/>
              </a:rPr>
              <a:t>Senior Test Analyst</a:t>
            </a:r>
            <a:endParaRPr kumimoji="0" lang="en-US" sz="1680" b="1" i="0" u="none" strike="noStrike" kern="1200" cap="none" spc="0" normalizeH="0" baseline="0" noProof="0">
              <a:ln>
                <a:noFill/>
              </a:ln>
              <a:solidFill>
                <a:srgbClr val="FFFFFF"/>
              </a:solidFill>
              <a:effectLst/>
              <a:uLnTx/>
              <a:uFillTx/>
              <a:latin typeface="Arial"/>
              <a:ea typeface="+mn-ea"/>
              <a:cs typeface="+mn-cs"/>
            </a:endParaRPr>
          </a:p>
          <a:p>
            <a:pPr>
              <a:spcAft>
                <a:spcPts val="360"/>
              </a:spcAft>
              <a:defRPr/>
            </a:pPr>
            <a:r>
              <a:rPr lang="en-US" sz="1650" b="1">
                <a:solidFill>
                  <a:srgbClr val="FFFFFF"/>
                </a:solidFill>
                <a:latin typeface="Arial"/>
              </a:rPr>
              <a:t>Prema </a:t>
            </a:r>
            <a:r>
              <a:rPr lang="en-US" sz="1650" b="1" err="1">
                <a:solidFill>
                  <a:srgbClr val="FFFFFF"/>
                </a:solidFill>
                <a:latin typeface="Arial"/>
              </a:rPr>
              <a:t>Muragesh</a:t>
            </a:r>
            <a:r>
              <a:rPr lang="en-US" sz="1650" b="1">
                <a:solidFill>
                  <a:srgbClr val="FFFFFF"/>
                </a:solidFill>
                <a:latin typeface="Arial"/>
              </a:rPr>
              <a:t> </a:t>
            </a:r>
            <a:r>
              <a:rPr lang="en-US" sz="1650" b="1">
                <a:solidFill>
                  <a:srgbClr val="FFFFFF"/>
                </a:solidFill>
                <a:ea typeface="+mn-lt"/>
                <a:cs typeface="+mn-lt"/>
              </a:rPr>
              <a:t>Ballolli</a:t>
            </a:r>
            <a:endParaRPr lang="en-US" sz="1650" b="1" i="0" u="none" strike="noStrike" kern="1200" cap="none" spc="0" normalizeH="0" baseline="0" noProof="0">
              <a:ln>
                <a:noFill/>
              </a:ln>
              <a:solidFill>
                <a:srgbClr val="FFFFFF"/>
              </a:solidFill>
              <a:effectLst/>
              <a:uLnTx/>
              <a:uFillTx/>
              <a:ea typeface="+mn-lt"/>
              <a:cs typeface="+mn-lt"/>
            </a:endParaRPr>
          </a:p>
        </p:txBody>
      </p:sp>
      <p:sp>
        <p:nvSpPr>
          <p:cNvPr id="6" name="TextBox 5">
            <a:extLst>
              <a:ext uri="{FF2B5EF4-FFF2-40B4-BE49-F238E27FC236}">
                <a16:creationId xmlns:a16="http://schemas.microsoft.com/office/drawing/2014/main" id="{2A92E252-685E-93BE-87C8-1429DB86FB06}"/>
              </a:ext>
            </a:extLst>
          </p:cNvPr>
          <p:cNvSpPr txBox="1"/>
          <p:nvPr/>
        </p:nvSpPr>
        <p:spPr>
          <a:xfrm>
            <a:off x="685799" y="3918562"/>
            <a:ext cx="6084736" cy="32918"/>
          </a:xfrm>
          <a:prstGeom prst="rect">
            <a:avLst/>
          </a:prstGeom>
          <a:solidFill>
            <a:schemeClr val="accent1"/>
          </a:solidFill>
        </p:spPr>
        <p:txBody>
          <a:bodyPr wrap="square" lIns="109728" tIns="54864" rIns="54864" bIns="54864" rtlCol="0" anchor="t">
            <a:noAutofit/>
          </a:bodyPr>
          <a:lstStyle/>
          <a:p>
            <a:pPr marL="205740" marR="0" lvl="0" indent="-205740" algn="l" defTabSz="1463040" rtl="0" eaLnBrk="1" fontAlgn="auto" latinLnBrk="0" hangingPunct="1">
              <a:lnSpc>
                <a:spcPct val="100000"/>
              </a:lnSpc>
              <a:spcBef>
                <a:spcPts val="0"/>
              </a:spcBef>
              <a:spcAft>
                <a:spcPts val="360"/>
              </a:spcAft>
              <a:buClrTx/>
              <a:buSzTx/>
              <a:buFont typeface="Arial" panose="020B0604020202020204" pitchFamily="34" charset="0"/>
              <a:buChar char="•"/>
              <a:tabLst/>
              <a:defRPr/>
            </a:pPr>
            <a:endParaRPr kumimoji="0" lang="en-US" sz="1440" b="0" i="0" u="none" strike="noStrike" kern="1200" cap="none" spc="0" normalizeH="0" baseline="0" noProof="0">
              <a:ln>
                <a:noFill/>
              </a:ln>
              <a:solidFill>
                <a:srgbClr val="000000"/>
              </a:solidFill>
              <a:effectLst/>
              <a:uLnTx/>
              <a:uFillTx/>
              <a:latin typeface="Arial"/>
              <a:ea typeface="+mn-ea"/>
              <a:cs typeface="+mn-cs"/>
            </a:endParaRPr>
          </a:p>
        </p:txBody>
      </p:sp>
      <p:sp>
        <p:nvSpPr>
          <p:cNvPr id="7" name="Oval 6">
            <a:extLst>
              <a:ext uri="{FF2B5EF4-FFF2-40B4-BE49-F238E27FC236}">
                <a16:creationId xmlns:a16="http://schemas.microsoft.com/office/drawing/2014/main" id="{5FD2FE00-FD1C-D597-B98A-9450D90B9626}"/>
              </a:ext>
            </a:extLst>
          </p:cNvPr>
          <p:cNvSpPr/>
          <p:nvPr/>
        </p:nvSpPr>
        <p:spPr>
          <a:xfrm>
            <a:off x="685799" y="1974803"/>
            <a:ext cx="821156" cy="821156"/>
          </a:xfrm>
          <a:prstGeom prst="ellipse">
            <a:avLst/>
          </a:prstGeom>
          <a:solidFill>
            <a:schemeClr val="bg1"/>
          </a:solidFill>
          <a:ln w="19050">
            <a:gradFill flip="none" rotWithShape="1">
              <a:gsLst>
                <a:gs pos="0">
                  <a:schemeClr val="accent1"/>
                </a:gs>
                <a:gs pos="100000">
                  <a:schemeClr val="accent1">
                    <a:lumMod val="50000"/>
                  </a:schemeClr>
                </a:gs>
              </a:gsLst>
              <a:lin ang="8100000" scaled="1"/>
              <a:tileRect/>
            </a:gradFill>
          </a:ln>
        </p:spPr>
        <p:style>
          <a:lnRef idx="0">
            <a:schemeClr val="accent1"/>
          </a:lnRef>
          <a:fillRef idx="1">
            <a:schemeClr val="accent1"/>
          </a:fillRef>
          <a:effectRef idx="0">
            <a:schemeClr val="accent1"/>
          </a:effectRef>
          <a:fontRef idx="minor">
            <a:schemeClr val="lt1"/>
          </a:fontRef>
        </p:style>
        <p:txBody>
          <a:bodyPr rtlCol="0" anchor="ctr"/>
          <a:lstStyle/>
          <a:p>
            <a:pPr marL="0" marR="0" lvl="0" indent="0" algn="ctr" defTabSz="1463040" rtl="0" eaLnBrk="1" fontAlgn="auto" latinLnBrk="0" hangingPunct="1">
              <a:lnSpc>
                <a:spcPct val="100000"/>
              </a:lnSpc>
              <a:spcBef>
                <a:spcPts val="0"/>
              </a:spcBef>
              <a:spcAft>
                <a:spcPts val="0"/>
              </a:spcAft>
              <a:buClrTx/>
              <a:buSzTx/>
              <a:buFontTx/>
              <a:buNone/>
              <a:tabLst/>
              <a:defRPr/>
            </a:pPr>
            <a:endParaRPr kumimoji="0" lang="en-US" sz="3456" b="0" i="0" u="none" strike="noStrike" kern="1200" cap="none" spc="0" normalizeH="0" baseline="0" noProof="0">
              <a:ln>
                <a:noFill/>
              </a:ln>
              <a:solidFill>
                <a:srgbClr val="FFFFFF"/>
              </a:solidFill>
              <a:effectLst/>
              <a:uLnTx/>
              <a:uFillTx/>
              <a:latin typeface="Arial"/>
              <a:ea typeface="+mn-ea"/>
              <a:cs typeface="+mn-cs"/>
            </a:endParaRPr>
          </a:p>
        </p:txBody>
      </p:sp>
      <p:pic>
        <p:nvPicPr>
          <p:cNvPr id="8" name="Picture 2" descr="Project manager - Free business icons">
            <a:extLst>
              <a:ext uri="{FF2B5EF4-FFF2-40B4-BE49-F238E27FC236}">
                <a16:creationId xmlns:a16="http://schemas.microsoft.com/office/drawing/2014/main" id="{6FAFDC4B-CA86-B8AD-9BB3-1E3717BB9240}"/>
              </a:ext>
            </a:extLst>
          </p:cNvPr>
          <p:cNvPicPr>
            <a:picLocks noChangeAspect="1" noChangeArrowheads="1"/>
          </p:cNvPicPr>
          <p:nvPr/>
        </p:nvPicPr>
        <p:blipFill>
          <a:blip r:embed="rId5">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91072" y="2080075"/>
            <a:ext cx="610608" cy="610608"/>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E7FE2BBB-66F1-E553-40C9-3E3002ECE4E6}"/>
              </a:ext>
            </a:extLst>
          </p:cNvPr>
          <p:cNvSpPr txBox="1"/>
          <p:nvPr/>
        </p:nvSpPr>
        <p:spPr>
          <a:xfrm>
            <a:off x="7859864" y="2346605"/>
            <a:ext cx="6084736" cy="1533181"/>
          </a:xfrm>
          <a:prstGeom prst="rect">
            <a:avLst/>
          </a:prstGeom>
          <a:solidFill>
            <a:schemeClr val="bg1">
              <a:lumMod val="95000"/>
            </a:schemeClr>
          </a:solidFill>
        </p:spPr>
        <p:txBody>
          <a:bodyPr wrap="square" lIns="109728" tIns="460858" rIns="54864" bIns="54864" rtlCol="0" anchor="t">
            <a:noAutofit/>
          </a:bodyPr>
          <a:lstStyle/>
          <a:p>
            <a:pPr marL="205740" indent="-205740">
              <a:spcAft>
                <a:spcPts val="360"/>
              </a:spcAft>
              <a:buFont typeface="Arial" panose="020B0604020202020204" pitchFamily="34" charset="0"/>
              <a:buChar char="•"/>
            </a:pPr>
            <a:endParaRPr lang="en-US" sz="1200">
              <a:latin typeface="+mj-lt"/>
            </a:endParaRPr>
          </a:p>
        </p:txBody>
      </p:sp>
      <p:sp>
        <p:nvSpPr>
          <p:cNvPr id="12" name="TextBox 11">
            <a:extLst>
              <a:ext uri="{FF2B5EF4-FFF2-40B4-BE49-F238E27FC236}">
                <a16:creationId xmlns:a16="http://schemas.microsoft.com/office/drawing/2014/main" id="{575B3877-CD72-73F8-6125-16BEC362DE71}"/>
              </a:ext>
            </a:extLst>
          </p:cNvPr>
          <p:cNvSpPr txBox="1"/>
          <p:nvPr/>
        </p:nvSpPr>
        <p:spPr>
          <a:xfrm>
            <a:off x="8270441" y="1995286"/>
            <a:ext cx="5674158" cy="702638"/>
          </a:xfrm>
          <a:prstGeom prst="round1Rect">
            <a:avLst>
              <a:gd name="adj" fmla="val 49973"/>
            </a:avLst>
          </a:prstGeom>
          <a:solidFill>
            <a:schemeClr val="accent1"/>
          </a:solidFill>
        </p:spPr>
        <p:txBody>
          <a:bodyPr wrap="square" lIns="493776" tIns="0" rIns="0" bIns="0" rtlCol="0" anchor="ctr">
            <a:noAutofit/>
          </a:bodyPr>
          <a:lstStyle/>
          <a:p>
            <a:pPr>
              <a:spcAft>
                <a:spcPts val="360"/>
              </a:spcAft>
            </a:pPr>
            <a:r>
              <a:rPr lang="en-US" sz="1680" b="1">
                <a:solidFill>
                  <a:schemeClr val="bg1"/>
                </a:solidFill>
                <a:latin typeface="+mj-lt"/>
              </a:rPr>
              <a:t>DXC Project Manager</a:t>
            </a:r>
          </a:p>
          <a:p>
            <a:pPr>
              <a:spcAft>
                <a:spcPts val="360"/>
              </a:spcAft>
            </a:pPr>
            <a:endParaRPr lang="en-US" sz="1440">
              <a:solidFill>
                <a:schemeClr val="bg1"/>
              </a:solidFill>
              <a:latin typeface="+mj-lt"/>
            </a:endParaRPr>
          </a:p>
        </p:txBody>
      </p:sp>
      <p:sp>
        <p:nvSpPr>
          <p:cNvPr id="13" name="TextBox 12">
            <a:extLst>
              <a:ext uri="{FF2B5EF4-FFF2-40B4-BE49-F238E27FC236}">
                <a16:creationId xmlns:a16="http://schemas.microsoft.com/office/drawing/2014/main" id="{D634BF8E-5C0A-8623-9FDD-774D15FBABF7}"/>
              </a:ext>
            </a:extLst>
          </p:cNvPr>
          <p:cNvSpPr txBox="1"/>
          <p:nvPr/>
        </p:nvSpPr>
        <p:spPr>
          <a:xfrm>
            <a:off x="7859864" y="3879786"/>
            <a:ext cx="6084736" cy="32918"/>
          </a:xfrm>
          <a:prstGeom prst="rect">
            <a:avLst/>
          </a:prstGeom>
          <a:solidFill>
            <a:schemeClr val="accent1"/>
          </a:solidFill>
        </p:spPr>
        <p:txBody>
          <a:bodyPr wrap="square" lIns="109728" tIns="54864" rIns="54864" bIns="54864" rtlCol="0" anchor="t">
            <a:noAutofit/>
          </a:bodyPr>
          <a:lstStyle/>
          <a:p>
            <a:pPr marL="205740" indent="-205740">
              <a:spcAft>
                <a:spcPts val="360"/>
              </a:spcAft>
              <a:buFont typeface="Arial" panose="020B0604020202020204" pitchFamily="34" charset="0"/>
              <a:buChar char="•"/>
            </a:pPr>
            <a:endParaRPr lang="en-US" sz="1440">
              <a:latin typeface="+mj-lt"/>
            </a:endParaRPr>
          </a:p>
        </p:txBody>
      </p:sp>
      <p:sp>
        <p:nvSpPr>
          <p:cNvPr id="14" name="Oval 13">
            <a:extLst>
              <a:ext uri="{FF2B5EF4-FFF2-40B4-BE49-F238E27FC236}">
                <a16:creationId xmlns:a16="http://schemas.microsoft.com/office/drawing/2014/main" id="{2889FDDA-A5A0-01EA-8655-FF3259AFA114}"/>
              </a:ext>
            </a:extLst>
          </p:cNvPr>
          <p:cNvSpPr/>
          <p:nvPr/>
        </p:nvSpPr>
        <p:spPr>
          <a:xfrm>
            <a:off x="7859864" y="1936027"/>
            <a:ext cx="821156" cy="821156"/>
          </a:xfrm>
          <a:prstGeom prst="ellipse">
            <a:avLst/>
          </a:prstGeom>
          <a:solidFill>
            <a:schemeClr val="bg1"/>
          </a:solidFill>
          <a:ln w="19050">
            <a:gradFill flip="none" rotWithShape="1">
              <a:gsLst>
                <a:gs pos="0">
                  <a:schemeClr val="accent1"/>
                </a:gs>
                <a:gs pos="100000">
                  <a:schemeClr val="accent1">
                    <a:lumMod val="50000"/>
                  </a:schemeClr>
                </a:gs>
              </a:gsLst>
              <a:lin ang="8100000" scaled="1"/>
              <a:tileRect/>
            </a:gradFill>
          </a:ln>
        </p:spPr>
        <p:style>
          <a:lnRef idx="0">
            <a:schemeClr val="accent1"/>
          </a:lnRef>
          <a:fillRef idx="1">
            <a:schemeClr val="accent1"/>
          </a:fillRef>
          <a:effectRef idx="0">
            <a:schemeClr val="accent1"/>
          </a:effectRef>
          <a:fontRef idx="minor">
            <a:schemeClr val="lt1"/>
          </a:fontRef>
        </p:style>
        <p:txBody>
          <a:bodyPr rtlCol="0" anchor="ctr"/>
          <a:lstStyle/>
          <a:p>
            <a:pPr algn="ctr"/>
            <a:endParaRPr lang="en-US" sz="3456"/>
          </a:p>
        </p:txBody>
      </p:sp>
      <p:pic>
        <p:nvPicPr>
          <p:cNvPr id="15" name="Picture 2" descr="Project manager - Free business icons">
            <a:extLst>
              <a:ext uri="{FF2B5EF4-FFF2-40B4-BE49-F238E27FC236}">
                <a16:creationId xmlns:a16="http://schemas.microsoft.com/office/drawing/2014/main" id="{C17D5FEB-A2F6-041B-1E6F-8CDDD1FDB7D5}"/>
              </a:ext>
            </a:extLst>
          </p:cNvPr>
          <p:cNvPicPr>
            <a:picLocks noChangeAspect="1" noChangeArrowheads="1"/>
          </p:cNvPicPr>
          <p:nvPr/>
        </p:nvPicPr>
        <p:blipFill>
          <a:blip r:embed="rId5">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965137" y="2041299"/>
            <a:ext cx="610608" cy="6106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65603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811F5-60BA-4621-8D4A-26360654B7E9}"/>
              </a:ext>
            </a:extLst>
          </p:cNvPr>
          <p:cNvSpPr>
            <a:spLocks noGrp="1"/>
          </p:cNvSpPr>
          <p:nvPr>
            <p:ph type="title"/>
          </p:nvPr>
        </p:nvSpPr>
        <p:spPr>
          <a:xfrm>
            <a:off x="685800" y="639764"/>
            <a:ext cx="13258800" cy="847616"/>
          </a:xfrm>
        </p:spPr>
        <p:txBody>
          <a:bodyPr>
            <a:noAutofit/>
          </a:bodyPr>
          <a:lstStyle/>
          <a:p>
            <a:r>
              <a:rPr lang="en-GB"/>
              <a:t>DXC Project Team: Key Resources</a:t>
            </a:r>
            <a:br>
              <a:rPr lang="en-GB"/>
            </a:br>
            <a:r>
              <a:rPr lang="en-US" sz="2880" b="0">
                <a:solidFill>
                  <a:schemeClr val="tx1"/>
                </a:solidFill>
              </a:rPr>
              <a:t>We have real experience, proven track record and a strong will to succeed</a:t>
            </a:r>
            <a:endParaRPr lang="en-GB" sz="2880" b="0">
              <a:solidFill>
                <a:schemeClr val="tx1"/>
              </a:solidFill>
            </a:endParaRPr>
          </a:p>
        </p:txBody>
      </p:sp>
      <p:sp>
        <p:nvSpPr>
          <p:cNvPr id="5" name="Text Placeholder 15">
            <a:extLst>
              <a:ext uri="{FF2B5EF4-FFF2-40B4-BE49-F238E27FC236}">
                <a16:creationId xmlns:a16="http://schemas.microsoft.com/office/drawing/2014/main" id="{BFFFDF68-0B09-1423-A44A-D13C8268530F}"/>
              </a:ext>
            </a:extLst>
          </p:cNvPr>
          <p:cNvSpPr txBox="1">
            <a:spLocks/>
          </p:cNvSpPr>
          <p:nvPr/>
        </p:nvSpPr>
        <p:spPr>
          <a:xfrm>
            <a:off x="685799" y="154386"/>
            <a:ext cx="5567850" cy="318823"/>
          </a:xfrm>
          <a:prstGeom prst="rect">
            <a:avLst/>
          </a:prstGeom>
        </p:spPr>
        <p:txBody>
          <a:bodyPr wrap="none" lIns="0" tIns="0" rIns="0" bIns="0" anchor="ctr"/>
          <a:lstStyle>
            <a:defPPr>
              <a:defRPr lang="en-US"/>
            </a:defPPr>
            <a:lvl1pPr marL="0" algn="l" defTabSz="1463040" rtl="0" eaLnBrk="1" latinLnBrk="0" hangingPunct="1">
              <a:defRPr sz="2880" kern="1200">
                <a:solidFill>
                  <a:schemeClr val="tx1"/>
                </a:solidFill>
                <a:latin typeface="+mn-lt"/>
                <a:ea typeface="+mn-ea"/>
                <a:cs typeface="+mn-cs"/>
              </a:defRPr>
            </a:lvl1pPr>
            <a:lvl2pPr marL="731520" algn="l" defTabSz="1463040" rtl="0" eaLnBrk="1" latinLnBrk="0" hangingPunct="1">
              <a:defRPr sz="2880" kern="1200">
                <a:solidFill>
                  <a:schemeClr val="tx1"/>
                </a:solidFill>
                <a:latin typeface="+mn-lt"/>
                <a:ea typeface="+mn-ea"/>
                <a:cs typeface="+mn-cs"/>
              </a:defRPr>
            </a:lvl2pPr>
            <a:lvl3pPr marL="1463040" algn="l" defTabSz="1463040" rtl="0" eaLnBrk="1" latinLnBrk="0" hangingPunct="1">
              <a:defRPr sz="2880" kern="1200">
                <a:solidFill>
                  <a:schemeClr val="tx1"/>
                </a:solidFill>
                <a:latin typeface="+mn-lt"/>
                <a:ea typeface="+mn-ea"/>
                <a:cs typeface="+mn-cs"/>
              </a:defRPr>
            </a:lvl3pPr>
            <a:lvl4pPr marL="2194560" algn="l" defTabSz="1463040" rtl="0" eaLnBrk="1" latinLnBrk="0" hangingPunct="1">
              <a:defRPr sz="2880" kern="1200">
                <a:solidFill>
                  <a:schemeClr val="tx1"/>
                </a:solidFill>
                <a:latin typeface="+mn-lt"/>
                <a:ea typeface="+mn-ea"/>
                <a:cs typeface="+mn-cs"/>
              </a:defRPr>
            </a:lvl4pPr>
            <a:lvl5pPr marL="2926080" algn="l" defTabSz="1463040" rtl="0" eaLnBrk="1" latinLnBrk="0" hangingPunct="1">
              <a:defRPr sz="2880" kern="1200">
                <a:solidFill>
                  <a:schemeClr val="tx1"/>
                </a:solidFill>
                <a:latin typeface="+mn-lt"/>
                <a:ea typeface="+mn-ea"/>
                <a:cs typeface="+mn-cs"/>
              </a:defRPr>
            </a:lvl5pPr>
            <a:lvl6pPr marL="3657600" algn="l" defTabSz="1463040" rtl="0" eaLnBrk="1" latinLnBrk="0" hangingPunct="1">
              <a:defRPr sz="2880" kern="1200">
                <a:solidFill>
                  <a:schemeClr val="tx1"/>
                </a:solidFill>
                <a:latin typeface="+mn-lt"/>
                <a:ea typeface="+mn-ea"/>
                <a:cs typeface="+mn-cs"/>
              </a:defRPr>
            </a:lvl6pPr>
            <a:lvl7pPr marL="4389120" algn="l" defTabSz="1463040" rtl="0" eaLnBrk="1" latinLnBrk="0" hangingPunct="1">
              <a:defRPr sz="2880" kern="1200">
                <a:solidFill>
                  <a:schemeClr val="tx1"/>
                </a:solidFill>
                <a:latin typeface="+mn-lt"/>
                <a:ea typeface="+mn-ea"/>
                <a:cs typeface="+mn-cs"/>
              </a:defRPr>
            </a:lvl7pPr>
            <a:lvl8pPr marL="5120640" algn="l" defTabSz="1463040" rtl="0" eaLnBrk="1" latinLnBrk="0" hangingPunct="1">
              <a:defRPr sz="2880" kern="1200">
                <a:solidFill>
                  <a:schemeClr val="tx1"/>
                </a:solidFill>
                <a:latin typeface="+mn-lt"/>
                <a:ea typeface="+mn-ea"/>
                <a:cs typeface="+mn-cs"/>
              </a:defRPr>
            </a:lvl8pPr>
            <a:lvl9pPr marL="5852160" algn="l" defTabSz="1463040" rtl="0" eaLnBrk="1" latinLnBrk="0" hangingPunct="1">
              <a:defRPr sz="2880" kern="1200">
                <a:solidFill>
                  <a:schemeClr val="tx1"/>
                </a:solidFill>
                <a:latin typeface="+mn-lt"/>
                <a:ea typeface="+mn-ea"/>
                <a:cs typeface="+mn-cs"/>
              </a:defRPr>
            </a:lvl9pPr>
          </a:lstStyle>
          <a:p>
            <a:r>
              <a:rPr lang="en-US" sz="1440" b="1">
                <a:solidFill>
                  <a:schemeClr val="accent1"/>
                </a:solidFill>
                <a:latin typeface="+mj-lt"/>
                <a:ea typeface="Open Sans" panose="020B0606030504020204" pitchFamily="34" charset="0"/>
                <a:cs typeface="Arial" panose="020B0604020202020204" pitchFamily="34" charset="0"/>
              </a:rPr>
              <a:t>Delivery Approach | Proposed Team</a:t>
            </a:r>
          </a:p>
        </p:txBody>
      </p:sp>
      <p:sp>
        <p:nvSpPr>
          <p:cNvPr id="23" name="TextBox 22">
            <a:extLst>
              <a:ext uri="{FF2B5EF4-FFF2-40B4-BE49-F238E27FC236}">
                <a16:creationId xmlns:a16="http://schemas.microsoft.com/office/drawing/2014/main" id="{6F41BF76-0608-2924-D1B9-F6D4B7596D03}"/>
              </a:ext>
            </a:extLst>
          </p:cNvPr>
          <p:cNvSpPr txBox="1"/>
          <p:nvPr/>
        </p:nvSpPr>
        <p:spPr>
          <a:xfrm>
            <a:off x="7859864" y="2401840"/>
            <a:ext cx="6084736" cy="1533181"/>
          </a:xfrm>
          <a:prstGeom prst="rect">
            <a:avLst/>
          </a:prstGeom>
          <a:solidFill>
            <a:schemeClr val="bg1">
              <a:lumMod val="95000"/>
            </a:schemeClr>
          </a:solidFill>
        </p:spPr>
        <p:txBody>
          <a:bodyPr wrap="square" lIns="109728" tIns="460858" rIns="54864" bIns="54864" rtlCol="0" anchor="t">
            <a:noAutofit/>
          </a:bodyPr>
          <a:lstStyle/>
          <a:p>
            <a:pPr marL="205740" indent="-205740">
              <a:spcAft>
                <a:spcPts val="360"/>
              </a:spcAft>
              <a:buFont typeface="Arial,Sans-Serif" panose="020B0604020202020204" pitchFamily="34" charset="0"/>
              <a:buChar char="•"/>
            </a:pPr>
            <a:r>
              <a:rPr lang="en-US" sz="1200">
                <a:latin typeface="+mj-lt"/>
                <a:cs typeface="Arial"/>
              </a:rPr>
              <a:t>8+ Years of experience across Business Analysis , client engagement and business development in Trade Finance domain .</a:t>
            </a:r>
          </a:p>
          <a:p>
            <a:pPr marL="205740" indent="-205740">
              <a:spcAft>
                <a:spcPts val="360"/>
              </a:spcAft>
              <a:buFont typeface="Arial,Sans-Serif" panose="020B0604020202020204" pitchFamily="34" charset="0"/>
              <a:buChar char="•"/>
            </a:pPr>
            <a:r>
              <a:rPr lang="en-US" sz="1200">
                <a:latin typeface="+mj-lt"/>
                <a:cs typeface="Arial"/>
              </a:rPr>
              <a:t>Applications : Finacle , IMEX , SWIFT , Neo Trade system , </a:t>
            </a:r>
            <a:r>
              <a:rPr lang="en-US" sz="1200" err="1">
                <a:latin typeface="+mj-lt"/>
                <a:cs typeface="Arial"/>
              </a:rPr>
              <a:t>Allnet</a:t>
            </a:r>
            <a:r>
              <a:rPr lang="en-US" sz="1200">
                <a:latin typeface="+mj-lt"/>
                <a:cs typeface="Arial"/>
              </a:rPr>
              <a:t> , Oracle </a:t>
            </a:r>
            <a:r>
              <a:rPr lang="en-US" sz="1200" err="1">
                <a:latin typeface="+mj-lt"/>
                <a:cs typeface="Arial"/>
              </a:rPr>
              <a:t>Flexcube</a:t>
            </a:r>
            <a:r>
              <a:rPr lang="en-US" sz="1200">
                <a:latin typeface="+mj-lt"/>
                <a:cs typeface="Arial"/>
              </a:rPr>
              <a:t> </a:t>
            </a:r>
          </a:p>
          <a:p>
            <a:pPr marL="205740" indent="-205740">
              <a:spcAft>
                <a:spcPts val="360"/>
              </a:spcAft>
              <a:buFont typeface="Arial,Sans-Serif" panose="020B0604020202020204" pitchFamily="34" charset="0"/>
              <a:buChar char="•"/>
            </a:pPr>
            <a:r>
              <a:rPr lang="en-US" sz="1200">
                <a:latin typeface="+mj-lt"/>
                <a:cs typeface="Arial"/>
              </a:rPr>
              <a:t>Ex CGI , ICICI Bank , Axis Bank</a:t>
            </a:r>
            <a:endParaRPr lang="en-US" sz="1200">
              <a:cs typeface="Arial"/>
            </a:endParaRPr>
          </a:p>
        </p:txBody>
      </p:sp>
      <p:sp>
        <p:nvSpPr>
          <p:cNvPr id="36" name="TextBox 35">
            <a:extLst>
              <a:ext uri="{FF2B5EF4-FFF2-40B4-BE49-F238E27FC236}">
                <a16:creationId xmlns:a16="http://schemas.microsoft.com/office/drawing/2014/main" id="{BB4D8495-C31D-29FC-A69E-7D24EEDAF7EF}"/>
              </a:ext>
            </a:extLst>
          </p:cNvPr>
          <p:cNvSpPr txBox="1"/>
          <p:nvPr/>
        </p:nvSpPr>
        <p:spPr>
          <a:xfrm>
            <a:off x="8370643" y="2020892"/>
            <a:ext cx="5674157" cy="702638"/>
          </a:xfrm>
          <a:prstGeom prst="round1Rect">
            <a:avLst>
              <a:gd name="adj" fmla="val 49973"/>
            </a:avLst>
          </a:prstGeom>
          <a:solidFill>
            <a:schemeClr val="accent1"/>
          </a:solidFill>
        </p:spPr>
        <p:txBody>
          <a:bodyPr wrap="square" lIns="493776" tIns="0" rIns="0" bIns="0" rtlCol="0" anchor="ctr">
            <a:noAutofit/>
          </a:bodyPr>
          <a:lstStyle/>
          <a:p>
            <a:pPr>
              <a:spcAft>
                <a:spcPts val="360"/>
              </a:spcAft>
            </a:pPr>
            <a:r>
              <a:rPr lang="en-US" sz="1680" b="1">
                <a:solidFill>
                  <a:schemeClr val="bg1"/>
                </a:solidFill>
                <a:latin typeface="+mj-lt"/>
              </a:rPr>
              <a:t>Business Consultant</a:t>
            </a:r>
          </a:p>
          <a:p>
            <a:pPr>
              <a:spcAft>
                <a:spcPts val="360"/>
              </a:spcAft>
            </a:pPr>
            <a:r>
              <a:rPr lang="en-US" sz="1440">
                <a:solidFill>
                  <a:schemeClr val="bg1"/>
                </a:solidFill>
                <a:latin typeface="+mj-lt"/>
              </a:rPr>
              <a:t>Harish D (Bangalore)</a:t>
            </a:r>
          </a:p>
        </p:txBody>
      </p:sp>
      <p:sp>
        <p:nvSpPr>
          <p:cNvPr id="39" name="TextBox 38">
            <a:extLst>
              <a:ext uri="{FF2B5EF4-FFF2-40B4-BE49-F238E27FC236}">
                <a16:creationId xmlns:a16="http://schemas.microsoft.com/office/drawing/2014/main" id="{5D754486-A1F6-60C0-8F8B-5B661AF6205A}"/>
              </a:ext>
            </a:extLst>
          </p:cNvPr>
          <p:cNvSpPr txBox="1"/>
          <p:nvPr/>
        </p:nvSpPr>
        <p:spPr>
          <a:xfrm>
            <a:off x="7859864" y="3935021"/>
            <a:ext cx="6084736" cy="32918"/>
          </a:xfrm>
          <a:prstGeom prst="rect">
            <a:avLst/>
          </a:prstGeom>
          <a:solidFill>
            <a:schemeClr val="accent1"/>
          </a:solidFill>
        </p:spPr>
        <p:txBody>
          <a:bodyPr wrap="square" lIns="109728" tIns="54864" rIns="54864" bIns="54864" rtlCol="0" anchor="t">
            <a:noAutofit/>
          </a:bodyPr>
          <a:lstStyle/>
          <a:p>
            <a:pPr marL="205740" indent="-205740">
              <a:spcAft>
                <a:spcPts val="360"/>
              </a:spcAft>
              <a:buFont typeface="Arial" panose="020B0604020202020204" pitchFamily="34" charset="0"/>
              <a:buChar char="•"/>
            </a:pPr>
            <a:endParaRPr lang="en-US" sz="1440">
              <a:latin typeface="+mj-lt"/>
            </a:endParaRPr>
          </a:p>
        </p:txBody>
      </p:sp>
      <p:sp>
        <p:nvSpPr>
          <p:cNvPr id="45" name="Oval 44">
            <a:extLst>
              <a:ext uri="{FF2B5EF4-FFF2-40B4-BE49-F238E27FC236}">
                <a16:creationId xmlns:a16="http://schemas.microsoft.com/office/drawing/2014/main" id="{B07EFC9F-5E70-5783-AEE0-51B0F50A6B59}"/>
              </a:ext>
            </a:extLst>
          </p:cNvPr>
          <p:cNvSpPr/>
          <p:nvPr/>
        </p:nvSpPr>
        <p:spPr>
          <a:xfrm>
            <a:off x="7724816" y="1939846"/>
            <a:ext cx="821156" cy="821156"/>
          </a:xfrm>
          <a:prstGeom prst="ellipse">
            <a:avLst/>
          </a:prstGeom>
          <a:solidFill>
            <a:schemeClr val="bg1"/>
          </a:solidFill>
          <a:ln w="19050">
            <a:gradFill flip="none" rotWithShape="1">
              <a:gsLst>
                <a:gs pos="0">
                  <a:schemeClr val="accent1"/>
                </a:gs>
                <a:gs pos="100000">
                  <a:schemeClr val="accent1">
                    <a:lumMod val="50000"/>
                  </a:schemeClr>
                </a:gs>
              </a:gsLst>
              <a:lin ang="8100000" scaled="1"/>
              <a:tileRect/>
            </a:gradFill>
          </a:ln>
        </p:spPr>
        <p:style>
          <a:lnRef idx="0">
            <a:schemeClr val="accent1"/>
          </a:lnRef>
          <a:fillRef idx="1">
            <a:schemeClr val="accent1"/>
          </a:fillRef>
          <a:effectRef idx="0">
            <a:schemeClr val="accent1"/>
          </a:effectRef>
          <a:fontRef idx="minor">
            <a:schemeClr val="lt1"/>
          </a:fontRef>
        </p:style>
        <p:txBody>
          <a:bodyPr rtlCol="0" anchor="ctr"/>
          <a:lstStyle/>
          <a:p>
            <a:pPr algn="ctr"/>
            <a:endParaRPr lang="en-US" sz="3456"/>
          </a:p>
        </p:txBody>
      </p:sp>
      <p:sp>
        <p:nvSpPr>
          <p:cNvPr id="48" name="Rectangle 47">
            <a:extLst>
              <a:ext uri="{FF2B5EF4-FFF2-40B4-BE49-F238E27FC236}">
                <a16:creationId xmlns:a16="http://schemas.microsoft.com/office/drawing/2014/main" id="{ED9BA793-B34B-CFEA-1F45-9350A24366F6}"/>
              </a:ext>
            </a:extLst>
          </p:cNvPr>
          <p:cNvSpPr/>
          <p:nvPr/>
        </p:nvSpPr>
        <p:spPr>
          <a:xfrm>
            <a:off x="-1" y="6379567"/>
            <a:ext cx="14630400" cy="821156"/>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0" scaled="1"/>
            <a:tileRect/>
          </a:gradFill>
          <a:ln>
            <a:noFill/>
          </a:ln>
        </p:spPr>
        <p:style>
          <a:lnRef idx="0">
            <a:schemeClr val="accent1"/>
          </a:lnRef>
          <a:fillRef idx="1">
            <a:schemeClr val="accent1"/>
          </a:fillRef>
          <a:effectRef idx="0">
            <a:schemeClr val="accent1"/>
          </a:effectRef>
          <a:fontRef idx="minor">
            <a:schemeClr val="lt1"/>
          </a:fontRef>
        </p:style>
        <p:txBody>
          <a:bodyPr lIns="0" tIns="0" rIns="0" bIns="0" rtlCol="0" anchor="ctr"/>
          <a:lstStyle/>
          <a:p>
            <a:pPr algn="ctr"/>
            <a:r>
              <a:rPr lang="en-GB" sz="2400" b="1">
                <a:solidFill>
                  <a:schemeClr val="bg1"/>
                </a:solidFill>
              </a:rPr>
              <a:t>GLOBAL CAPABILITY, RIGHT SOURCING, RIGHT SKILLSET , RIGHT PLACE</a:t>
            </a:r>
          </a:p>
        </p:txBody>
      </p:sp>
      <p:pic>
        <p:nvPicPr>
          <p:cNvPr id="4102" name="Picture 6" descr="Architect - Free architecture and city icons">
            <a:extLst>
              <a:ext uri="{FF2B5EF4-FFF2-40B4-BE49-F238E27FC236}">
                <a16:creationId xmlns:a16="http://schemas.microsoft.com/office/drawing/2014/main" id="{F913737C-3782-CCB9-2DB2-D66EFF9B8B63}"/>
              </a:ext>
            </a:extLst>
          </p:cNvPr>
          <p:cNvPicPr>
            <a:picLocks noChangeAspect="1" noChangeArrowheads="1"/>
          </p:cNvPicPr>
          <p:nvPr/>
        </p:nvPicPr>
        <p:blipFill>
          <a:blip r:embed="rId3">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873717" y="2066907"/>
            <a:ext cx="610608" cy="610608"/>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D64424D8-3DD2-4ADA-39EB-B51EF1FDA05D}"/>
              </a:ext>
            </a:extLst>
          </p:cNvPr>
          <p:cNvSpPr txBox="1"/>
          <p:nvPr/>
        </p:nvSpPr>
        <p:spPr>
          <a:xfrm>
            <a:off x="762920" y="2330096"/>
            <a:ext cx="6070882" cy="1685581"/>
          </a:xfrm>
          <a:prstGeom prst="rect">
            <a:avLst/>
          </a:prstGeom>
          <a:solidFill>
            <a:schemeClr val="bg1">
              <a:lumMod val="95000"/>
            </a:schemeClr>
          </a:solidFill>
        </p:spPr>
        <p:txBody>
          <a:bodyPr wrap="square" lIns="109728" tIns="460858" rIns="54864" bIns="54864" rtlCol="0" anchor="t">
            <a:noAutofit/>
          </a:bodyPr>
          <a:lstStyle/>
          <a:p>
            <a:pPr marL="205740" indent="-205740">
              <a:spcAft>
                <a:spcPts val="360"/>
              </a:spcAft>
              <a:buFont typeface="Arial,Sans-Serif" panose="020B0604020202020204" pitchFamily="34" charset="0"/>
              <a:buChar char="•"/>
            </a:pPr>
            <a:r>
              <a:rPr lang="en-US" sz="1200">
                <a:latin typeface="+mj-lt"/>
              </a:rPr>
              <a:t>14+ years of diverse BFS domain areas including Trade Finance, Corporate Actions, Retail Banking, Capital Markets, SWIFT Releases</a:t>
            </a:r>
            <a:endParaRPr lang="en-US" sz="1200">
              <a:latin typeface="+mj-lt"/>
              <a:cs typeface="Arial"/>
            </a:endParaRPr>
          </a:p>
          <a:p>
            <a:pPr marL="205740" indent="-205740">
              <a:spcAft>
                <a:spcPts val="360"/>
              </a:spcAft>
              <a:buFont typeface="Arial" panose="020B0604020202020204" pitchFamily="34" charset="0"/>
              <a:buChar char="•"/>
            </a:pPr>
            <a:r>
              <a:rPr lang="en-US" sz="1200">
                <a:latin typeface="+mj-lt"/>
              </a:rPr>
              <a:t>Experienced in banking application like Finastra's TI and FCC, CITI TRIMS, </a:t>
            </a:r>
            <a:r>
              <a:rPr lang="en-US" sz="1200" err="1">
                <a:latin typeface="+mj-lt"/>
              </a:rPr>
              <a:t>TFMonitor</a:t>
            </a:r>
            <a:r>
              <a:rPr lang="en-US" sz="1200">
                <a:latin typeface="+mj-lt"/>
              </a:rPr>
              <a:t>, Trade360 platform, Trade Gateway/Preprocessor.</a:t>
            </a:r>
          </a:p>
          <a:p>
            <a:pPr marL="205740" indent="-205740">
              <a:spcAft>
                <a:spcPts val="360"/>
              </a:spcAft>
              <a:buFont typeface="Arial,Sans-Serif" panose="020B0604020202020204" pitchFamily="34" charset="0"/>
              <a:buChar char="•"/>
            </a:pPr>
            <a:r>
              <a:rPr lang="en-US" sz="1200">
                <a:latin typeface="+mj-lt"/>
              </a:rPr>
              <a:t>Clients previously worked with CBA, </a:t>
            </a:r>
            <a:r>
              <a:rPr lang="en-US" sz="1200" err="1">
                <a:latin typeface="+mj-lt"/>
              </a:rPr>
              <a:t>BoFA</a:t>
            </a:r>
            <a:r>
              <a:rPr lang="en-US" sz="1200">
                <a:latin typeface="+mj-lt"/>
              </a:rPr>
              <a:t>, National Bank of Canada, Royal Bank of Canada, ANZ Bank</a:t>
            </a:r>
            <a:endParaRPr lang="en-US" sz="1200">
              <a:latin typeface="+mj-lt"/>
              <a:cs typeface="Arial"/>
            </a:endParaRPr>
          </a:p>
        </p:txBody>
      </p:sp>
      <p:sp>
        <p:nvSpPr>
          <p:cNvPr id="11" name="TextBox 10">
            <a:extLst>
              <a:ext uri="{FF2B5EF4-FFF2-40B4-BE49-F238E27FC236}">
                <a16:creationId xmlns:a16="http://schemas.microsoft.com/office/drawing/2014/main" id="{B778C7C9-7802-85FF-F352-234A4E150052}"/>
              </a:ext>
            </a:extLst>
          </p:cNvPr>
          <p:cNvSpPr txBox="1"/>
          <p:nvPr/>
        </p:nvSpPr>
        <p:spPr>
          <a:xfrm>
            <a:off x="7900502" y="4602289"/>
            <a:ext cx="6084736" cy="1533180"/>
          </a:xfrm>
          <a:prstGeom prst="rect">
            <a:avLst/>
          </a:prstGeom>
          <a:solidFill>
            <a:schemeClr val="bg1">
              <a:lumMod val="95000"/>
            </a:schemeClr>
          </a:solidFill>
        </p:spPr>
        <p:txBody>
          <a:bodyPr wrap="square" lIns="109728" tIns="460858" rIns="54864" bIns="54864" rtlCol="0" anchor="t">
            <a:noAutofit/>
          </a:bodyPr>
          <a:lstStyle/>
          <a:p>
            <a:pPr marL="205740" indent="-205740">
              <a:spcAft>
                <a:spcPts val="360"/>
              </a:spcAft>
              <a:buFont typeface="Arial" panose="020B0604020202020204" pitchFamily="34" charset="0"/>
              <a:buChar char="•"/>
            </a:pPr>
            <a:r>
              <a:rPr lang="en-US" sz="1200">
                <a:latin typeface="+mj-lt"/>
              </a:rPr>
              <a:t>9 years of experience in Trade Finance Domain as Back operations and Business Analysts.</a:t>
            </a:r>
          </a:p>
          <a:p>
            <a:pPr marL="205740" indent="-205740">
              <a:spcAft>
                <a:spcPts val="360"/>
              </a:spcAft>
              <a:buFont typeface="Arial" panose="020B0604020202020204" pitchFamily="34" charset="0"/>
              <a:buChar char="•"/>
            </a:pPr>
            <a:r>
              <a:rPr lang="en-US" sz="1200">
                <a:latin typeface="+mj-lt"/>
              </a:rPr>
              <a:t>Ex HSBC , Mashreq Bank,  HDFC , ICICI </a:t>
            </a:r>
          </a:p>
          <a:p>
            <a:pPr marL="205740" indent="-205740">
              <a:spcAft>
                <a:spcPts val="360"/>
              </a:spcAft>
              <a:buFont typeface="Arial" panose="020B0604020202020204" pitchFamily="34" charset="0"/>
              <a:buChar char="•"/>
            </a:pPr>
            <a:r>
              <a:rPr lang="en-US" sz="1200">
                <a:latin typeface="+mj-lt"/>
              </a:rPr>
              <a:t>Banking Application : Finacle , IMEX , SWIFT, </a:t>
            </a:r>
            <a:r>
              <a:rPr lang="en-US" sz="1200" err="1">
                <a:latin typeface="+mj-lt"/>
              </a:rPr>
              <a:t>Flexcube</a:t>
            </a:r>
            <a:endParaRPr lang="en-US" sz="1200">
              <a:latin typeface="+mj-lt"/>
            </a:endParaRPr>
          </a:p>
        </p:txBody>
      </p:sp>
      <p:sp>
        <p:nvSpPr>
          <p:cNvPr id="24" name="TextBox 23">
            <a:extLst>
              <a:ext uri="{FF2B5EF4-FFF2-40B4-BE49-F238E27FC236}">
                <a16:creationId xmlns:a16="http://schemas.microsoft.com/office/drawing/2014/main" id="{2570717D-A32A-774D-1F53-7A4CC6D09B2A}"/>
              </a:ext>
            </a:extLst>
          </p:cNvPr>
          <p:cNvSpPr txBox="1"/>
          <p:nvPr/>
        </p:nvSpPr>
        <p:spPr>
          <a:xfrm>
            <a:off x="1173497" y="2013548"/>
            <a:ext cx="5674158" cy="702638"/>
          </a:xfrm>
          <a:prstGeom prst="round1Rect">
            <a:avLst>
              <a:gd name="adj" fmla="val 49973"/>
            </a:avLst>
          </a:prstGeom>
          <a:solidFill>
            <a:schemeClr val="accent1"/>
          </a:solidFill>
        </p:spPr>
        <p:txBody>
          <a:bodyPr wrap="square" lIns="493776" tIns="0" rIns="0" bIns="0" rtlCol="0" anchor="ctr">
            <a:noAutofit/>
          </a:bodyPr>
          <a:lstStyle/>
          <a:p>
            <a:pPr>
              <a:spcAft>
                <a:spcPts val="360"/>
              </a:spcAft>
            </a:pPr>
            <a:r>
              <a:rPr lang="en-US" sz="1650" b="1">
                <a:solidFill>
                  <a:schemeClr val="bg1"/>
                </a:solidFill>
                <a:latin typeface="+mj-lt"/>
              </a:rPr>
              <a:t>DXC Senior Business Consultant</a:t>
            </a:r>
          </a:p>
          <a:p>
            <a:pPr>
              <a:spcAft>
                <a:spcPts val="360"/>
              </a:spcAft>
            </a:pPr>
            <a:r>
              <a:rPr lang="en-US" sz="1400" err="1">
                <a:solidFill>
                  <a:schemeClr val="bg1"/>
                </a:solidFill>
                <a:latin typeface="+mj-lt"/>
              </a:rPr>
              <a:t>Praiselin</a:t>
            </a:r>
            <a:r>
              <a:rPr lang="en-US" sz="1400">
                <a:solidFill>
                  <a:schemeClr val="bg1"/>
                </a:solidFill>
                <a:latin typeface="+mj-lt"/>
              </a:rPr>
              <a:t> </a:t>
            </a:r>
            <a:r>
              <a:rPr lang="en-US" sz="1400" err="1">
                <a:solidFill>
                  <a:schemeClr val="bg1"/>
                </a:solidFill>
                <a:latin typeface="+mj-lt"/>
              </a:rPr>
              <a:t>Jeyasingh</a:t>
            </a:r>
            <a:r>
              <a:rPr lang="en-US" sz="1400">
                <a:solidFill>
                  <a:schemeClr val="bg1"/>
                </a:solidFill>
                <a:latin typeface="+mj-lt"/>
              </a:rPr>
              <a:t> (Bangalore)</a:t>
            </a:r>
            <a:endParaRPr lang="en-US" sz="1400">
              <a:solidFill>
                <a:schemeClr val="bg1"/>
              </a:solidFill>
              <a:latin typeface="+mj-lt"/>
              <a:cs typeface="Arial"/>
            </a:endParaRPr>
          </a:p>
        </p:txBody>
      </p:sp>
      <p:sp>
        <p:nvSpPr>
          <p:cNvPr id="25" name="TextBox 24">
            <a:extLst>
              <a:ext uri="{FF2B5EF4-FFF2-40B4-BE49-F238E27FC236}">
                <a16:creationId xmlns:a16="http://schemas.microsoft.com/office/drawing/2014/main" id="{C3579B96-C00F-614D-6DB4-84BECEBB668D}"/>
              </a:ext>
            </a:extLst>
          </p:cNvPr>
          <p:cNvSpPr txBox="1"/>
          <p:nvPr/>
        </p:nvSpPr>
        <p:spPr>
          <a:xfrm>
            <a:off x="8270441" y="4244673"/>
            <a:ext cx="5674157" cy="702638"/>
          </a:xfrm>
          <a:prstGeom prst="round1Rect">
            <a:avLst>
              <a:gd name="adj" fmla="val 49973"/>
            </a:avLst>
          </a:prstGeom>
          <a:solidFill>
            <a:schemeClr val="accent1"/>
          </a:solidFill>
        </p:spPr>
        <p:txBody>
          <a:bodyPr wrap="square" lIns="493776" tIns="0" rIns="0" bIns="0" rtlCol="0" anchor="ctr">
            <a:noAutofit/>
          </a:bodyPr>
          <a:lstStyle/>
          <a:p>
            <a:pPr marL="0" marR="0" lvl="0" indent="0" algn="l" defTabSz="1463040" rtl="0" eaLnBrk="1" fontAlgn="auto" latinLnBrk="0" hangingPunct="1">
              <a:lnSpc>
                <a:spcPct val="100000"/>
              </a:lnSpc>
              <a:spcBef>
                <a:spcPts val="0"/>
              </a:spcBef>
              <a:spcAft>
                <a:spcPts val="360"/>
              </a:spcAft>
              <a:buClrTx/>
              <a:buSzTx/>
              <a:buFontTx/>
              <a:buNone/>
              <a:tabLst/>
              <a:defRPr/>
            </a:pPr>
            <a:r>
              <a:rPr kumimoji="0" lang="en-US" sz="1680" b="1" i="0" u="none" strike="noStrike" kern="1200" cap="none" spc="0" normalizeH="0" baseline="0" noProof="0">
                <a:ln>
                  <a:noFill/>
                </a:ln>
                <a:solidFill>
                  <a:srgbClr val="FFFFFF"/>
                </a:solidFill>
                <a:effectLst/>
                <a:uLnTx/>
                <a:uFillTx/>
                <a:latin typeface="Arial"/>
                <a:ea typeface="+mn-ea"/>
                <a:cs typeface="+mn-cs"/>
              </a:rPr>
              <a:t>Business Consultant</a:t>
            </a:r>
          </a:p>
          <a:p>
            <a:pPr>
              <a:spcAft>
                <a:spcPts val="360"/>
              </a:spcAft>
            </a:pPr>
            <a:r>
              <a:rPr lang="en-US" sz="1440">
                <a:solidFill>
                  <a:schemeClr val="bg1"/>
                </a:solidFill>
                <a:latin typeface="+mj-lt"/>
              </a:rPr>
              <a:t>Koyel Bhar (Bangalore)</a:t>
            </a:r>
          </a:p>
        </p:txBody>
      </p:sp>
      <p:sp>
        <p:nvSpPr>
          <p:cNvPr id="26" name="TextBox 25">
            <a:extLst>
              <a:ext uri="{FF2B5EF4-FFF2-40B4-BE49-F238E27FC236}">
                <a16:creationId xmlns:a16="http://schemas.microsoft.com/office/drawing/2014/main" id="{C62239A2-A9C7-5D11-D780-006EDE2558D4}"/>
              </a:ext>
            </a:extLst>
          </p:cNvPr>
          <p:cNvSpPr txBox="1"/>
          <p:nvPr/>
        </p:nvSpPr>
        <p:spPr>
          <a:xfrm>
            <a:off x="749066" y="4017907"/>
            <a:ext cx="6084736" cy="32918"/>
          </a:xfrm>
          <a:prstGeom prst="rect">
            <a:avLst/>
          </a:prstGeom>
          <a:solidFill>
            <a:schemeClr val="accent1"/>
          </a:solidFill>
        </p:spPr>
        <p:txBody>
          <a:bodyPr wrap="square" lIns="109728" tIns="54864" rIns="54864" bIns="54864" rtlCol="0" anchor="t">
            <a:noAutofit/>
          </a:bodyPr>
          <a:lstStyle/>
          <a:p>
            <a:pPr marL="205740" indent="-205740">
              <a:spcAft>
                <a:spcPts val="360"/>
              </a:spcAft>
              <a:buFont typeface="Arial" panose="020B0604020202020204" pitchFamily="34" charset="0"/>
              <a:buChar char="•"/>
            </a:pPr>
            <a:endParaRPr lang="en-US" sz="1440">
              <a:latin typeface="+mj-lt"/>
            </a:endParaRPr>
          </a:p>
        </p:txBody>
      </p:sp>
      <p:sp>
        <p:nvSpPr>
          <p:cNvPr id="27" name="TextBox 26">
            <a:extLst>
              <a:ext uri="{FF2B5EF4-FFF2-40B4-BE49-F238E27FC236}">
                <a16:creationId xmlns:a16="http://schemas.microsoft.com/office/drawing/2014/main" id="{39D4AF92-E056-B04C-BB26-34D769437BDA}"/>
              </a:ext>
            </a:extLst>
          </p:cNvPr>
          <p:cNvSpPr txBox="1"/>
          <p:nvPr/>
        </p:nvSpPr>
        <p:spPr>
          <a:xfrm>
            <a:off x="7859864" y="6129172"/>
            <a:ext cx="6084736" cy="32918"/>
          </a:xfrm>
          <a:prstGeom prst="rect">
            <a:avLst/>
          </a:prstGeom>
          <a:solidFill>
            <a:schemeClr val="accent1"/>
          </a:solidFill>
        </p:spPr>
        <p:txBody>
          <a:bodyPr wrap="square" lIns="109728" tIns="54864" rIns="54864" bIns="54864" rtlCol="0" anchor="t">
            <a:noAutofit/>
          </a:bodyPr>
          <a:lstStyle/>
          <a:p>
            <a:pPr marL="205740" indent="-205740">
              <a:spcAft>
                <a:spcPts val="360"/>
              </a:spcAft>
              <a:buFont typeface="Arial" panose="020B0604020202020204" pitchFamily="34" charset="0"/>
              <a:buChar char="•"/>
            </a:pPr>
            <a:endParaRPr lang="en-US" sz="1440">
              <a:latin typeface="+mj-lt"/>
            </a:endParaRPr>
          </a:p>
        </p:txBody>
      </p:sp>
      <p:sp>
        <p:nvSpPr>
          <p:cNvPr id="43" name="Oval 42">
            <a:extLst>
              <a:ext uri="{FF2B5EF4-FFF2-40B4-BE49-F238E27FC236}">
                <a16:creationId xmlns:a16="http://schemas.microsoft.com/office/drawing/2014/main" id="{EDBE3EAD-43BC-33AA-8692-B160532F6497}"/>
              </a:ext>
            </a:extLst>
          </p:cNvPr>
          <p:cNvSpPr/>
          <p:nvPr/>
        </p:nvSpPr>
        <p:spPr>
          <a:xfrm>
            <a:off x="762920" y="1954290"/>
            <a:ext cx="821156" cy="821156"/>
          </a:xfrm>
          <a:prstGeom prst="ellipse">
            <a:avLst/>
          </a:prstGeom>
          <a:solidFill>
            <a:schemeClr val="bg1"/>
          </a:solidFill>
          <a:ln w="19050">
            <a:gradFill flip="none" rotWithShape="1">
              <a:gsLst>
                <a:gs pos="0">
                  <a:schemeClr val="accent1"/>
                </a:gs>
                <a:gs pos="100000">
                  <a:schemeClr val="accent1">
                    <a:lumMod val="50000"/>
                  </a:schemeClr>
                </a:gs>
              </a:gsLst>
              <a:lin ang="8100000" scaled="1"/>
              <a:tileRect/>
            </a:gradFill>
          </a:ln>
        </p:spPr>
        <p:style>
          <a:lnRef idx="0">
            <a:schemeClr val="accent1"/>
          </a:lnRef>
          <a:fillRef idx="1">
            <a:schemeClr val="accent1"/>
          </a:fillRef>
          <a:effectRef idx="0">
            <a:schemeClr val="accent1"/>
          </a:effectRef>
          <a:fontRef idx="minor">
            <a:schemeClr val="lt1"/>
          </a:fontRef>
        </p:style>
        <p:txBody>
          <a:bodyPr rtlCol="0" anchor="ctr"/>
          <a:lstStyle/>
          <a:p>
            <a:pPr algn="ctr"/>
            <a:endParaRPr lang="en-US" sz="3456"/>
          </a:p>
        </p:txBody>
      </p:sp>
      <p:sp>
        <p:nvSpPr>
          <p:cNvPr id="44" name="Oval 43">
            <a:extLst>
              <a:ext uri="{FF2B5EF4-FFF2-40B4-BE49-F238E27FC236}">
                <a16:creationId xmlns:a16="http://schemas.microsoft.com/office/drawing/2014/main" id="{586B2E8F-F48E-DB37-BEEC-5DF26F27647D}"/>
              </a:ext>
            </a:extLst>
          </p:cNvPr>
          <p:cNvSpPr/>
          <p:nvPr/>
        </p:nvSpPr>
        <p:spPr>
          <a:xfrm>
            <a:off x="7859865" y="4185415"/>
            <a:ext cx="821156" cy="821156"/>
          </a:xfrm>
          <a:prstGeom prst="ellipse">
            <a:avLst/>
          </a:prstGeom>
          <a:solidFill>
            <a:schemeClr val="bg1"/>
          </a:solidFill>
          <a:ln w="19050">
            <a:gradFill flip="none" rotWithShape="1">
              <a:gsLst>
                <a:gs pos="0">
                  <a:schemeClr val="accent1"/>
                </a:gs>
                <a:gs pos="100000">
                  <a:schemeClr val="accent1">
                    <a:lumMod val="50000"/>
                  </a:schemeClr>
                </a:gs>
              </a:gsLst>
              <a:lin ang="8100000" scaled="1"/>
              <a:tileRect/>
            </a:gradFill>
          </a:ln>
        </p:spPr>
        <p:style>
          <a:lnRef idx="0">
            <a:schemeClr val="accent1"/>
          </a:lnRef>
          <a:fillRef idx="1">
            <a:schemeClr val="accent1"/>
          </a:fillRef>
          <a:effectRef idx="0">
            <a:schemeClr val="accent1"/>
          </a:effectRef>
          <a:fontRef idx="minor">
            <a:schemeClr val="lt1"/>
          </a:fontRef>
        </p:style>
        <p:txBody>
          <a:bodyPr rtlCol="0" anchor="ctr"/>
          <a:lstStyle/>
          <a:p>
            <a:pPr algn="ctr"/>
            <a:endParaRPr lang="en-US" sz="3456"/>
          </a:p>
        </p:txBody>
      </p:sp>
      <p:pic>
        <p:nvPicPr>
          <p:cNvPr id="4098" name="Picture 2" descr="Analysis - Free business icons">
            <a:extLst>
              <a:ext uri="{FF2B5EF4-FFF2-40B4-BE49-F238E27FC236}">
                <a16:creationId xmlns:a16="http://schemas.microsoft.com/office/drawing/2014/main" id="{F50A5818-22D9-EE29-648C-9A9CB4E357BF}"/>
              </a:ext>
            </a:extLst>
          </p:cNvPr>
          <p:cNvPicPr>
            <a:picLocks noChangeAspect="1" noChangeArrowheads="1"/>
          </p:cNvPicPr>
          <p:nvPr/>
        </p:nvPicPr>
        <p:blipFill>
          <a:blip r:embed="rId4">
            <a:clrChange>
              <a:clrFrom>
                <a:srgbClr val="FFFFFF"/>
              </a:clrFrom>
              <a:clrTo>
                <a:srgbClr val="FFFFFF">
                  <a:alpha val="0"/>
                </a:srgbClr>
              </a:clrTo>
            </a:clrChange>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68194" y="2059563"/>
            <a:ext cx="610608" cy="610608"/>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descr="Software development Icons &amp; Symbols">
            <a:extLst>
              <a:ext uri="{FF2B5EF4-FFF2-40B4-BE49-F238E27FC236}">
                <a16:creationId xmlns:a16="http://schemas.microsoft.com/office/drawing/2014/main" id="{9674685E-C180-A9C6-7D22-E6C041961B64}"/>
              </a:ext>
            </a:extLst>
          </p:cNvPr>
          <p:cNvPicPr>
            <a:picLocks noChangeAspect="1" noChangeArrowheads="1"/>
          </p:cNvPicPr>
          <p:nvPr/>
        </p:nvPicPr>
        <p:blipFill>
          <a:blip r:embed="rId5">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965137" y="4299284"/>
            <a:ext cx="610608" cy="610608"/>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187CA973-0F62-5039-D87E-8CA43299ED8C}"/>
              </a:ext>
            </a:extLst>
          </p:cNvPr>
          <p:cNvSpPr txBox="1"/>
          <p:nvPr/>
        </p:nvSpPr>
        <p:spPr>
          <a:xfrm>
            <a:off x="762920" y="4592885"/>
            <a:ext cx="6084736" cy="1533181"/>
          </a:xfrm>
          <a:prstGeom prst="rect">
            <a:avLst/>
          </a:prstGeom>
          <a:solidFill>
            <a:schemeClr val="bg1">
              <a:lumMod val="95000"/>
            </a:schemeClr>
          </a:solidFill>
        </p:spPr>
        <p:txBody>
          <a:bodyPr wrap="square" lIns="109728" tIns="460858" rIns="54864" bIns="54864" rtlCol="0" anchor="t">
            <a:noAutofit/>
          </a:bodyPr>
          <a:lstStyle/>
          <a:p>
            <a:pPr marL="205740" indent="-205740">
              <a:spcBef>
                <a:spcPts val="5"/>
              </a:spcBef>
              <a:spcAft>
                <a:spcPts val="360"/>
              </a:spcAft>
              <a:buFont typeface="Arial" panose="020B0604020202020204" pitchFamily="34" charset="0"/>
              <a:buChar char="•"/>
            </a:pPr>
            <a:r>
              <a:rPr lang="en-US" sz="1200">
                <a:latin typeface="+mj-lt"/>
              </a:rPr>
              <a:t>Overall 8+ of Professional Experience in Banking which includes Trade Finance , TBML , Fraud Investigation and Business Analysis.</a:t>
            </a:r>
          </a:p>
          <a:p>
            <a:pPr marL="205740" marR="0" lvl="0" indent="-205740" fontAlgn="auto">
              <a:lnSpc>
                <a:spcPts val="1395"/>
              </a:lnSpc>
              <a:spcBef>
                <a:spcPts val="5"/>
              </a:spcBef>
              <a:spcAft>
                <a:spcPts val="360"/>
              </a:spcAft>
              <a:buClrTx/>
              <a:buSzPts val="1100"/>
              <a:buFont typeface="Arial" panose="020B0604020202020204" pitchFamily="34" charset="0"/>
              <a:buChar char="•"/>
              <a:tabLst>
                <a:tab pos="376555" algn="l"/>
              </a:tabLst>
              <a:defRPr/>
            </a:pPr>
            <a:r>
              <a:rPr lang="en-US" sz="1200">
                <a:latin typeface="+mj-lt"/>
              </a:rPr>
              <a:t>Ex ICICI Bank , HSBC </a:t>
            </a:r>
          </a:p>
          <a:p>
            <a:pPr marL="205740" marR="0" lvl="0" indent="-205740" fontAlgn="auto">
              <a:lnSpc>
                <a:spcPts val="1395"/>
              </a:lnSpc>
              <a:spcBef>
                <a:spcPts val="5"/>
              </a:spcBef>
              <a:spcAft>
                <a:spcPts val="360"/>
              </a:spcAft>
              <a:buClrTx/>
              <a:buSzPts val="1100"/>
              <a:buFont typeface="Arial" panose="020B0604020202020204" pitchFamily="34" charset="0"/>
              <a:buChar char="•"/>
              <a:tabLst>
                <a:tab pos="376555" algn="l"/>
              </a:tabLst>
              <a:defRPr/>
            </a:pPr>
            <a:r>
              <a:rPr lang="en-US" sz="1200">
                <a:latin typeface="+mj-lt"/>
              </a:rPr>
              <a:t>Banking Application : Finacle , IMEX , </a:t>
            </a:r>
            <a:r>
              <a:rPr lang="en-US" sz="1200" err="1">
                <a:latin typeface="+mj-lt"/>
              </a:rPr>
              <a:t>DigiTrade</a:t>
            </a:r>
            <a:r>
              <a:rPr lang="en-US" sz="1200">
                <a:latin typeface="+mj-lt"/>
              </a:rPr>
              <a:t> , SWIFT </a:t>
            </a:r>
          </a:p>
          <a:p>
            <a:pPr marL="205740" marR="0" lvl="0" indent="-205740" fontAlgn="auto">
              <a:lnSpc>
                <a:spcPts val="1395"/>
              </a:lnSpc>
              <a:spcBef>
                <a:spcPts val="5"/>
              </a:spcBef>
              <a:spcAft>
                <a:spcPts val="360"/>
              </a:spcAft>
              <a:buClrTx/>
              <a:buSzPts val="1100"/>
              <a:buFont typeface="Arial" panose="020B0604020202020204" pitchFamily="34" charset="0"/>
              <a:buChar char="•"/>
              <a:tabLst>
                <a:tab pos="376555" algn="l"/>
              </a:tabLst>
              <a:defRPr/>
            </a:pPr>
            <a:endParaRPr kumimoji="0" lang="en-US" sz="1200" b="0" i="0" u="none" strike="noStrike" kern="1200" cap="none" spc="0" normalizeH="0" baseline="0" noProof="0">
              <a:ln>
                <a:noFill/>
              </a:ln>
              <a:solidFill>
                <a:srgbClr val="000000"/>
              </a:solidFill>
              <a:effectLst/>
              <a:uLnTx/>
              <a:uFillTx/>
              <a:latin typeface="Arial"/>
              <a:ea typeface="+mn-ea"/>
              <a:cs typeface="+mn-cs"/>
            </a:endParaRPr>
          </a:p>
        </p:txBody>
      </p:sp>
      <p:sp>
        <p:nvSpPr>
          <p:cNvPr id="12" name="TextBox 11">
            <a:extLst>
              <a:ext uri="{FF2B5EF4-FFF2-40B4-BE49-F238E27FC236}">
                <a16:creationId xmlns:a16="http://schemas.microsoft.com/office/drawing/2014/main" id="{D5E3513E-E8C9-2294-C30F-427B99B8639D}"/>
              </a:ext>
            </a:extLst>
          </p:cNvPr>
          <p:cNvSpPr txBox="1"/>
          <p:nvPr/>
        </p:nvSpPr>
        <p:spPr>
          <a:xfrm>
            <a:off x="1173497" y="4241566"/>
            <a:ext cx="5674158" cy="702638"/>
          </a:xfrm>
          <a:prstGeom prst="round1Rect">
            <a:avLst>
              <a:gd name="adj" fmla="val 49973"/>
            </a:avLst>
          </a:prstGeom>
          <a:solidFill>
            <a:schemeClr val="accent1"/>
          </a:solidFill>
        </p:spPr>
        <p:txBody>
          <a:bodyPr wrap="square" lIns="493776" tIns="0" rIns="0" bIns="0" rtlCol="0" anchor="ctr">
            <a:noAutofit/>
          </a:bodyPr>
          <a:lstStyle/>
          <a:p>
            <a:pPr marL="0" marR="0" lvl="0" indent="0" algn="l" defTabSz="1463040" rtl="0" eaLnBrk="1" fontAlgn="auto" latinLnBrk="0" hangingPunct="1">
              <a:lnSpc>
                <a:spcPct val="100000"/>
              </a:lnSpc>
              <a:spcBef>
                <a:spcPts val="0"/>
              </a:spcBef>
              <a:spcAft>
                <a:spcPts val="360"/>
              </a:spcAft>
              <a:buClrTx/>
              <a:buSzTx/>
              <a:buFontTx/>
              <a:buNone/>
              <a:tabLst/>
              <a:defRPr/>
            </a:pPr>
            <a:r>
              <a:rPr kumimoji="0" lang="en-US" sz="1680" b="1" i="0" u="none" strike="noStrike" kern="1200" cap="none" spc="0" normalizeH="0" baseline="0" noProof="0">
                <a:ln>
                  <a:noFill/>
                </a:ln>
                <a:solidFill>
                  <a:srgbClr val="FFFFFF"/>
                </a:solidFill>
                <a:effectLst/>
                <a:uLnTx/>
                <a:uFillTx/>
                <a:latin typeface="Arial"/>
                <a:ea typeface="+mn-ea"/>
                <a:cs typeface="+mn-cs"/>
              </a:rPr>
              <a:t>Business Consultant</a:t>
            </a:r>
          </a:p>
          <a:p>
            <a:pPr marL="0" marR="0" lvl="0" indent="0" algn="l" defTabSz="1463040" rtl="0" eaLnBrk="1" fontAlgn="auto" latinLnBrk="0" hangingPunct="1">
              <a:lnSpc>
                <a:spcPct val="100000"/>
              </a:lnSpc>
              <a:spcBef>
                <a:spcPts val="0"/>
              </a:spcBef>
              <a:spcAft>
                <a:spcPts val="360"/>
              </a:spcAft>
              <a:buClrTx/>
              <a:buSzTx/>
              <a:buFontTx/>
              <a:buNone/>
              <a:tabLst/>
              <a:defRPr/>
            </a:pPr>
            <a:r>
              <a:rPr lang="en-US" sz="1440">
                <a:solidFill>
                  <a:schemeClr val="bg1"/>
                </a:solidFill>
                <a:latin typeface="+mj-lt"/>
              </a:rPr>
              <a:t>Shalini Chamoli (Bangalore)</a:t>
            </a:r>
          </a:p>
        </p:txBody>
      </p:sp>
      <p:sp>
        <p:nvSpPr>
          <p:cNvPr id="13" name="TextBox 12">
            <a:extLst>
              <a:ext uri="{FF2B5EF4-FFF2-40B4-BE49-F238E27FC236}">
                <a16:creationId xmlns:a16="http://schemas.microsoft.com/office/drawing/2014/main" id="{66DDA5CE-1C58-8FF7-868C-6F501802E1CE}"/>
              </a:ext>
            </a:extLst>
          </p:cNvPr>
          <p:cNvSpPr txBox="1"/>
          <p:nvPr/>
        </p:nvSpPr>
        <p:spPr>
          <a:xfrm>
            <a:off x="762920" y="6126065"/>
            <a:ext cx="6084736" cy="32918"/>
          </a:xfrm>
          <a:prstGeom prst="rect">
            <a:avLst/>
          </a:prstGeom>
          <a:solidFill>
            <a:schemeClr val="accent1"/>
          </a:solidFill>
        </p:spPr>
        <p:txBody>
          <a:bodyPr wrap="square" lIns="109728" tIns="54864" rIns="54864" bIns="54864" rtlCol="0" anchor="t">
            <a:noAutofit/>
          </a:bodyPr>
          <a:lstStyle/>
          <a:p>
            <a:pPr marL="205740" marR="0" lvl="0" indent="-205740" algn="l" defTabSz="1463040" rtl="0" eaLnBrk="1" fontAlgn="auto" latinLnBrk="0" hangingPunct="1">
              <a:lnSpc>
                <a:spcPct val="100000"/>
              </a:lnSpc>
              <a:spcBef>
                <a:spcPts val="0"/>
              </a:spcBef>
              <a:spcAft>
                <a:spcPts val="360"/>
              </a:spcAft>
              <a:buClrTx/>
              <a:buSzTx/>
              <a:buFont typeface="Arial" panose="020B0604020202020204" pitchFamily="34" charset="0"/>
              <a:buChar char="•"/>
              <a:tabLst/>
              <a:defRPr/>
            </a:pPr>
            <a:endParaRPr kumimoji="0" lang="en-US" sz="1440" b="0" i="0" u="none" strike="noStrike" kern="1200" cap="none" spc="0" normalizeH="0" baseline="0" noProof="0">
              <a:ln>
                <a:noFill/>
              </a:ln>
              <a:solidFill>
                <a:srgbClr val="000000"/>
              </a:solidFill>
              <a:effectLst/>
              <a:uLnTx/>
              <a:uFillTx/>
              <a:latin typeface="Arial"/>
              <a:ea typeface="+mn-ea"/>
              <a:cs typeface="+mn-cs"/>
            </a:endParaRPr>
          </a:p>
        </p:txBody>
      </p:sp>
      <p:sp>
        <p:nvSpPr>
          <p:cNvPr id="14" name="Oval 13">
            <a:extLst>
              <a:ext uri="{FF2B5EF4-FFF2-40B4-BE49-F238E27FC236}">
                <a16:creationId xmlns:a16="http://schemas.microsoft.com/office/drawing/2014/main" id="{58393B92-8CAC-79F7-2F91-68EA602955D8}"/>
              </a:ext>
            </a:extLst>
          </p:cNvPr>
          <p:cNvSpPr/>
          <p:nvPr/>
        </p:nvSpPr>
        <p:spPr>
          <a:xfrm>
            <a:off x="762920" y="4182308"/>
            <a:ext cx="821156" cy="821156"/>
          </a:xfrm>
          <a:prstGeom prst="ellipse">
            <a:avLst/>
          </a:prstGeom>
          <a:solidFill>
            <a:schemeClr val="bg1"/>
          </a:solidFill>
          <a:ln w="19050">
            <a:gradFill flip="none" rotWithShape="1">
              <a:gsLst>
                <a:gs pos="0">
                  <a:schemeClr val="accent1"/>
                </a:gs>
                <a:gs pos="100000">
                  <a:schemeClr val="accent1">
                    <a:lumMod val="50000"/>
                  </a:schemeClr>
                </a:gs>
              </a:gsLst>
              <a:lin ang="8100000" scaled="1"/>
              <a:tileRect/>
            </a:gradFill>
          </a:ln>
        </p:spPr>
        <p:style>
          <a:lnRef idx="0">
            <a:schemeClr val="accent1"/>
          </a:lnRef>
          <a:fillRef idx="1">
            <a:schemeClr val="accent1"/>
          </a:fillRef>
          <a:effectRef idx="0">
            <a:schemeClr val="accent1"/>
          </a:effectRef>
          <a:fontRef idx="minor">
            <a:schemeClr val="lt1"/>
          </a:fontRef>
        </p:style>
        <p:txBody>
          <a:bodyPr rtlCol="0" anchor="ctr"/>
          <a:lstStyle/>
          <a:p>
            <a:pPr marL="0" marR="0" lvl="0" indent="0" algn="ctr" defTabSz="1463040" rtl="0" eaLnBrk="1" fontAlgn="auto" latinLnBrk="0" hangingPunct="1">
              <a:lnSpc>
                <a:spcPct val="100000"/>
              </a:lnSpc>
              <a:spcBef>
                <a:spcPts val="0"/>
              </a:spcBef>
              <a:spcAft>
                <a:spcPts val="0"/>
              </a:spcAft>
              <a:buClrTx/>
              <a:buSzTx/>
              <a:buFontTx/>
              <a:buNone/>
              <a:tabLst/>
              <a:defRPr/>
            </a:pPr>
            <a:endParaRPr kumimoji="0" lang="en-US" sz="3456" b="0" i="0" u="none" strike="noStrike" kern="1200" cap="none" spc="0" normalizeH="0" baseline="0" noProof="0">
              <a:ln>
                <a:noFill/>
              </a:ln>
              <a:solidFill>
                <a:srgbClr val="FFFFFF"/>
              </a:solidFill>
              <a:effectLst/>
              <a:uLnTx/>
              <a:uFillTx/>
              <a:latin typeface="Arial"/>
              <a:ea typeface="+mn-ea"/>
              <a:cs typeface="+mn-cs"/>
            </a:endParaRPr>
          </a:p>
        </p:txBody>
      </p:sp>
      <p:pic>
        <p:nvPicPr>
          <p:cNvPr id="15" name="Picture 2" descr="Analysis - Free business icons">
            <a:extLst>
              <a:ext uri="{FF2B5EF4-FFF2-40B4-BE49-F238E27FC236}">
                <a16:creationId xmlns:a16="http://schemas.microsoft.com/office/drawing/2014/main" id="{C7DBE362-A531-9FEB-C531-402F46B03DC5}"/>
              </a:ext>
            </a:extLst>
          </p:cNvPr>
          <p:cNvPicPr>
            <a:picLocks noChangeAspect="1" noChangeArrowheads="1"/>
          </p:cNvPicPr>
          <p:nvPr/>
        </p:nvPicPr>
        <p:blipFill>
          <a:blip r:embed="rId4">
            <a:clrChange>
              <a:clrFrom>
                <a:srgbClr val="FFFFFF"/>
              </a:clrFrom>
              <a:clrTo>
                <a:srgbClr val="FFFFFF">
                  <a:alpha val="0"/>
                </a:srgbClr>
              </a:clrTo>
            </a:clrChange>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68194" y="4287581"/>
            <a:ext cx="610608" cy="6106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64874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DXC">
  <a:themeElements>
    <a:clrScheme name="DXC New Brand Palette">
      <a:dk1>
        <a:srgbClr val="000000"/>
      </a:dk1>
      <a:lt1>
        <a:srgbClr val="FFFFFF"/>
      </a:lt1>
      <a:dk2>
        <a:srgbClr val="D9D9D6"/>
      </a:dk2>
      <a:lt2>
        <a:srgbClr val="FFCD00"/>
      </a:lt2>
      <a:accent1>
        <a:srgbClr val="5F249F"/>
      </a:accent1>
      <a:accent2>
        <a:srgbClr val="00968F"/>
      </a:accent2>
      <a:accent3>
        <a:srgbClr val="00A3E1"/>
      </a:accent3>
      <a:accent4>
        <a:srgbClr val="006975"/>
      </a:accent4>
      <a:accent5>
        <a:srgbClr val="6CC24A"/>
      </a:accent5>
      <a:accent6>
        <a:srgbClr val="ED9B33"/>
      </a:accent6>
      <a:hlink>
        <a:srgbClr val="000000"/>
      </a:hlink>
      <a:folHlink>
        <a:srgbClr val="666666"/>
      </a:folHlink>
    </a:clrScheme>
    <a:fontScheme name="DXC">
      <a:majorFont>
        <a:latin typeface="Arial"/>
        <a:ea typeface=""/>
        <a:cs typeface=""/>
      </a:majorFont>
      <a:minorFont>
        <a:latin typeface="Arial"/>
        <a:ea typeface=""/>
        <a:cs typeface=""/>
      </a:minorFont>
    </a:fontScheme>
    <a:fmtScheme name="DXC">
      <a:fillStyleLst>
        <a:solidFill>
          <a:schemeClr val="phClr"/>
        </a:solidFill>
        <a:solidFill>
          <a:schemeClr val="phClr"/>
        </a:solidFill>
        <a:solidFill>
          <a:schemeClr val="phClr"/>
        </a:solidFill>
      </a:fillStyleLst>
      <a:lnStyleLst>
        <a:ln w="6350" cap="sq" cmpd="sng" algn="ctr">
          <a:solidFill>
            <a:schemeClr val="phClr"/>
          </a:solidFill>
          <a:prstDash val="solid"/>
        </a:ln>
        <a:ln w="6350" cap="sq" cmpd="sng" algn="ctr">
          <a:solidFill>
            <a:schemeClr val="phClr"/>
          </a:solidFill>
          <a:prstDash val="solid"/>
        </a:ln>
        <a:ln w="6350" cap="sq"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spDef>
      <a:spPr>
        <a:ln>
          <a:noFill/>
        </a:ln>
      </a:spPr>
      <a:bodyPr/>
      <a:lstStyle/>
      <a:style>
        <a:lnRef idx="0">
          <a:schemeClr val="accent1"/>
        </a:lnRef>
        <a:fillRef idx="1">
          <a:schemeClr val="accent1"/>
        </a:fillRef>
        <a:effectRef idx="0">
          <a:schemeClr val="accent1"/>
        </a:effectRef>
        <a:fontRef idx="minor">
          <a:schemeClr val="lt1"/>
        </a:fontRef>
      </a:style>
    </a:spDef>
    <a:lnDef>
      <a:spPr>
        <a:ln w="6350" cap="sq"/>
      </a:spPr>
      <a:bodyPr/>
      <a:lstStyle/>
      <a:style>
        <a:lnRef idx="1">
          <a:schemeClr val="accent1"/>
        </a:lnRef>
        <a:fillRef idx="0">
          <a:schemeClr val="accent1"/>
        </a:fillRef>
        <a:effectRef idx="0">
          <a:schemeClr val="accent1"/>
        </a:effectRef>
        <a:fontRef idx="minor">
          <a:schemeClr val="lt1"/>
        </a:fontRef>
      </a:style>
    </a:lnDef>
    <a:txDef>
      <a:spPr>
        <a:noFill/>
      </a:spPr>
      <a:bodyPr wrap="square" rtlCol="0">
        <a:spAutoFit/>
      </a:bodyPr>
      <a:lstStyle>
        <a:defPPr algn="l">
          <a:lnSpc>
            <a:spcPct val="90000"/>
          </a:lnSpc>
          <a:spcAft>
            <a:spcPts val="400"/>
          </a:spcAft>
          <a:defRPr sz="2000" dirty="0"/>
        </a:defPPr>
      </a:lstStyle>
    </a:txDef>
  </a:objectDefaults>
  <a:extraClrSchemeLst/>
  <a:custClrLst>
    <a:custClr name="DXC Bright Purple">
      <a:srgbClr val="5F249F"/>
    </a:custClr>
    <a:custClr name="White">
      <a:srgbClr val="FFFFFF"/>
    </a:custClr>
    <a:custClr name="DXC Light Gray">
      <a:srgbClr val="D9D9D6"/>
    </a:custClr>
    <a:custClr name="DXC Medium Gray">
      <a:srgbClr val="969696"/>
    </a:custClr>
    <a:custClr name="DXC Dark Gray">
      <a:srgbClr val="63666A"/>
    </a:custClr>
    <a:custClr name="Black">
      <a:srgbClr val="000000"/>
    </a:custClr>
    <a:custClr name="DXC Bright Teal">
      <a:srgbClr val="00968F"/>
    </a:custClr>
    <a:custClr name="DXC Blue">
      <a:srgbClr val="00A3E1"/>
    </a:custClr>
    <a:custClr name="DXC Dark Teal">
      <a:srgbClr val="006975"/>
    </a:custClr>
    <a:custClr name="DXC Green">
      <a:srgbClr val="6CC24A"/>
    </a:custClr>
    <a:custClr name="DXC Orange">
      <a:srgbClr val="ED9B33"/>
    </a:custClr>
    <a:custClr name="DXC Gold">
      <a:srgbClr val="FFCD00"/>
    </a:custClr>
    <a:custClr name="DXC Dark Purple">
      <a:srgbClr val="330072"/>
    </a:custClr>
    <a:custClr name="DXC Yellow">
      <a:srgbClr val="F9F048"/>
    </a:custClr>
  </a:custClrLst>
  <a:extLst>
    <a:ext uri="{05A4C25C-085E-4340-85A3-A5531E510DB2}">
      <thm15:themeFamily xmlns:thm15="http://schemas.microsoft.com/office/thememl/2012/main" name="DXC_Presentation Template_Jan 2024" id="{175ED056-3145-48F3-B79C-B4F290C46059}" vid="{DC240162-D6B4-46BE-A6E2-DC98C4599F0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B2D1B774CEED8E4DB88935ECDDC9AFCE" ma:contentTypeVersion="3" ma:contentTypeDescription="Create a new document." ma:contentTypeScope="" ma:versionID="ac6941c3530e8835eb11bc9590cb5ee1">
  <xsd:schema xmlns:xsd="http://www.w3.org/2001/XMLSchema" xmlns:xs="http://www.w3.org/2001/XMLSchema" xmlns:p="http://schemas.microsoft.com/office/2006/metadata/properties" xmlns:ns2="4def15df-47d5-4f37-81e7-23a65da50d3e" targetNamespace="http://schemas.microsoft.com/office/2006/metadata/properties" ma:root="true" ma:fieldsID="99ef4b6601dffcde2edde4f2d4ae8c14" ns2:_="">
    <xsd:import namespace="4def15df-47d5-4f37-81e7-23a65da50d3e"/>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def15df-47d5-4f37-81e7-23a65da50d3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5D7B9A2-D891-4160-B950-96FCC8DF9BE3}">
  <ds:schemaRefs>
    <ds:schemaRef ds:uri="http://purl.org/dc/terms/"/>
    <ds:schemaRef ds:uri="http://schemas.microsoft.com/office/2006/metadata/properties"/>
    <ds:schemaRef ds:uri="http://schemas.openxmlformats.org/package/2006/metadata/core-properties"/>
    <ds:schemaRef ds:uri="http://www.w3.org/XML/1998/namespace"/>
    <ds:schemaRef ds:uri="http://purl.org/dc/dcmitype/"/>
    <ds:schemaRef ds:uri="http://schemas.microsoft.com/office/2006/documentManagement/types"/>
    <ds:schemaRef ds:uri="http://schemas.microsoft.com/office/infopath/2007/PartnerControls"/>
    <ds:schemaRef ds:uri="4def15df-47d5-4f37-81e7-23a65da50d3e"/>
    <ds:schemaRef ds:uri="http://purl.org/dc/elements/1.1/"/>
  </ds:schemaRefs>
</ds:datastoreItem>
</file>

<file path=customXml/itemProps2.xml><?xml version="1.0" encoding="utf-8"?>
<ds:datastoreItem xmlns:ds="http://schemas.openxmlformats.org/officeDocument/2006/customXml" ds:itemID="{FB14C995-6618-4D92-AE86-6F4A8DE0EFB4}">
  <ds:schemaRefs>
    <ds:schemaRef ds:uri="4def15df-47d5-4f37-81e7-23a65da50d3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1FDB4B0C-4DF0-4E77-956A-E91A9C0D0DB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DXC_Presentation-Template_Jan-2024</Template>
  <TotalTime>0</TotalTime>
  <Words>1122</Words>
  <Application>Microsoft Macintosh PowerPoint</Application>
  <PresentationFormat>Custom</PresentationFormat>
  <Paragraphs>76</Paragraphs>
  <Slides>6</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Arial,Sans-Serif</vt:lpstr>
      <vt:lpstr>Calibri</vt:lpstr>
      <vt:lpstr>Symbol</vt:lpstr>
      <vt:lpstr>DXC</vt:lpstr>
      <vt:lpstr>DXC</vt:lpstr>
      <vt:lpstr>Unlock Your Business Potential with Our 20+ Years of  Trade Finance Expertise</vt:lpstr>
      <vt:lpstr>Unlock Your Business Potential with Our 20+ Years of  Trade Finance Expertise</vt:lpstr>
      <vt:lpstr>DXC Capabilities and Service Offerings   Business Analyst Profile – Trade Operations &amp; IMEX Expertise We have built a team with handpicked Business Analysts who bring specialized expertise in Trade Finance and IMEX module implementation . </vt:lpstr>
      <vt:lpstr>DXC Project Team: Key Resources We have real experience, proven track record and a strong will to succeed</vt:lpstr>
      <vt:lpstr>DXC Project Team: Key Resources We have real experience, proven track record and a strong will to succeed</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GTM Strategy for Analytics and Consulting  BCM ASEAN</dc:title>
  <dc:subject/>
  <dc:creator>Nishioka, Sachio</dc:creator>
  <cp:keywords/>
  <dc:description/>
  <cp:lastModifiedBy>Gajula, Ravikiran (DXC Luxoft)</cp:lastModifiedBy>
  <cp:revision>2</cp:revision>
  <dcterms:created xsi:type="dcterms:W3CDTF">2024-10-07T16:47:25Z</dcterms:created>
  <dcterms:modified xsi:type="dcterms:W3CDTF">2025-05-06T13:52:25Z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0x010100B2D1B774CEED8E4DB88935ECDDC9AFCE</vt:lpwstr>
  </property>
  <property fmtid="{D5CDD505-2E9C-101B-9397-08002B2CF9AE}" pid="3" name="MSIP_Label_15394ae5-69af-439d-af88-cb521c31c0c5_Enabled">
    <vt:lpwstr>true</vt:lpwstr>
  </property>
  <property fmtid="{D5CDD505-2E9C-101B-9397-08002B2CF9AE}" pid="4" name="MSIP_Label_15394ae5-69af-439d-af88-cb521c31c0c5_SetDate">
    <vt:lpwstr>2024-10-07T16:49:02Z</vt:lpwstr>
  </property>
  <property fmtid="{D5CDD505-2E9C-101B-9397-08002B2CF9AE}" pid="5" name="MSIP_Label_15394ae5-69af-439d-af88-cb521c31c0c5_Method">
    <vt:lpwstr>Privileged</vt:lpwstr>
  </property>
  <property fmtid="{D5CDD505-2E9C-101B-9397-08002B2CF9AE}" pid="6" name="MSIP_Label_15394ae5-69af-439d-af88-cb521c31c0c5_Name">
    <vt:lpwstr>DXC Internal</vt:lpwstr>
  </property>
  <property fmtid="{D5CDD505-2E9C-101B-9397-08002B2CF9AE}" pid="7" name="MSIP_Label_15394ae5-69af-439d-af88-cb521c31c0c5_SiteId">
    <vt:lpwstr>93f33571-550f-43cf-b09f-cd331338d086</vt:lpwstr>
  </property>
  <property fmtid="{D5CDD505-2E9C-101B-9397-08002B2CF9AE}" pid="8" name="MSIP_Label_15394ae5-69af-439d-af88-cb521c31c0c5_ActionId">
    <vt:lpwstr>722dd67b-c349-4614-b930-2f3646cad342</vt:lpwstr>
  </property>
  <property fmtid="{D5CDD505-2E9C-101B-9397-08002B2CF9AE}" pid="9" name="MSIP_Label_15394ae5-69af-439d-af88-cb521c31c0c5_ContentBits">
    <vt:lpwstr>0</vt:lpwstr>
  </property>
</Properties>
</file>